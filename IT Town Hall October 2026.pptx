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2.xml" ContentType="application/vnd.openxmlformats-officedocument.themeOverr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heme/themeOverride3.xml" ContentType="application/vnd.openxmlformats-officedocument.themeOverr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4"/>
    <p:sldMasterId id="2147483686" r:id="rId5"/>
  </p:sldMasterIdLst>
  <p:notesMasterIdLst>
    <p:notesMasterId r:id="rId39"/>
  </p:notesMasterIdLst>
  <p:handoutMasterIdLst>
    <p:handoutMasterId r:id="rId40"/>
  </p:handoutMasterIdLst>
  <p:sldIdLst>
    <p:sldId id="2076137428" r:id="rId6"/>
    <p:sldId id="2076137432" r:id="rId7"/>
    <p:sldId id="2076137472" r:id="rId8"/>
    <p:sldId id="2076137473" r:id="rId9"/>
    <p:sldId id="2076137470" r:id="rId10"/>
    <p:sldId id="2076137490" r:id="rId11"/>
    <p:sldId id="2076137471" r:id="rId12"/>
    <p:sldId id="2076137475" r:id="rId13"/>
    <p:sldId id="2076137476" r:id="rId14"/>
    <p:sldId id="2076137478" r:id="rId15"/>
    <p:sldId id="2076137479" r:id="rId16"/>
    <p:sldId id="2076137480" r:id="rId17"/>
    <p:sldId id="2076137484" r:id="rId18"/>
    <p:sldId id="2076137504" r:id="rId19"/>
    <p:sldId id="2076137505" r:id="rId20"/>
    <p:sldId id="2076137506" r:id="rId21"/>
    <p:sldId id="2076137507" r:id="rId22"/>
    <p:sldId id="2076137482" r:id="rId23"/>
    <p:sldId id="2076137485" r:id="rId24"/>
    <p:sldId id="2076137487" r:id="rId25"/>
    <p:sldId id="2076137488" r:id="rId26"/>
    <p:sldId id="2076137486" r:id="rId27"/>
    <p:sldId id="2076137489" r:id="rId28"/>
    <p:sldId id="2076137497" r:id="rId29"/>
    <p:sldId id="2076137491" r:id="rId30"/>
    <p:sldId id="2076137492" r:id="rId31"/>
    <p:sldId id="2076137493" r:id="rId32"/>
    <p:sldId id="2076137503" r:id="rId33"/>
    <p:sldId id="2076137502" r:id="rId34"/>
    <p:sldId id="2076137496" r:id="rId35"/>
    <p:sldId id="2076137500" r:id="rId36"/>
    <p:sldId id="2076137418" r:id="rId37"/>
    <p:sldId id="2076137387" r:id="rId38"/>
  </p:sldIdLst>
  <p:sldSz cx="12192000" cy="6858000"/>
  <p:notesSz cx="6858000" cy="9144000"/>
  <p:embeddedFontLst>
    <p:embeddedFont>
      <p:font typeface="Lato" panose="020F0502020204030203" pitchFamily="34" charset="0"/>
      <p:regular r:id="rId41"/>
      <p:bold r:id="rId42"/>
      <p:italic r:id="rId43"/>
      <p:boldItalic r:id="rId44"/>
    </p:embeddedFont>
    <p:embeddedFont>
      <p:font typeface="Wingdings 3" panose="05040102010807070707" pitchFamily="18" charset="2"/>
      <p:regular r:id="rId45"/>
    </p:embeddedFont>
  </p:embeddedFontLst>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sque" id="{B5A686E9-9259-4853-8449-E26AD13EC7C0}">
          <p14:sldIdLst>
            <p14:sldId id="2076137428"/>
            <p14:sldId id="2076137432"/>
            <p14:sldId id="2076137472"/>
            <p14:sldId id="2076137473"/>
            <p14:sldId id="2076137470"/>
            <p14:sldId id="2076137490"/>
            <p14:sldId id="2076137471"/>
            <p14:sldId id="2076137475"/>
            <p14:sldId id="2076137476"/>
            <p14:sldId id="2076137478"/>
            <p14:sldId id="2076137479"/>
            <p14:sldId id="2076137480"/>
            <p14:sldId id="2076137484"/>
            <p14:sldId id="2076137504"/>
            <p14:sldId id="2076137505"/>
            <p14:sldId id="2076137506"/>
            <p14:sldId id="2076137507"/>
            <p14:sldId id="2076137482"/>
            <p14:sldId id="2076137485"/>
            <p14:sldId id="2076137487"/>
            <p14:sldId id="2076137488"/>
            <p14:sldId id="2076137486"/>
            <p14:sldId id="2076137489"/>
            <p14:sldId id="2076137497"/>
            <p14:sldId id="2076137491"/>
            <p14:sldId id="2076137492"/>
            <p14:sldId id="2076137493"/>
            <p14:sldId id="2076137503"/>
            <p14:sldId id="2076137502"/>
            <p14:sldId id="2076137496"/>
            <p14:sldId id="2076137500"/>
            <p14:sldId id="2076137418"/>
            <p14:sldId id="2076137387"/>
          </p14:sldIdLst>
        </p14:section>
      </p14:sectionLst>
    </p:ext>
    <p:ext uri="{EFAFB233-063F-42B5-8137-9DF3F51BA10A}">
      <p15:sldGuideLst xmlns:p15="http://schemas.microsoft.com/office/powerpoint/2012/main">
        <p15:guide id="2" pos="3817" userDrawn="1">
          <p15:clr>
            <a:srgbClr val="A4A3A4"/>
          </p15:clr>
        </p15:guide>
        <p15:guide id="3" orient="horz"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4E6B4"/>
    <a:srgbClr val="FFFFFF"/>
    <a:srgbClr val="004652"/>
    <a:srgbClr val="006A4E"/>
    <a:srgbClr val="002018"/>
    <a:srgbClr val="F8FAFC"/>
    <a:srgbClr val="F8F9FB"/>
    <a:srgbClr val="009597"/>
    <a:srgbClr val="FDFEFE"/>
    <a:srgbClr val="F7F8F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687" autoAdjust="0"/>
    <p:restoredTop sz="96247" autoAdjust="0"/>
  </p:normalViewPr>
  <p:slideViewPr>
    <p:cSldViewPr snapToGrid="0" showGuides="1">
      <p:cViewPr varScale="1">
        <p:scale>
          <a:sx n="83" d="100"/>
          <a:sy n="83" d="100"/>
        </p:scale>
        <p:origin x="1254" y="84"/>
      </p:cViewPr>
      <p:guideLst>
        <p:guide pos="3817"/>
        <p:guide orient="horz" pos="2160"/>
      </p:guideLst>
    </p:cSldViewPr>
  </p:slideViewPr>
  <p:notesTextViewPr>
    <p:cViewPr>
      <p:scale>
        <a:sx n="3" d="2"/>
        <a:sy n="3" d="2"/>
      </p:scale>
      <p:origin x="0" y="-12"/>
    </p:cViewPr>
  </p:notesTextViewPr>
  <p:sorterViewPr>
    <p:cViewPr varScale="1">
      <p:scale>
        <a:sx n="1" d="1"/>
        <a:sy n="1" d="1"/>
      </p:scale>
      <p:origin x="0" y="-192"/>
    </p:cViewPr>
  </p:sorterViewPr>
  <p:notesViewPr>
    <p:cSldViewPr snapToGrid="0">
      <p:cViewPr varScale="1">
        <p:scale>
          <a:sx n="115" d="100"/>
          <a:sy n="115" d="100"/>
        </p:scale>
        <p:origin x="4408" y="20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notesMaster" Target="notesMasters/notesMaster1.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font" Target="fonts/font2.fntdata"/><Relationship Id="rId47" Type="http://schemas.openxmlformats.org/officeDocument/2006/relationships/viewProps" Target="viewProp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handoutMaster" Target="handoutMasters/handoutMaster1.xml"/><Relationship Id="rId45" Type="http://schemas.openxmlformats.org/officeDocument/2006/relationships/font" Target="fonts/font5.fntdata"/><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font" Target="fonts/font4.fntdata"/><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font" Target="fonts/font3.fntdata"/><Relationship Id="rId48" Type="http://schemas.openxmlformats.org/officeDocument/2006/relationships/theme" Target="theme/theme1.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presProps" Target="presProps.xml"/><Relationship Id="rId20" Type="http://schemas.openxmlformats.org/officeDocument/2006/relationships/slide" Target="slides/slide15.xml"/><Relationship Id="rId41" Type="http://schemas.openxmlformats.org/officeDocument/2006/relationships/font" Target="fonts/font1.fntdata"/><Relationship Id="rId1" Type="http://schemas.openxmlformats.org/officeDocument/2006/relationships/customXml" Target="../customXml/item1.xml"/><Relationship Id="rId6" Type="http://schemas.openxmlformats.org/officeDocument/2006/relationships/slide" Target="slides/slide1.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3" Type="http://schemas.openxmlformats.org/officeDocument/2006/relationships/oleObject" Target="file:///\\HLD.NET\dfs_groups$\GFS\CACEIS-CARAR$\GR-IT\HKG\General\Management\KL\KPI\Monthly%20statistics\3-stat+CC.xlsx" TargetMode="External"/><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800"/>
              <a:t>Average resolution time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Sheet1!$H$1</c:f>
              <c:strCache>
                <c:ptCount val="1"/>
                <c:pt idx="0">
                  <c:v>Average resolution time</c:v>
                </c:pt>
              </c:strCache>
            </c:strRef>
          </c:tx>
          <c:spPr>
            <a:solidFill>
              <a:schemeClr val="accent2">
                <a:lumMod val="7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Sheet1!$G$2:$G$12</c:f>
              <c:strCache>
                <c:ptCount val="11"/>
                <c:pt idx="0">
                  <c:v>Nov</c:v>
                </c:pt>
                <c:pt idx="1">
                  <c:v>Dec</c:v>
                </c:pt>
                <c:pt idx="2">
                  <c:v>Jan</c:v>
                </c:pt>
                <c:pt idx="3">
                  <c:v>Feb</c:v>
                </c:pt>
                <c:pt idx="4">
                  <c:v>Mar</c:v>
                </c:pt>
                <c:pt idx="5">
                  <c:v>Apr</c:v>
                </c:pt>
                <c:pt idx="6">
                  <c:v>May</c:v>
                </c:pt>
                <c:pt idx="7">
                  <c:v>Jun</c:v>
                </c:pt>
                <c:pt idx="8">
                  <c:v>Jul</c:v>
                </c:pt>
                <c:pt idx="9">
                  <c:v>Aug</c:v>
                </c:pt>
                <c:pt idx="10">
                  <c:v>Sep</c:v>
                </c:pt>
              </c:strCache>
            </c:strRef>
          </c:cat>
          <c:val>
            <c:numRef>
              <c:f>Sheet1!$H$2:$H$12</c:f>
              <c:numCache>
                <c:formatCode>h:mm</c:formatCode>
                <c:ptCount val="11"/>
                <c:pt idx="0">
                  <c:v>9.7222222222222224E-2</c:v>
                </c:pt>
                <c:pt idx="1">
                  <c:v>6.5972222222222224E-2</c:v>
                </c:pt>
                <c:pt idx="2">
                  <c:v>3.2638888888888891E-2</c:v>
                </c:pt>
                <c:pt idx="3">
                  <c:v>8.8888888888888892E-2</c:v>
                </c:pt>
                <c:pt idx="4">
                  <c:v>6.6666666666666666E-2</c:v>
                </c:pt>
                <c:pt idx="5">
                  <c:v>0.11736111111111111</c:v>
                </c:pt>
                <c:pt idx="6">
                  <c:v>9.375E-2</c:v>
                </c:pt>
                <c:pt idx="7">
                  <c:v>0.14652777777777778</c:v>
                </c:pt>
                <c:pt idx="8">
                  <c:v>0.13819444444444445</c:v>
                </c:pt>
                <c:pt idx="9">
                  <c:v>0.12847222222222221</c:v>
                </c:pt>
                <c:pt idx="10">
                  <c:v>8.4722222222222227E-2</c:v>
                </c:pt>
              </c:numCache>
            </c:numRef>
          </c:val>
          <c:extLst>
            <c:ext xmlns:c16="http://schemas.microsoft.com/office/drawing/2014/chart" uri="{C3380CC4-5D6E-409C-BE32-E72D297353CC}">
              <c16:uniqueId val="{00000000-D1E9-4F53-A378-52E447524E10}"/>
            </c:ext>
          </c:extLst>
        </c:ser>
        <c:dLbls>
          <c:showLegendKey val="0"/>
          <c:showVal val="0"/>
          <c:showCatName val="0"/>
          <c:showSerName val="0"/>
          <c:showPercent val="0"/>
          <c:showBubbleSize val="0"/>
        </c:dLbls>
        <c:gapWidth val="219"/>
        <c:overlap val="-27"/>
        <c:axId val="354876735"/>
        <c:axId val="354875295"/>
      </c:barChart>
      <c:catAx>
        <c:axId val="35487673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crossAx val="354875295"/>
        <c:crosses val="autoZero"/>
        <c:auto val="1"/>
        <c:lblAlgn val="ctr"/>
        <c:lblOffset val="100"/>
        <c:noMultiLvlLbl val="0"/>
      </c:catAx>
      <c:valAx>
        <c:axId val="354875295"/>
        <c:scaling>
          <c:orientation val="minMax"/>
        </c:scaling>
        <c:delete val="0"/>
        <c:axPos val="l"/>
        <c:majorGridlines>
          <c:spPr>
            <a:ln w="9525" cap="flat" cmpd="sng" algn="ctr">
              <a:solidFill>
                <a:schemeClr val="tx1">
                  <a:lumMod val="15000"/>
                  <a:lumOff val="85000"/>
                </a:schemeClr>
              </a:solidFill>
              <a:round/>
            </a:ln>
            <a:effectLst/>
          </c:spPr>
        </c:majorGridlines>
        <c:numFmt formatCode="h:mm"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crossAx val="354876735"/>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3175" cap="flat" cmpd="sng" algn="ctr">
      <a:solidFill>
        <a:srgbClr val="006A4E"/>
      </a:solidFill>
      <a:round/>
    </a:ln>
    <a:effectLst/>
  </c:spPr>
  <c:txPr>
    <a:bodyPr/>
    <a:lstStyle/>
    <a:p>
      <a:pPr>
        <a:defRPr/>
      </a:pPr>
      <a:endParaRPr lang="en-US"/>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800" b="0" i="0" u="none" strike="noStrike" baseline="0">
                <a:effectLst/>
              </a:rPr>
              <a:t>KL IT Co-call triggered before EU SOD (9am CET) </a:t>
            </a:r>
            <a:endParaRPr lang="en-US" sz="80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stacked"/>
        <c:varyColors val="0"/>
        <c:ser>
          <c:idx val="1"/>
          <c:order val="0"/>
          <c:tx>
            <c:strRef>
              <c:f>Sheet1!$V$1</c:f>
              <c:strCache>
                <c:ptCount val="1"/>
                <c:pt idx="0">
                  <c:v>Resolved after EU SOD</c:v>
                </c:pt>
              </c:strCache>
            </c:strRef>
          </c:tx>
          <c:spPr>
            <a:solidFill>
              <a:srgbClr val="C00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Sheet1!$U$2:$U$9</c:f>
              <c:strCache>
                <c:ptCount val="8"/>
                <c:pt idx="0">
                  <c:v>Feb</c:v>
                </c:pt>
                <c:pt idx="1">
                  <c:v>Mar</c:v>
                </c:pt>
                <c:pt idx="2">
                  <c:v>Apr</c:v>
                </c:pt>
                <c:pt idx="3">
                  <c:v>May</c:v>
                </c:pt>
                <c:pt idx="4">
                  <c:v>Jun</c:v>
                </c:pt>
                <c:pt idx="5">
                  <c:v>Jul</c:v>
                </c:pt>
                <c:pt idx="6">
                  <c:v>Aug</c:v>
                </c:pt>
                <c:pt idx="7">
                  <c:v>Sep</c:v>
                </c:pt>
              </c:strCache>
            </c:strRef>
          </c:cat>
          <c:val>
            <c:numRef>
              <c:f>Sheet1!$V$2:$V$9</c:f>
              <c:numCache>
                <c:formatCode>General</c:formatCode>
                <c:ptCount val="8"/>
                <c:pt idx="0">
                  <c:v>3</c:v>
                </c:pt>
                <c:pt idx="1">
                  <c:v>3</c:v>
                </c:pt>
                <c:pt idx="2">
                  <c:v>1</c:v>
                </c:pt>
                <c:pt idx="6">
                  <c:v>2</c:v>
                </c:pt>
              </c:numCache>
            </c:numRef>
          </c:val>
          <c:extLst>
            <c:ext xmlns:c16="http://schemas.microsoft.com/office/drawing/2014/chart" uri="{C3380CC4-5D6E-409C-BE32-E72D297353CC}">
              <c16:uniqueId val="{00000000-4080-46E1-98D7-1A97B108864A}"/>
            </c:ext>
          </c:extLst>
        </c:ser>
        <c:ser>
          <c:idx val="2"/>
          <c:order val="1"/>
          <c:tx>
            <c:strRef>
              <c:f>Sheet1!$W$1</c:f>
              <c:strCache>
                <c:ptCount val="1"/>
                <c:pt idx="0">
                  <c:v>Resolved before EU SOD</c:v>
                </c:pt>
              </c:strCache>
            </c:strRef>
          </c:tx>
          <c:spPr>
            <a:solidFill>
              <a:schemeClr val="accent6">
                <a:lumMod val="60000"/>
                <a:lumOff val="4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Sheet1!$U$2:$U$9</c:f>
              <c:strCache>
                <c:ptCount val="8"/>
                <c:pt idx="0">
                  <c:v>Feb</c:v>
                </c:pt>
                <c:pt idx="1">
                  <c:v>Mar</c:v>
                </c:pt>
                <c:pt idx="2">
                  <c:v>Apr</c:v>
                </c:pt>
                <c:pt idx="3">
                  <c:v>May</c:v>
                </c:pt>
                <c:pt idx="4">
                  <c:v>Jun</c:v>
                </c:pt>
                <c:pt idx="5">
                  <c:v>Jul</c:v>
                </c:pt>
                <c:pt idx="6">
                  <c:v>Aug</c:v>
                </c:pt>
                <c:pt idx="7">
                  <c:v>Sep</c:v>
                </c:pt>
              </c:strCache>
            </c:strRef>
          </c:cat>
          <c:val>
            <c:numRef>
              <c:f>Sheet1!$W$2:$W$9</c:f>
              <c:numCache>
                <c:formatCode>General</c:formatCode>
                <c:ptCount val="8"/>
                <c:pt idx="0">
                  <c:v>3</c:v>
                </c:pt>
                <c:pt idx="1">
                  <c:v>5</c:v>
                </c:pt>
                <c:pt idx="2">
                  <c:v>2</c:v>
                </c:pt>
                <c:pt idx="3">
                  <c:v>4</c:v>
                </c:pt>
                <c:pt idx="4">
                  <c:v>1</c:v>
                </c:pt>
                <c:pt idx="5">
                  <c:v>1</c:v>
                </c:pt>
                <c:pt idx="6">
                  <c:v>5</c:v>
                </c:pt>
                <c:pt idx="7">
                  <c:v>4</c:v>
                </c:pt>
              </c:numCache>
            </c:numRef>
          </c:val>
          <c:extLst>
            <c:ext xmlns:c16="http://schemas.microsoft.com/office/drawing/2014/chart" uri="{C3380CC4-5D6E-409C-BE32-E72D297353CC}">
              <c16:uniqueId val="{00000001-4080-46E1-98D7-1A97B108864A}"/>
            </c:ext>
          </c:extLst>
        </c:ser>
        <c:dLbls>
          <c:showLegendKey val="0"/>
          <c:showVal val="0"/>
          <c:showCatName val="0"/>
          <c:showSerName val="0"/>
          <c:showPercent val="0"/>
          <c:showBubbleSize val="0"/>
        </c:dLbls>
        <c:gapWidth val="150"/>
        <c:overlap val="100"/>
        <c:axId val="453052031"/>
        <c:axId val="453053471"/>
      </c:barChart>
      <c:catAx>
        <c:axId val="45305203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53053471"/>
        <c:crosses val="autoZero"/>
        <c:auto val="1"/>
        <c:lblAlgn val="ctr"/>
        <c:lblOffset val="100"/>
        <c:noMultiLvlLbl val="0"/>
      </c:catAx>
      <c:valAx>
        <c:axId val="453053471"/>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crossAx val="453052031"/>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w="19050" cap="flat" cmpd="sng" algn="ctr">
      <a:solidFill>
        <a:srgbClr val="C00000"/>
      </a:solidFill>
      <a:round/>
    </a:ln>
    <a:effectLst/>
  </c:spPr>
  <c:txPr>
    <a:bodyPr/>
    <a:lstStyle/>
    <a:p>
      <a:pPr>
        <a:defRPr/>
      </a:pPr>
      <a:endParaRPr lang="en-US"/>
    </a:p>
  </c:txPr>
  <c:externalData r:id="rId4">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800"/>
              <a:t>Monthly EU on-call activation by ITL (Jul 26)</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Sheet1!$Q$1</c:f>
              <c:strCache>
                <c:ptCount val="1"/>
                <c:pt idx="0">
                  <c:v>Monthly EU on-call activation by ITL (Jun 26)</c:v>
                </c:pt>
              </c:strCache>
            </c:strRef>
          </c:tx>
          <c:spPr>
            <a:solidFill>
              <a:srgbClr val="FFC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Sheet1!$P$2:$P$9</c:f>
              <c:strCache>
                <c:ptCount val="8"/>
                <c:pt idx="0">
                  <c:v>Custody</c:v>
                </c:pt>
                <c:pt idx="1">
                  <c:v>FA</c:v>
                </c:pt>
                <c:pt idx="2">
                  <c:v>MKS</c:v>
                </c:pt>
                <c:pt idx="3">
                  <c:v>Reporting</c:v>
                </c:pt>
                <c:pt idx="4">
                  <c:v>ECS</c:v>
                </c:pt>
                <c:pt idx="5">
                  <c:v>TESYS</c:v>
                </c:pt>
                <c:pt idx="6">
                  <c:v>GP</c:v>
                </c:pt>
                <c:pt idx="7">
                  <c:v>Payment</c:v>
                </c:pt>
              </c:strCache>
            </c:strRef>
          </c:cat>
          <c:val>
            <c:numRef>
              <c:f>Sheet1!$Q$2:$Q$9</c:f>
              <c:numCache>
                <c:formatCode>General</c:formatCode>
                <c:ptCount val="8"/>
                <c:pt idx="0">
                  <c:v>1</c:v>
                </c:pt>
                <c:pt idx="1">
                  <c:v>1</c:v>
                </c:pt>
                <c:pt idx="2">
                  <c:v>2</c:v>
                </c:pt>
                <c:pt idx="3">
                  <c:v>4</c:v>
                </c:pt>
                <c:pt idx="4">
                  <c:v>4</c:v>
                </c:pt>
                <c:pt idx="5">
                  <c:v>1</c:v>
                </c:pt>
                <c:pt idx="6">
                  <c:v>1</c:v>
                </c:pt>
                <c:pt idx="7">
                  <c:v>2</c:v>
                </c:pt>
              </c:numCache>
            </c:numRef>
          </c:val>
          <c:extLst>
            <c:ext xmlns:c16="http://schemas.microsoft.com/office/drawing/2014/chart" uri="{C3380CC4-5D6E-409C-BE32-E72D297353CC}">
              <c16:uniqueId val="{00000000-AC24-4818-B88D-8E3D60EA731F}"/>
            </c:ext>
          </c:extLst>
        </c:ser>
        <c:dLbls>
          <c:showLegendKey val="0"/>
          <c:showVal val="0"/>
          <c:showCatName val="0"/>
          <c:showSerName val="0"/>
          <c:showPercent val="0"/>
          <c:showBubbleSize val="0"/>
        </c:dLbls>
        <c:gapWidth val="219"/>
        <c:overlap val="-27"/>
        <c:axId val="150370159"/>
        <c:axId val="150350479"/>
      </c:barChart>
      <c:catAx>
        <c:axId val="15037015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crossAx val="150350479"/>
        <c:crosses val="autoZero"/>
        <c:auto val="1"/>
        <c:lblAlgn val="ctr"/>
        <c:lblOffset val="100"/>
        <c:noMultiLvlLbl val="0"/>
      </c:catAx>
      <c:valAx>
        <c:axId val="15035047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crossAx val="150370159"/>
        <c:crosses val="autoZero"/>
        <c:crossBetween val="between"/>
      </c:valAx>
      <c:spPr>
        <a:noFill/>
        <a:ln>
          <a:noFill/>
        </a:ln>
        <a:effectLst/>
      </c:spPr>
    </c:plotArea>
    <c:plotVisOnly val="1"/>
    <c:dispBlanksAs val="gap"/>
    <c:showDLblsOverMax val="0"/>
  </c:chart>
  <c:spPr>
    <a:noFill/>
    <a:ln w="3175" cap="flat" cmpd="sng" algn="ctr">
      <a:solidFill>
        <a:srgbClr val="006A4E"/>
      </a:solidFill>
      <a:round/>
    </a:ln>
    <a:effectLst/>
  </c:spPr>
  <c:txPr>
    <a:bodyPr/>
    <a:lstStyle/>
    <a:p>
      <a:pPr>
        <a:defRPr/>
      </a:pPr>
      <a:endParaRPr lang="en-US"/>
    </a:p>
  </c:txPr>
  <c:externalData r:id="rId4">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800" b="0" i="0" u="none" strike="noStrike" kern="1200" spc="0" baseline="0" dirty="0">
                <a:solidFill>
                  <a:sysClr val="windowText" lastClr="000000">
                    <a:lumMod val="65000"/>
                    <a:lumOff val="35000"/>
                  </a:sysClr>
                </a:solidFill>
              </a:rPr>
              <a:t>Monthly Total EU on-call activation vs Calls to EU %</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stacked"/>
        <c:varyColors val="0"/>
        <c:ser>
          <c:idx val="0"/>
          <c:order val="0"/>
          <c:tx>
            <c:strRef>
              <c:f>Sheet1!$AA$1</c:f>
              <c:strCache>
                <c:ptCount val="1"/>
                <c:pt idx="0">
                  <c:v>Call to EU</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6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Sheet1!$Z$2:$Z$12</c:f>
              <c:strCache>
                <c:ptCount val="11"/>
                <c:pt idx="0">
                  <c:v>Nov</c:v>
                </c:pt>
                <c:pt idx="1">
                  <c:v>Dec</c:v>
                </c:pt>
                <c:pt idx="2">
                  <c:v>Jan</c:v>
                </c:pt>
                <c:pt idx="3">
                  <c:v>Feb</c:v>
                </c:pt>
                <c:pt idx="4">
                  <c:v>Mar</c:v>
                </c:pt>
                <c:pt idx="5">
                  <c:v>Apr</c:v>
                </c:pt>
                <c:pt idx="6">
                  <c:v>May</c:v>
                </c:pt>
                <c:pt idx="7">
                  <c:v>Jun</c:v>
                </c:pt>
                <c:pt idx="8">
                  <c:v>Jul</c:v>
                </c:pt>
                <c:pt idx="9">
                  <c:v>Aug</c:v>
                </c:pt>
                <c:pt idx="10">
                  <c:v>Sep</c:v>
                </c:pt>
              </c:strCache>
            </c:strRef>
          </c:cat>
          <c:val>
            <c:numRef>
              <c:f>Sheet1!$AA$2:$AA$12</c:f>
              <c:numCache>
                <c:formatCode>General</c:formatCode>
                <c:ptCount val="11"/>
                <c:pt idx="0">
                  <c:v>6</c:v>
                </c:pt>
                <c:pt idx="1">
                  <c:v>8</c:v>
                </c:pt>
                <c:pt idx="2">
                  <c:v>15</c:v>
                </c:pt>
                <c:pt idx="3">
                  <c:v>33</c:v>
                </c:pt>
                <c:pt idx="4">
                  <c:v>26</c:v>
                </c:pt>
                <c:pt idx="5">
                  <c:v>24</c:v>
                </c:pt>
                <c:pt idx="6">
                  <c:v>26</c:v>
                </c:pt>
                <c:pt idx="7">
                  <c:v>17</c:v>
                </c:pt>
                <c:pt idx="8">
                  <c:v>12</c:v>
                </c:pt>
                <c:pt idx="9">
                  <c:v>9</c:v>
                </c:pt>
                <c:pt idx="10">
                  <c:v>16</c:v>
                </c:pt>
              </c:numCache>
            </c:numRef>
          </c:val>
          <c:extLst>
            <c:ext xmlns:c16="http://schemas.microsoft.com/office/drawing/2014/chart" uri="{C3380CC4-5D6E-409C-BE32-E72D297353CC}">
              <c16:uniqueId val="{00000000-2CDC-44F2-932E-A7B063E72B06}"/>
            </c:ext>
          </c:extLst>
        </c:ser>
        <c:ser>
          <c:idx val="1"/>
          <c:order val="1"/>
          <c:tx>
            <c:strRef>
              <c:f>Sheet1!$AB$1</c:f>
              <c:strCache>
                <c:ptCount val="1"/>
                <c:pt idx="0">
                  <c:v>Tickets handled by KL w/o call</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6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Sheet1!$Z$2:$Z$12</c:f>
              <c:strCache>
                <c:ptCount val="11"/>
                <c:pt idx="0">
                  <c:v>Nov</c:v>
                </c:pt>
                <c:pt idx="1">
                  <c:v>Dec</c:v>
                </c:pt>
                <c:pt idx="2">
                  <c:v>Jan</c:v>
                </c:pt>
                <c:pt idx="3">
                  <c:v>Feb</c:v>
                </c:pt>
                <c:pt idx="4">
                  <c:v>Mar</c:v>
                </c:pt>
                <c:pt idx="5">
                  <c:v>Apr</c:v>
                </c:pt>
                <c:pt idx="6">
                  <c:v>May</c:v>
                </c:pt>
                <c:pt idx="7">
                  <c:v>Jun</c:v>
                </c:pt>
                <c:pt idx="8">
                  <c:v>Jul</c:v>
                </c:pt>
                <c:pt idx="9">
                  <c:v>Aug</c:v>
                </c:pt>
                <c:pt idx="10">
                  <c:v>Sep</c:v>
                </c:pt>
              </c:strCache>
            </c:strRef>
          </c:cat>
          <c:val>
            <c:numRef>
              <c:f>Sheet1!$AB$2:$AB$12</c:f>
              <c:numCache>
                <c:formatCode>General</c:formatCode>
                <c:ptCount val="11"/>
                <c:pt idx="0">
                  <c:v>161</c:v>
                </c:pt>
                <c:pt idx="1">
                  <c:v>86</c:v>
                </c:pt>
                <c:pt idx="2">
                  <c:v>136</c:v>
                </c:pt>
                <c:pt idx="3">
                  <c:v>72</c:v>
                </c:pt>
                <c:pt idx="4">
                  <c:v>106</c:v>
                </c:pt>
                <c:pt idx="5">
                  <c:v>114</c:v>
                </c:pt>
                <c:pt idx="6">
                  <c:v>99</c:v>
                </c:pt>
                <c:pt idx="7">
                  <c:v>102</c:v>
                </c:pt>
                <c:pt idx="8">
                  <c:v>144</c:v>
                </c:pt>
                <c:pt idx="9">
                  <c:v>109</c:v>
                </c:pt>
                <c:pt idx="10">
                  <c:v>149</c:v>
                </c:pt>
              </c:numCache>
            </c:numRef>
          </c:val>
          <c:extLst>
            <c:ext xmlns:c16="http://schemas.microsoft.com/office/drawing/2014/chart" uri="{C3380CC4-5D6E-409C-BE32-E72D297353CC}">
              <c16:uniqueId val="{00000001-2CDC-44F2-932E-A7B063E72B06}"/>
            </c:ext>
          </c:extLst>
        </c:ser>
        <c:dLbls>
          <c:showLegendKey val="0"/>
          <c:showVal val="0"/>
          <c:showCatName val="0"/>
          <c:showSerName val="0"/>
          <c:showPercent val="0"/>
          <c:showBubbleSize val="0"/>
        </c:dLbls>
        <c:gapWidth val="150"/>
        <c:overlap val="100"/>
        <c:axId val="588240384"/>
        <c:axId val="588248064"/>
      </c:barChart>
      <c:lineChart>
        <c:grouping val="standard"/>
        <c:varyColors val="0"/>
        <c:ser>
          <c:idx val="2"/>
          <c:order val="2"/>
          <c:tx>
            <c:strRef>
              <c:f>Sheet1!$AC$1</c:f>
              <c:strCache>
                <c:ptCount val="1"/>
                <c:pt idx="0">
                  <c:v>Call to EU %</c:v>
                </c:pt>
              </c:strCache>
            </c:strRef>
          </c:tx>
          <c:spPr>
            <a:ln w="28575" cap="rnd">
              <a:solidFill>
                <a:schemeClr val="accent3"/>
              </a:solidFill>
              <a:round/>
            </a:ln>
            <a:effectLst/>
          </c:spPr>
          <c:marker>
            <c:symbol val="none"/>
          </c:marker>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600" b="0" i="0" u="none" strike="noStrike" kern="1200" baseline="0">
                    <a:solidFill>
                      <a:schemeClr val="dk1">
                        <a:lumMod val="65000"/>
                        <a:lumOff val="35000"/>
                      </a:schemeClr>
                    </a:solidFill>
                    <a:latin typeface="+mn-lt"/>
                    <a:ea typeface="+mn-ea"/>
                    <a:cs typeface="+mn-cs"/>
                  </a:defRPr>
                </a:pPr>
                <a:endParaRPr lang="en-US"/>
              </a:p>
            </c:txPr>
            <c:dLblPos val="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15:showLeaderLines val="0"/>
              </c:ext>
            </c:extLst>
          </c:dLbls>
          <c:cat>
            <c:strRef>
              <c:f>Sheet1!$Z$2:$Z$12</c:f>
              <c:strCache>
                <c:ptCount val="11"/>
                <c:pt idx="0">
                  <c:v>Nov</c:v>
                </c:pt>
                <c:pt idx="1">
                  <c:v>Dec</c:v>
                </c:pt>
                <c:pt idx="2">
                  <c:v>Jan</c:v>
                </c:pt>
                <c:pt idx="3">
                  <c:v>Feb</c:v>
                </c:pt>
                <c:pt idx="4">
                  <c:v>Mar</c:v>
                </c:pt>
                <c:pt idx="5">
                  <c:v>Apr</c:v>
                </c:pt>
                <c:pt idx="6">
                  <c:v>May</c:v>
                </c:pt>
                <c:pt idx="7">
                  <c:v>Jun</c:v>
                </c:pt>
                <c:pt idx="8">
                  <c:v>Jul</c:v>
                </c:pt>
                <c:pt idx="9">
                  <c:v>Aug</c:v>
                </c:pt>
                <c:pt idx="10">
                  <c:v>Sep</c:v>
                </c:pt>
              </c:strCache>
            </c:strRef>
          </c:cat>
          <c:val>
            <c:numRef>
              <c:f>Sheet1!$AC$2:$AC$12</c:f>
              <c:numCache>
                <c:formatCode>0%</c:formatCode>
                <c:ptCount val="11"/>
                <c:pt idx="0">
                  <c:v>3.5928143712574849E-2</c:v>
                </c:pt>
                <c:pt idx="1">
                  <c:v>8.5106382978723402E-2</c:v>
                </c:pt>
                <c:pt idx="2">
                  <c:v>9.9337748344370855E-2</c:v>
                </c:pt>
                <c:pt idx="3">
                  <c:v>0.31428571428571428</c:v>
                </c:pt>
                <c:pt idx="4">
                  <c:v>0.19696969696969696</c:v>
                </c:pt>
                <c:pt idx="5">
                  <c:v>0.17391304347826086</c:v>
                </c:pt>
                <c:pt idx="6">
                  <c:v>0.20799999999999999</c:v>
                </c:pt>
                <c:pt idx="7">
                  <c:v>0.14285714285714285</c:v>
                </c:pt>
                <c:pt idx="8">
                  <c:v>7.6923076923076927E-2</c:v>
                </c:pt>
                <c:pt idx="9">
                  <c:v>7.6271186440677971E-2</c:v>
                </c:pt>
                <c:pt idx="10">
                  <c:v>9.696969696969697E-2</c:v>
                </c:pt>
              </c:numCache>
            </c:numRef>
          </c:val>
          <c:smooth val="0"/>
          <c:extLst>
            <c:ext xmlns:c16="http://schemas.microsoft.com/office/drawing/2014/chart" uri="{C3380CC4-5D6E-409C-BE32-E72D297353CC}">
              <c16:uniqueId val="{00000002-2CDC-44F2-932E-A7B063E72B06}"/>
            </c:ext>
          </c:extLst>
        </c:ser>
        <c:dLbls>
          <c:showLegendKey val="0"/>
          <c:showVal val="0"/>
          <c:showCatName val="0"/>
          <c:showSerName val="0"/>
          <c:showPercent val="0"/>
          <c:showBubbleSize val="0"/>
        </c:dLbls>
        <c:marker val="1"/>
        <c:smooth val="0"/>
        <c:axId val="588190464"/>
        <c:axId val="588197664"/>
      </c:lineChart>
      <c:catAx>
        <c:axId val="5882403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600" b="0" i="0" u="none" strike="noStrike" kern="1200" baseline="0">
                <a:solidFill>
                  <a:schemeClr val="tx1">
                    <a:lumMod val="65000"/>
                    <a:lumOff val="35000"/>
                  </a:schemeClr>
                </a:solidFill>
                <a:latin typeface="+mn-lt"/>
                <a:ea typeface="+mn-ea"/>
                <a:cs typeface="+mn-cs"/>
              </a:defRPr>
            </a:pPr>
            <a:endParaRPr lang="en-US"/>
          </a:p>
        </c:txPr>
        <c:crossAx val="588248064"/>
        <c:crosses val="autoZero"/>
        <c:auto val="1"/>
        <c:lblAlgn val="ctr"/>
        <c:lblOffset val="100"/>
        <c:noMultiLvlLbl val="0"/>
      </c:catAx>
      <c:valAx>
        <c:axId val="58824806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600" b="0" i="0" u="none" strike="noStrike" kern="1200" baseline="0">
                <a:solidFill>
                  <a:schemeClr val="tx1">
                    <a:lumMod val="65000"/>
                    <a:lumOff val="35000"/>
                  </a:schemeClr>
                </a:solidFill>
                <a:latin typeface="+mn-lt"/>
                <a:ea typeface="+mn-ea"/>
                <a:cs typeface="+mn-cs"/>
              </a:defRPr>
            </a:pPr>
            <a:endParaRPr lang="en-US"/>
          </a:p>
        </c:txPr>
        <c:crossAx val="588240384"/>
        <c:crosses val="autoZero"/>
        <c:crossBetween val="between"/>
      </c:valAx>
      <c:valAx>
        <c:axId val="588197664"/>
        <c:scaling>
          <c:orientation val="minMax"/>
        </c:scaling>
        <c:delete val="0"/>
        <c:axPos val="r"/>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sz="600" b="0" i="0" u="none" strike="noStrike" kern="1200" baseline="0">
                <a:solidFill>
                  <a:schemeClr val="tx1">
                    <a:lumMod val="65000"/>
                    <a:lumOff val="35000"/>
                  </a:schemeClr>
                </a:solidFill>
                <a:latin typeface="+mn-lt"/>
                <a:ea typeface="+mn-ea"/>
                <a:cs typeface="+mn-cs"/>
              </a:defRPr>
            </a:pPr>
            <a:endParaRPr lang="en-US"/>
          </a:p>
        </c:txPr>
        <c:crossAx val="588190464"/>
        <c:crosses val="max"/>
        <c:crossBetween val="between"/>
      </c:valAx>
      <c:catAx>
        <c:axId val="588190464"/>
        <c:scaling>
          <c:orientation val="minMax"/>
        </c:scaling>
        <c:delete val="1"/>
        <c:axPos val="b"/>
        <c:numFmt formatCode="General" sourceLinked="1"/>
        <c:majorTickMark val="out"/>
        <c:minorTickMark val="none"/>
        <c:tickLblPos val="nextTo"/>
        <c:crossAx val="588197664"/>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6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w="3175" cap="flat" cmpd="sng" algn="ctr">
      <a:solidFill>
        <a:srgbClr val="006A4E"/>
      </a:solidFill>
      <a:round/>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_rels/data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jpeg"/><Relationship Id="rId1" Type="http://schemas.openxmlformats.org/officeDocument/2006/relationships/image" Target="../media/image32.png"/></Relationships>
</file>

<file path=ppt/diagrams/_rels/drawing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jpeg"/><Relationship Id="rId1" Type="http://schemas.openxmlformats.org/officeDocument/2006/relationships/image" Target="../media/image32.png"/></Relationships>
</file>

<file path=ppt/diagrams/colors1.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1NoLn">
    <dgm:fillClrLst meth="repeat">
      <a:schemeClr val="accent1"/>
    </dgm:fillClrLst>
    <dgm:linClrLst meth="repeat">
      <a:schemeClr val="lt1">
        <a:alpha val="0"/>
      </a:schemeClr>
    </dgm:linClrLst>
    <dgm:effectClrLst/>
    <dgm:txLinClrLst/>
    <dgm:txFillClrLst/>
    <dgm:txEffectClrLst/>
  </dgm:styleLbl>
  <dgm:styleLbl name="ltNode1NoLn">
    <dgm:fillClrLst meth="repeat">
      <a:schemeClr val="accent1">
        <a:tint val="75000"/>
      </a:schemeClr>
    </dgm:fillClrLst>
    <dgm:linClrLst meth="repeat">
      <a:schemeClr val="lt1">
        <a:alpha val="0"/>
      </a:schemeClr>
    </dgm:linClrLst>
    <dgm:effectClrLst/>
    <dgm:txLinClrLst/>
    <dgm:txFillClrLst meth="repeat">
      <a:schemeClr val="dk1"/>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2NoLn">
    <dgm:fillClrLst meth="repeat">
      <a:schemeClr val="accent1"/>
    </dgm:fillClrLst>
    <dgm:linClrLst meth="repeat">
      <a:schemeClr val="lt1">
        <a:alpha val="0"/>
      </a:schemeClr>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3NoLn">
    <dgm:fillClrLst meth="repeat">
      <a:schemeClr val="accent1"/>
    </dgm:fillClrLst>
    <dgm:linClrLst meth="repeat">
      <a:schemeClr val="lt1">
        <a:alpha val="0"/>
      </a:schemeClr>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node4NoLn">
    <dgm:fillClrLst meth="repeat">
      <a:schemeClr val="accent1"/>
    </dgm:fillClrLst>
    <dgm:linClrLst meth="repeat">
      <a:schemeClr val="lt1">
        <a:alpha val="0"/>
      </a:schemeClr>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EEC2390A-7307-44C8-B9D6-4CA00DEB3AB8}" type="doc">
      <dgm:prSet loTypeId="urn:microsoft.com/office/officeart/2005/8/layout/vList3" loCatId="picture" qsTypeId="urn:microsoft.com/office/officeart/2005/8/quickstyle/simple1#2" qsCatId="simple" csTypeId="urn:microsoft.com/office/officeart/2005/8/colors/accent1_2#2" csCatId="accent1" phldr="1"/>
      <dgm:spPr/>
      <dgm:t>
        <a:bodyPr/>
        <a:lstStyle/>
        <a:p>
          <a:endParaRPr lang="en-US"/>
        </a:p>
      </dgm:t>
    </dgm:pt>
    <dgm:pt modelId="{A273B852-7466-4D03-ADBD-51CA1A117DBB}">
      <dgm:prSet phldrT="[Text]" phldr="0"/>
      <dgm:spPr/>
      <dgm:t>
        <a:bodyPr/>
        <a:lstStyle/>
        <a:p>
          <a:r>
            <a:rPr lang="en-MY" dirty="0"/>
            <a:t>Bhavani </a:t>
          </a:r>
          <a:r>
            <a:rPr lang="en-US" b="0" i="0" dirty="0"/>
            <a:t>Seetharaman</a:t>
          </a:r>
        </a:p>
        <a:p>
          <a:r>
            <a:rPr lang="en-US" b="0" i="0" dirty="0"/>
            <a:t>Quality of Service (QoS)</a:t>
          </a:r>
        </a:p>
        <a:p>
          <a:r>
            <a:rPr lang="en-US" b="0" i="0" dirty="0"/>
            <a:t>Production Support </a:t>
          </a:r>
          <a:endParaRPr lang="en-US" dirty="0"/>
        </a:p>
      </dgm:t>
    </dgm:pt>
    <dgm:pt modelId="{3FD1BD9C-FD1C-4CA6-AF6D-AAB4084AF396}" type="parTrans" cxnId="{678EBA9C-09D5-473A-B115-0D7657B9B8B1}">
      <dgm:prSet/>
      <dgm:spPr/>
      <dgm:t>
        <a:bodyPr/>
        <a:lstStyle/>
        <a:p>
          <a:endParaRPr lang="en-US"/>
        </a:p>
      </dgm:t>
    </dgm:pt>
    <dgm:pt modelId="{F1F43A6B-73B5-4783-951E-F771B708ADFF}" type="sibTrans" cxnId="{678EBA9C-09D5-473A-B115-0D7657B9B8B1}">
      <dgm:prSet/>
      <dgm:spPr/>
      <dgm:t>
        <a:bodyPr/>
        <a:lstStyle/>
        <a:p>
          <a:endParaRPr lang="en-US"/>
        </a:p>
      </dgm:t>
    </dgm:pt>
    <dgm:pt modelId="{9A06613A-F69C-4401-8343-EBCADBCD8D5E}">
      <dgm:prSet phldrT="[Text]"/>
      <dgm:spPr/>
      <dgm:t>
        <a:bodyPr/>
        <a:lstStyle/>
        <a:p>
          <a:pPr>
            <a:buNone/>
          </a:pPr>
          <a:r>
            <a:rPr lang="en-US" dirty="0"/>
            <a:t>Jonathan Kiew</a:t>
          </a:r>
        </a:p>
        <a:p>
          <a:pPr>
            <a:buNone/>
          </a:pPr>
          <a:r>
            <a:rPr lang="en-US" dirty="0"/>
            <a:t>IT Innovation</a:t>
          </a:r>
        </a:p>
        <a:p>
          <a:pPr>
            <a:buNone/>
          </a:pPr>
          <a:r>
            <a:rPr lang="en-US" dirty="0"/>
            <a:t>AI Python Developer</a:t>
          </a:r>
        </a:p>
      </dgm:t>
    </dgm:pt>
    <dgm:pt modelId="{B4A189E6-2DD8-4219-94BB-4D78EC306724}" type="parTrans" cxnId="{D01341DF-7ADA-454F-879E-0FE0B0D478CF}">
      <dgm:prSet/>
      <dgm:spPr/>
      <dgm:t>
        <a:bodyPr/>
        <a:lstStyle/>
        <a:p>
          <a:endParaRPr lang="en-US"/>
        </a:p>
      </dgm:t>
    </dgm:pt>
    <dgm:pt modelId="{F3ABD6DF-138D-41F5-88D0-F2B657A500EE}" type="sibTrans" cxnId="{D01341DF-7ADA-454F-879E-0FE0B0D478CF}">
      <dgm:prSet/>
      <dgm:spPr/>
      <dgm:t>
        <a:bodyPr/>
        <a:lstStyle/>
        <a:p>
          <a:endParaRPr lang="en-US"/>
        </a:p>
      </dgm:t>
    </dgm:pt>
    <dgm:pt modelId="{7052BE5F-61EF-4924-B2CE-035269AEAA77}">
      <dgm:prSet phldrT="[Text]" phldr="0"/>
      <dgm:spPr/>
      <dgm:t>
        <a:bodyPr/>
        <a:lstStyle/>
        <a:p>
          <a:r>
            <a:rPr lang="en-MY" dirty="0"/>
            <a:t>Amos </a:t>
          </a:r>
          <a:r>
            <a:rPr lang="en-MY" dirty="0" err="1"/>
            <a:t>Tertese</a:t>
          </a:r>
          <a:endParaRPr lang="en-MY" dirty="0"/>
        </a:p>
        <a:p>
          <a:r>
            <a:rPr lang="en-US" dirty="0"/>
            <a:t>Market Solutions</a:t>
          </a:r>
        </a:p>
        <a:p>
          <a:r>
            <a:rPr lang="en-US" dirty="0"/>
            <a:t>Java Developer</a:t>
          </a:r>
        </a:p>
      </dgm:t>
    </dgm:pt>
    <dgm:pt modelId="{EB60B7E2-95A4-4074-9040-A66ED71CD34A}" type="parTrans" cxnId="{3CE4D5FD-F04B-4E72-A5F3-652D592026A0}">
      <dgm:prSet/>
      <dgm:spPr/>
      <dgm:t>
        <a:bodyPr/>
        <a:lstStyle/>
        <a:p>
          <a:endParaRPr lang="en-US"/>
        </a:p>
      </dgm:t>
    </dgm:pt>
    <dgm:pt modelId="{6A36F475-0008-410B-BC90-AF31A7779DEE}" type="sibTrans" cxnId="{3CE4D5FD-F04B-4E72-A5F3-652D592026A0}">
      <dgm:prSet/>
      <dgm:spPr/>
      <dgm:t>
        <a:bodyPr/>
        <a:lstStyle/>
        <a:p>
          <a:endParaRPr lang="en-US"/>
        </a:p>
      </dgm:t>
    </dgm:pt>
    <dgm:pt modelId="{143BEA55-7735-411B-A075-F42ECBAADD8C}" type="pres">
      <dgm:prSet presAssocID="{EEC2390A-7307-44C8-B9D6-4CA00DEB3AB8}" presName="linearFlow" presStyleCnt="0">
        <dgm:presLayoutVars>
          <dgm:dir/>
          <dgm:resizeHandles val="exact"/>
        </dgm:presLayoutVars>
      </dgm:prSet>
      <dgm:spPr/>
    </dgm:pt>
    <dgm:pt modelId="{ACC80761-E746-412E-9758-1FD359705908}" type="pres">
      <dgm:prSet presAssocID="{A273B852-7466-4D03-ADBD-51CA1A117DBB}" presName="composite" presStyleCnt="0"/>
      <dgm:spPr/>
    </dgm:pt>
    <dgm:pt modelId="{26BA245F-56A4-45ED-A78A-E102E87C6BAB}" type="pres">
      <dgm:prSet presAssocID="{A273B852-7466-4D03-ADBD-51CA1A117DBB}" presName="imgShp" presStyleLbl="fgImgPlace1" presStyleIdx="0" presStyleCnt="3"/>
      <dgm:spPr>
        <a:blipFill>
          <a:blip xmlns:r="http://schemas.openxmlformats.org/officeDocument/2006/relationships" r:embed="rId1"/>
          <a:srcRect/>
          <a:stretch>
            <a:fillRect/>
          </a:stretch>
        </a:blipFill>
      </dgm:spPr>
      <dgm:extLst>
        <a:ext uri="{E40237B7-FDA0-4F09-8148-C483321AD2D9}">
          <dgm14:cNvPr xmlns:dgm14="http://schemas.microsoft.com/office/drawing/2010/diagram" id="0" name="" descr="Cry Mr. Feels"/>
        </a:ext>
      </dgm:extLst>
    </dgm:pt>
    <dgm:pt modelId="{1A6AB42E-7350-4EA5-B7FC-E5F8E943251C}" type="pres">
      <dgm:prSet presAssocID="{A273B852-7466-4D03-ADBD-51CA1A117DBB}" presName="txShp" presStyleLbl="node1" presStyleIdx="0" presStyleCnt="3">
        <dgm:presLayoutVars>
          <dgm:bulletEnabled val="1"/>
        </dgm:presLayoutVars>
      </dgm:prSet>
      <dgm:spPr/>
    </dgm:pt>
    <dgm:pt modelId="{7F361380-169F-4C5E-BE45-72A552309D7A}" type="pres">
      <dgm:prSet presAssocID="{F1F43A6B-73B5-4783-951E-F771B708ADFF}" presName="spacing" presStyleCnt="0"/>
      <dgm:spPr/>
    </dgm:pt>
    <dgm:pt modelId="{C47F86C8-8D3F-44CF-AABD-409E4BBF7F9F}" type="pres">
      <dgm:prSet presAssocID="{9A06613A-F69C-4401-8343-EBCADBCD8D5E}" presName="composite" presStyleCnt="0"/>
      <dgm:spPr/>
    </dgm:pt>
    <dgm:pt modelId="{DDA7BD51-9460-4785-B31F-33FDDBDE5B8A}" type="pres">
      <dgm:prSet presAssocID="{9A06613A-F69C-4401-8343-EBCADBCD8D5E}" presName="imgShp" presStyleLbl="fgImgPlace1" presStyleIdx="1" presStyleCnt="3"/>
      <dgm:spPr>
        <a:blipFill>
          <a:blip xmlns:r="http://schemas.openxmlformats.org/officeDocument/2006/relationships" r:embed="rId2"/>
          <a:srcRect/>
          <a:stretch>
            <a:fillRect t="-39000" b="-39000"/>
          </a:stretch>
        </a:blipFill>
      </dgm:spPr>
    </dgm:pt>
    <dgm:pt modelId="{4EABB47F-99F6-4DF7-A827-371EDB51B3CF}" type="pres">
      <dgm:prSet presAssocID="{9A06613A-F69C-4401-8343-EBCADBCD8D5E}" presName="txShp" presStyleLbl="node1" presStyleIdx="1" presStyleCnt="3">
        <dgm:presLayoutVars>
          <dgm:bulletEnabled val="1"/>
        </dgm:presLayoutVars>
      </dgm:prSet>
      <dgm:spPr/>
    </dgm:pt>
    <dgm:pt modelId="{F103276F-B775-49EF-AE28-ECFF9B69D205}" type="pres">
      <dgm:prSet presAssocID="{F3ABD6DF-138D-41F5-88D0-F2B657A500EE}" presName="spacing" presStyleCnt="0"/>
      <dgm:spPr/>
    </dgm:pt>
    <dgm:pt modelId="{E40CB02C-DB9D-455A-8FE1-C73FF8C1DC99}" type="pres">
      <dgm:prSet presAssocID="{7052BE5F-61EF-4924-B2CE-035269AEAA77}" presName="composite" presStyleCnt="0"/>
      <dgm:spPr/>
    </dgm:pt>
    <dgm:pt modelId="{06A01AE9-5874-4C65-BE5E-2BB2DFA312EC}" type="pres">
      <dgm:prSet presAssocID="{7052BE5F-61EF-4924-B2CE-035269AEAA77}" presName="imgShp" presStyleLbl="fgImgPlace1" presStyleIdx="2" presStyleCnt="3"/>
      <dgm:spPr>
        <a:blipFill>
          <a:blip xmlns:r="http://schemas.openxmlformats.org/officeDocument/2006/relationships" r:embed="rId3"/>
          <a:srcRect/>
          <a:stretch>
            <a:fillRect/>
          </a:stretch>
        </a:blipFill>
      </dgm:spPr>
      <dgm:extLst>
        <a:ext uri="{E40237B7-FDA0-4F09-8148-C483321AD2D9}">
          <dgm14:cNvPr xmlns:dgm14="http://schemas.microsoft.com/office/drawing/2010/diagram" id="0" name="" descr="Gloomy Meow"/>
        </a:ext>
      </dgm:extLst>
    </dgm:pt>
    <dgm:pt modelId="{5BF64F50-C325-478B-9DDC-A40D23DA0C2A}" type="pres">
      <dgm:prSet presAssocID="{7052BE5F-61EF-4924-B2CE-035269AEAA77}" presName="txShp" presStyleLbl="node1" presStyleIdx="2" presStyleCnt="3">
        <dgm:presLayoutVars>
          <dgm:bulletEnabled val="1"/>
        </dgm:presLayoutVars>
      </dgm:prSet>
      <dgm:spPr/>
    </dgm:pt>
  </dgm:ptLst>
  <dgm:cxnLst>
    <dgm:cxn modelId="{F5AF6A25-DCC4-4AB6-B97B-39A2CFBE26FA}" type="presOf" srcId="{A273B852-7466-4D03-ADBD-51CA1A117DBB}" destId="{1A6AB42E-7350-4EA5-B7FC-E5F8E943251C}" srcOrd="0" destOrd="0" presId="urn:microsoft.com/office/officeart/2005/8/layout/vList3"/>
    <dgm:cxn modelId="{A11EF25D-4090-4734-8B5A-AAC907BFA975}" type="presOf" srcId="{9A06613A-F69C-4401-8343-EBCADBCD8D5E}" destId="{4EABB47F-99F6-4DF7-A827-371EDB51B3CF}" srcOrd="0" destOrd="0" presId="urn:microsoft.com/office/officeart/2005/8/layout/vList3"/>
    <dgm:cxn modelId="{ADECD88D-39E2-402C-A301-B29742A4A7F1}" type="presOf" srcId="{7052BE5F-61EF-4924-B2CE-035269AEAA77}" destId="{5BF64F50-C325-478B-9DDC-A40D23DA0C2A}" srcOrd="0" destOrd="0" presId="urn:microsoft.com/office/officeart/2005/8/layout/vList3"/>
    <dgm:cxn modelId="{678EBA9C-09D5-473A-B115-0D7657B9B8B1}" srcId="{EEC2390A-7307-44C8-B9D6-4CA00DEB3AB8}" destId="{A273B852-7466-4D03-ADBD-51CA1A117DBB}" srcOrd="0" destOrd="0" parTransId="{3FD1BD9C-FD1C-4CA6-AF6D-AAB4084AF396}" sibTransId="{F1F43A6B-73B5-4783-951E-F771B708ADFF}"/>
    <dgm:cxn modelId="{49A97ED8-F501-42D9-A709-4EB86F008A13}" type="presOf" srcId="{EEC2390A-7307-44C8-B9D6-4CA00DEB3AB8}" destId="{143BEA55-7735-411B-A075-F42ECBAADD8C}" srcOrd="0" destOrd="0" presId="urn:microsoft.com/office/officeart/2005/8/layout/vList3"/>
    <dgm:cxn modelId="{D01341DF-7ADA-454F-879E-0FE0B0D478CF}" srcId="{EEC2390A-7307-44C8-B9D6-4CA00DEB3AB8}" destId="{9A06613A-F69C-4401-8343-EBCADBCD8D5E}" srcOrd="1" destOrd="0" parTransId="{B4A189E6-2DD8-4219-94BB-4D78EC306724}" sibTransId="{F3ABD6DF-138D-41F5-88D0-F2B657A500EE}"/>
    <dgm:cxn modelId="{3CE4D5FD-F04B-4E72-A5F3-652D592026A0}" srcId="{EEC2390A-7307-44C8-B9D6-4CA00DEB3AB8}" destId="{7052BE5F-61EF-4924-B2CE-035269AEAA77}" srcOrd="2" destOrd="0" parTransId="{EB60B7E2-95A4-4074-9040-A66ED71CD34A}" sibTransId="{6A36F475-0008-410B-BC90-AF31A7779DEE}"/>
    <dgm:cxn modelId="{11606E6A-A0F6-4539-9188-CBA26A823FA3}" type="presParOf" srcId="{143BEA55-7735-411B-A075-F42ECBAADD8C}" destId="{ACC80761-E746-412E-9758-1FD359705908}" srcOrd="0" destOrd="0" presId="urn:microsoft.com/office/officeart/2005/8/layout/vList3"/>
    <dgm:cxn modelId="{F09073F2-A6E3-47B1-A168-9BA492EF71DB}" type="presParOf" srcId="{ACC80761-E746-412E-9758-1FD359705908}" destId="{26BA245F-56A4-45ED-A78A-E102E87C6BAB}" srcOrd="0" destOrd="0" presId="urn:microsoft.com/office/officeart/2005/8/layout/vList3"/>
    <dgm:cxn modelId="{1499A4DE-53ED-4857-8D24-1EB7442D6DA1}" type="presParOf" srcId="{ACC80761-E746-412E-9758-1FD359705908}" destId="{1A6AB42E-7350-4EA5-B7FC-E5F8E943251C}" srcOrd="1" destOrd="0" presId="urn:microsoft.com/office/officeart/2005/8/layout/vList3"/>
    <dgm:cxn modelId="{A4B2DA27-EB54-4AD2-9F08-EBCADD933B2C}" type="presParOf" srcId="{143BEA55-7735-411B-A075-F42ECBAADD8C}" destId="{7F361380-169F-4C5E-BE45-72A552309D7A}" srcOrd="1" destOrd="0" presId="urn:microsoft.com/office/officeart/2005/8/layout/vList3"/>
    <dgm:cxn modelId="{8D0CB350-9C6A-4EFD-9D0B-47613D673229}" type="presParOf" srcId="{143BEA55-7735-411B-A075-F42ECBAADD8C}" destId="{C47F86C8-8D3F-44CF-AABD-409E4BBF7F9F}" srcOrd="2" destOrd="0" presId="urn:microsoft.com/office/officeart/2005/8/layout/vList3"/>
    <dgm:cxn modelId="{2AEB786D-3ACF-4282-BE08-DADC5934F33E}" type="presParOf" srcId="{C47F86C8-8D3F-44CF-AABD-409E4BBF7F9F}" destId="{DDA7BD51-9460-4785-B31F-33FDDBDE5B8A}" srcOrd="0" destOrd="0" presId="urn:microsoft.com/office/officeart/2005/8/layout/vList3"/>
    <dgm:cxn modelId="{2B795971-57B6-420A-8CA0-C913EF589FF9}" type="presParOf" srcId="{C47F86C8-8D3F-44CF-AABD-409E4BBF7F9F}" destId="{4EABB47F-99F6-4DF7-A827-371EDB51B3CF}" srcOrd="1" destOrd="0" presId="urn:microsoft.com/office/officeart/2005/8/layout/vList3"/>
    <dgm:cxn modelId="{1E5D26E7-ED03-499B-822F-32A0F715FBA4}" type="presParOf" srcId="{143BEA55-7735-411B-A075-F42ECBAADD8C}" destId="{F103276F-B775-49EF-AE28-ECFF9B69D205}" srcOrd="3" destOrd="0" presId="urn:microsoft.com/office/officeart/2005/8/layout/vList3"/>
    <dgm:cxn modelId="{A9A2A4EE-8816-48C8-B54D-3DBB5F977382}" type="presParOf" srcId="{143BEA55-7735-411B-A075-F42ECBAADD8C}" destId="{E40CB02C-DB9D-455A-8FE1-C73FF8C1DC99}" srcOrd="4" destOrd="0" presId="urn:microsoft.com/office/officeart/2005/8/layout/vList3"/>
    <dgm:cxn modelId="{C2B090C4-22C0-47C5-86DA-AE0A8E8FBF7E}" type="presParOf" srcId="{E40CB02C-DB9D-455A-8FE1-C73FF8C1DC99}" destId="{06A01AE9-5874-4C65-BE5E-2BB2DFA312EC}" srcOrd="0" destOrd="0" presId="urn:microsoft.com/office/officeart/2005/8/layout/vList3"/>
    <dgm:cxn modelId="{C365C532-935B-49DB-824F-ED2B88D4B171}" type="presParOf" srcId="{E40CB02C-DB9D-455A-8FE1-C73FF8C1DC99}" destId="{5BF64F50-C325-478B-9DDC-A40D23DA0C2A}" srcOrd="1" destOrd="0" presId="urn:microsoft.com/office/officeart/2005/8/layout/vLis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6AB42E-7350-4EA5-B7FC-E5F8E943251C}">
      <dsp:nvSpPr>
        <dsp:cNvPr id="0" name=""/>
        <dsp:cNvSpPr/>
      </dsp:nvSpPr>
      <dsp:spPr>
        <a:xfrm rot="10800000">
          <a:off x="1737697" y="2526"/>
          <a:ext cx="5405120" cy="1505029"/>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63676" tIns="99060" rIns="184912" bIns="99060" numCol="1" spcCol="1270" anchor="ctr" anchorCtr="0">
          <a:noAutofit/>
        </a:bodyPr>
        <a:lstStyle/>
        <a:p>
          <a:pPr marL="0" lvl="0" indent="0" algn="ctr" defTabSz="1155700">
            <a:lnSpc>
              <a:spcPct val="90000"/>
            </a:lnSpc>
            <a:spcBef>
              <a:spcPct val="0"/>
            </a:spcBef>
            <a:spcAft>
              <a:spcPct val="35000"/>
            </a:spcAft>
            <a:buNone/>
          </a:pPr>
          <a:r>
            <a:rPr lang="en-MY" sz="2600" kern="1200" dirty="0"/>
            <a:t>Bhavani </a:t>
          </a:r>
          <a:r>
            <a:rPr lang="en-US" sz="2600" b="0" i="0" kern="1200" dirty="0"/>
            <a:t>Seetharaman</a:t>
          </a:r>
        </a:p>
        <a:p>
          <a:pPr marL="0" lvl="0" indent="0" algn="ctr" defTabSz="1155700">
            <a:lnSpc>
              <a:spcPct val="90000"/>
            </a:lnSpc>
            <a:spcBef>
              <a:spcPct val="0"/>
            </a:spcBef>
            <a:spcAft>
              <a:spcPct val="35000"/>
            </a:spcAft>
            <a:buNone/>
          </a:pPr>
          <a:r>
            <a:rPr lang="en-US" sz="2600" b="0" i="0" kern="1200" dirty="0"/>
            <a:t>Quality of Service (QoS)</a:t>
          </a:r>
        </a:p>
        <a:p>
          <a:pPr marL="0" lvl="0" indent="0" algn="ctr" defTabSz="1155700">
            <a:lnSpc>
              <a:spcPct val="90000"/>
            </a:lnSpc>
            <a:spcBef>
              <a:spcPct val="0"/>
            </a:spcBef>
            <a:spcAft>
              <a:spcPct val="35000"/>
            </a:spcAft>
            <a:buNone/>
          </a:pPr>
          <a:r>
            <a:rPr lang="en-US" sz="2600" b="0" i="0" kern="1200" dirty="0"/>
            <a:t>Production Support </a:t>
          </a:r>
          <a:endParaRPr lang="en-US" sz="2600" kern="1200" dirty="0"/>
        </a:p>
      </dsp:txBody>
      <dsp:txXfrm rot="10800000">
        <a:off x="2113954" y="2526"/>
        <a:ext cx="5028863" cy="1505029"/>
      </dsp:txXfrm>
    </dsp:sp>
    <dsp:sp modelId="{26BA245F-56A4-45ED-A78A-E102E87C6BAB}">
      <dsp:nvSpPr>
        <dsp:cNvPr id="0" name=""/>
        <dsp:cNvSpPr/>
      </dsp:nvSpPr>
      <dsp:spPr>
        <a:xfrm>
          <a:off x="985182" y="2526"/>
          <a:ext cx="1505029" cy="1505029"/>
        </a:xfrm>
        <a:prstGeom prst="ellipse">
          <a:avLst/>
        </a:prstGeom>
        <a:blipFill>
          <a:blip xmlns:r="http://schemas.openxmlformats.org/officeDocument/2006/relationships" r:embed="rId1"/>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EABB47F-99F6-4DF7-A827-371EDB51B3CF}">
      <dsp:nvSpPr>
        <dsp:cNvPr id="0" name=""/>
        <dsp:cNvSpPr/>
      </dsp:nvSpPr>
      <dsp:spPr>
        <a:xfrm rot="10800000">
          <a:off x="1737697" y="1956818"/>
          <a:ext cx="5405120" cy="1505029"/>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63676" tIns="99060" rIns="184912" bIns="99060" numCol="1" spcCol="1270" anchor="ctr" anchorCtr="0">
          <a:noAutofit/>
        </a:bodyPr>
        <a:lstStyle/>
        <a:p>
          <a:pPr marL="0" lvl="0" indent="0" algn="ctr" defTabSz="1155700">
            <a:lnSpc>
              <a:spcPct val="90000"/>
            </a:lnSpc>
            <a:spcBef>
              <a:spcPct val="0"/>
            </a:spcBef>
            <a:spcAft>
              <a:spcPct val="35000"/>
            </a:spcAft>
            <a:buNone/>
          </a:pPr>
          <a:r>
            <a:rPr lang="en-US" sz="2600" kern="1200" dirty="0"/>
            <a:t>Jonathan Kiew</a:t>
          </a:r>
        </a:p>
        <a:p>
          <a:pPr marL="0" lvl="0" indent="0" algn="ctr" defTabSz="1155700">
            <a:lnSpc>
              <a:spcPct val="90000"/>
            </a:lnSpc>
            <a:spcBef>
              <a:spcPct val="0"/>
            </a:spcBef>
            <a:spcAft>
              <a:spcPct val="35000"/>
            </a:spcAft>
            <a:buNone/>
          </a:pPr>
          <a:r>
            <a:rPr lang="en-US" sz="2600" kern="1200" dirty="0"/>
            <a:t>IT Innovation</a:t>
          </a:r>
        </a:p>
        <a:p>
          <a:pPr marL="0" lvl="0" indent="0" algn="ctr" defTabSz="1155700">
            <a:lnSpc>
              <a:spcPct val="90000"/>
            </a:lnSpc>
            <a:spcBef>
              <a:spcPct val="0"/>
            </a:spcBef>
            <a:spcAft>
              <a:spcPct val="35000"/>
            </a:spcAft>
            <a:buNone/>
          </a:pPr>
          <a:r>
            <a:rPr lang="en-US" sz="2600" kern="1200" dirty="0"/>
            <a:t>AI Python Developer</a:t>
          </a:r>
        </a:p>
      </dsp:txBody>
      <dsp:txXfrm rot="10800000">
        <a:off x="2113954" y="1956818"/>
        <a:ext cx="5028863" cy="1505029"/>
      </dsp:txXfrm>
    </dsp:sp>
    <dsp:sp modelId="{DDA7BD51-9460-4785-B31F-33FDDBDE5B8A}">
      <dsp:nvSpPr>
        <dsp:cNvPr id="0" name=""/>
        <dsp:cNvSpPr/>
      </dsp:nvSpPr>
      <dsp:spPr>
        <a:xfrm>
          <a:off x="985182" y="1956818"/>
          <a:ext cx="1505029" cy="1505029"/>
        </a:xfrm>
        <a:prstGeom prst="ellipse">
          <a:avLst/>
        </a:prstGeom>
        <a:blipFill>
          <a:blip xmlns:r="http://schemas.openxmlformats.org/officeDocument/2006/relationships" r:embed="rId2"/>
          <a:srcRect/>
          <a:stretch>
            <a:fillRect t="-39000" b="-39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BF64F50-C325-478B-9DDC-A40D23DA0C2A}">
      <dsp:nvSpPr>
        <dsp:cNvPr id="0" name=""/>
        <dsp:cNvSpPr/>
      </dsp:nvSpPr>
      <dsp:spPr>
        <a:xfrm rot="10800000">
          <a:off x="1737697" y="3911110"/>
          <a:ext cx="5405120" cy="1505029"/>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63676" tIns="99060" rIns="184912" bIns="99060" numCol="1" spcCol="1270" anchor="ctr" anchorCtr="0">
          <a:noAutofit/>
        </a:bodyPr>
        <a:lstStyle/>
        <a:p>
          <a:pPr marL="0" lvl="0" indent="0" algn="ctr" defTabSz="1155700">
            <a:lnSpc>
              <a:spcPct val="90000"/>
            </a:lnSpc>
            <a:spcBef>
              <a:spcPct val="0"/>
            </a:spcBef>
            <a:spcAft>
              <a:spcPct val="35000"/>
            </a:spcAft>
            <a:buNone/>
          </a:pPr>
          <a:r>
            <a:rPr lang="en-MY" sz="2600" kern="1200" dirty="0"/>
            <a:t>Amos </a:t>
          </a:r>
          <a:r>
            <a:rPr lang="en-MY" sz="2600" kern="1200" dirty="0" err="1"/>
            <a:t>Tertese</a:t>
          </a:r>
          <a:endParaRPr lang="en-MY" sz="2600" kern="1200" dirty="0"/>
        </a:p>
        <a:p>
          <a:pPr marL="0" lvl="0" indent="0" algn="ctr" defTabSz="1155700">
            <a:lnSpc>
              <a:spcPct val="90000"/>
            </a:lnSpc>
            <a:spcBef>
              <a:spcPct val="0"/>
            </a:spcBef>
            <a:spcAft>
              <a:spcPct val="35000"/>
            </a:spcAft>
            <a:buNone/>
          </a:pPr>
          <a:r>
            <a:rPr lang="en-US" sz="2600" kern="1200" dirty="0"/>
            <a:t>Market Solutions</a:t>
          </a:r>
        </a:p>
        <a:p>
          <a:pPr marL="0" lvl="0" indent="0" algn="ctr" defTabSz="1155700">
            <a:lnSpc>
              <a:spcPct val="90000"/>
            </a:lnSpc>
            <a:spcBef>
              <a:spcPct val="0"/>
            </a:spcBef>
            <a:spcAft>
              <a:spcPct val="35000"/>
            </a:spcAft>
            <a:buNone/>
          </a:pPr>
          <a:r>
            <a:rPr lang="en-US" sz="2600" kern="1200" dirty="0"/>
            <a:t>Java Developer</a:t>
          </a:r>
        </a:p>
      </dsp:txBody>
      <dsp:txXfrm rot="10800000">
        <a:off x="2113954" y="3911110"/>
        <a:ext cx="5028863" cy="1505029"/>
      </dsp:txXfrm>
    </dsp:sp>
    <dsp:sp modelId="{06A01AE9-5874-4C65-BE5E-2BB2DFA312EC}">
      <dsp:nvSpPr>
        <dsp:cNvPr id="0" name=""/>
        <dsp:cNvSpPr/>
      </dsp:nvSpPr>
      <dsp:spPr>
        <a:xfrm>
          <a:off x="985182" y="3911110"/>
          <a:ext cx="1505029" cy="1505029"/>
        </a:xfrm>
        <a:prstGeom prst="ellipse">
          <a:avLst/>
        </a:prstGeom>
        <a:blipFill>
          <a:blip xmlns:r="http://schemas.openxmlformats.org/officeDocument/2006/relationships" r:embed="rId3"/>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B66FB534-1105-899C-9902-15D84D763FD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a:extLst>
              <a:ext uri="{FF2B5EF4-FFF2-40B4-BE49-F238E27FC236}">
                <a16:creationId xmlns:a16="http://schemas.microsoft.com/office/drawing/2014/main" id="{8293B08F-CA9E-65A5-D760-CACC012DEF9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9AEEF54-0A23-5C44-A25C-49DC91F6C216}" type="datetimeFigureOut">
              <a:rPr lang="fr-FR" smtClean="0"/>
              <a:t>22/10/2026</a:t>
            </a:fld>
            <a:endParaRPr lang="fr-FR"/>
          </a:p>
        </p:txBody>
      </p:sp>
      <p:sp>
        <p:nvSpPr>
          <p:cNvPr id="4" name="Espace réservé du pied de page 3">
            <a:extLst>
              <a:ext uri="{FF2B5EF4-FFF2-40B4-BE49-F238E27FC236}">
                <a16:creationId xmlns:a16="http://schemas.microsoft.com/office/drawing/2014/main" id="{E1BC5CDE-58E5-9568-583F-F009BA3A666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a:extLst>
              <a:ext uri="{FF2B5EF4-FFF2-40B4-BE49-F238E27FC236}">
                <a16:creationId xmlns:a16="http://schemas.microsoft.com/office/drawing/2014/main" id="{FD1C5BEC-6E7E-3B8D-C539-1F5B811DC1D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E592659-2DD6-F649-BB07-0D9B86BAD884}" type="slidenum">
              <a:rPr lang="fr-FR" smtClean="0"/>
              <a:t>‹#›</a:t>
            </a:fld>
            <a:endParaRPr lang="fr-FR"/>
          </a:p>
        </p:txBody>
      </p:sp>
    </p:spTree>
    <p:extLst>
      <p:ext uri="{BB962C8B-B14F-4D97-AF65-F5344CB8AC3E}">
        <p14:creationId xmlns:p14="http://schemas.microsoft.com/office/powerpoint/2010/main" val="82217938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F523AA2-4604-4362-B782-19A5E2AB02D4}" type="datetimeFigureOut">
              <a:rPr lang="fr-FR" smtClean="0"/>
              <a:t>22/10/2026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C57D614-D50A-4E26-ACB4-10F9565393F9}" type="slidenum">
              <a:rPr lang="fr-FR" smtClean="0"/>
              <a:t>‹#›</a:t>
            </a:fld>
            <a:endParaRPr lang="fr-FR"/>
          </a:p>
        </p:txBody>
      </p:sp>
    </p:spTree>
    <p:extLst>
      <p:ext uri="{BB962C8B-B14F-4D97-AF65-F5344CB8AC3E}">
        <p14:creationId xmlns:p14="http://schemas.microsoft.com/office/powerpoint/2010/main" val="33803021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857B3A-47D6-6225-A77A-8908B698E5F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9A3FEBB-0081-6265-4B81-66415B33D9C4}"/>
              </a:ext>
            </a:extLst>
          </p:cNvPr>
          <p:cNvSpPr>
            <a:spLocks noGrp="1" noRot="1" noChangeAspect="1"/>
          </p:cNvSpPr>
          <p:nvPr>
            <p:ph type="sldImg"/>
          </p:nvPr>
        </p:nvSpPr>
        <p:spPr/>
        <p:txBody>
          <a:bodyPr/>
          <a:lstStyle/>
          <a:p>
            <a:endParaRPr lang="en-GB"/>
          </a:p>
        </p:txBody>
      </p:sp>
      <p:sp>
        <p:nvSpPr>
          <p:cNvPr id="3" name="Espace réservé des notes 2">
            <a:extLst>
              <a:ext uri="{FF2B5EF4-FFF2-40B4-BE49-F238E27FC236}">
                <a16:creationId xmlns:a16="http://schemas.microsoft.com/office/drawing/2014/main" id="{878107F7-6021-43D4-4CDC-FAF8B034D86C}"/>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CE3B1305-D61F-E7AF-DCAB-183925D6279A}"/>
              </a:ext>
            </a:extLst>
          </p:cNvPr>
          <p:cNvSpPr>
            <a:spLocks noGrp="1"/>
          </p:cNvSpPr>
          <p:nvPr>
            <p:ph type="sldNum" sz="quarter" idx="5"/>
          </p:nvPr>
        </p:nvSpPr>
        <p:spPr/>
        <p:txBody>
          <a:bodyPr/>
          <a:lstStyle/>
          <a:p>
            <a:fld id="{AC57D614-D50A-4E26-ACB4-10F9565393F9}" type="slidenum">
              <a:rPr lang="fr-FR" smtClean="0"/>
              <a:t>3</a:t>
            </a:fld>
            <a:endParaRPr lang="fr-FR"/>
          </a:p>
        </p:txBody>
      </p:sp>
    </p:spTree>
    <p:extLst>
      <p:ext uri="{BB962C8B-B14F-4D97-AF65-F5344CB8AC3E}">
        <p14:creationId xmlns:p14="http://schemas.microsoft.com/office/powerpoint/2010/main" val="14910666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898694-B2E4-0B84-97B0-451B6B52CD4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356EBF2-C4DF-417C-04AB-C1E986F4F776}"/>
              </a:ext>
            </a:extLst>
          </p:cNvPr>
          <p:cNvSpPr>
            <a:spLocks noGrp="1" noRot="1" noChangeAspect="1"/>
          </p:cNvSpPr>
          <p:nvPr>
            <p:ph type="sldImg"/>
          </p:nvPr>
        </p:nvSpPr>
        <p:spPr/>
        <p:txBody>
          <a:bodyPr/>
          <a:lstStyle/>
          <a:p>
            <a:endParaRPr lang="en-GB"/>
          </a:p>
        </p:txBody>
      </p:sp>
      <p:sp>
        <p:nvSpPr>
          <p:cNvPr id="3" name="Espace réservé des notes 2">
            <a:extLst>
              <a:ext uri="{FF2B5EF4-FFF2-40B4-BE49-F238E27FC236}">
                <a16:creationId xmlns:a16="http://schemas.microsoft.com/office/drawing/2014/main" id="{5916FD39-A587-4DC6-3E63-A392223023BB}"/>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B609940B-05B2-92FE-05A2-1A49C29BC107}"/>
              </a:ext>
            </a:extLst>
          </p:cNvPr>
          <p:cNvSpPr>
            <a:spLocks noGrp="1"/>
          </p:cNvSpPr>
          <p:nvPr>
            <p:ph type="sldNum" sz="quarter" idx="5"/>
          </p:nvPr>
        </p:nvSpPr>
        <p:spPr/>
        <p:txBody>
          <a:bodyPr/>
          <a:lstStyle/>
          <a:p>
            <a:fld id="{AC57D614-D50A-4E26-ACB4-10F9565393F9}" type="slidenum">
              <a:rPr lang="fr-FR" smtClean="0"/>
              <a:t>5</a:t>
            </a:fld>
            <a:endParaRPr lang="fr-FR"/>
          </a:p>
        </p:txBody>
      </p:sp>
    </p:spTree>
    <p:extLst>
      <p:ext uri="{BB962C8B-B14F-4D97-AF65-F5344CB8AC3E}">
        <p14:creationId xmlns:p14="http://schemas.microsoft.com/office/powerpoint/2010/main" val="16775647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F79E57-05F3-BAE4-91EE-A741851421D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6B0AEDC-8A73-7714-356C-C766AD256A02}"/>
              </a:ext>
            </a:extLst>
          </p:cNvPr>
          <p:cNvSpPr>
            <a:spLocks noGrp="1" noRot="1" noChangeAspect="1"/>
          </p:cNvSpPr>
          <p:nvPr>
            <p:ph type="sldImg"/>
          </p:nvPr>
        </p:nvSpPr>
        <p:spPr/>
        <p:txBody>
          <a:bodyPr/>
          <a:lstStyle/>
          <a:p>
            <a:endParaRPr lang="en-GB"/>
          </a:p>
        </p:txBody>
      </p:sp>
      <p:sp>
        <p:nvSpPr>
          <p:cNvPr id="3" name="Espace réservé des notes 2">
            <a:extLst>
              <a:ext uri="{FF2B5EF4-FFF2-40B4-BE49-F238E27FC236}">
                <a16:creationId xmlns:a16="http://schemas.microsoft.com/office/drawing/2014/main" id="{732C4288-08E6-651E-4E99-0DEC95FDBD07}"/>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B8045D86-AF6C-E5F8-4B1D-4CD56099D352}"/>
              </a:ext>
            </a:extLst>
          </p:cNvPr>
          <p:cNvSpPr>
            <a:spLocks noGrp="1"/>
          </p:cNvSpPr>
          <p:nvPr>
            <p:ph type="sldNum" sz="quarter" idx="5"/>
          </p:nvPr>
        </p:nvSpPr>
        <p:spPr/>
        <p:txBody>
          <a:bodyPr/>
          <a:lstStyle/>
          <a:p>
            <a:fld id="{AC57D614-D50A-4E26-ACB4-10F9565393F9}" type="slidenum">
              <a:rPr lang="fr-FR" smtClean="0"/>
              <a:t>7</a:t>
            </a:fld>
            <a:endParaRPr lang="fr-FR"/>
          </a:p>
        </p:txBody>
      </p:sp>
    </p:spTree>
    <p:extLst>
      <p:ext uri="{BB962C8B-B14F-4D97-AF65-F5344CB8AC3E}">
        <p14:creationId xmlns:p14="http://schemas.microsoft.com/office/powerpoint/2010/main" val="3753612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DFCBD6-4DFB-4DDC-29B2-2FC99342139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0F0C036-410C-07A7-8D69-B8EFE6C826A9}"/>
              </a:ext>
            </a:extLst>
          </p:cNvPr>
          <p:cNvSpPr>
            <a:spLocks noGrp="1" noRot="1" noChangeAspect="1"/>
          </p:cNvSpPr>
          <p:nvPr>
            <p:ph type="sldImg"/>
          </p:nvPr>
        </p:nvSpPr>
        <p:spPr/>
        <p:txBody>
          <a:bodyPr/>
          <a:lstStyle/>
          <a:p>
            <a:endParaRPr lang="en-GB"/>
          </a:p>
        </p:txBody>
      </p:sp>
      <p:sp>
        <p:nvSpPr>
          <p:cNvPr id="3" name="Espace réservé des notes 2">
            <a:extLst>
              <a:ext uri="{FF2B5EF4-FFF2-40B4-BE49-F238E27FC236}">
                <a16:creationId xmlns:a16="http://schemas.microsoft.com/office/drawing/2014/main" id="{863223A0-09F9-B295-A8A8-7592E1C344DA}"/>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B3FB5C95-7326-F93E-3EFF-351C4F584DA8}"/>
              </a:ext>
            </a:extLst>
          </p:cNvPr>
          <p:cNvSpPr>
            <a:spLocks noGrp="1"/>
          </p:cNvSpPr>
          <p:nvPr>
            <p:ph type="sldNum" sz="quarter" idx="5"/>
          </p:nvPr>
        </p:nvSpPr>
        <p:spPr/>
        <p:txBody>
          <a:bodyPr/>
          <a:lstStyle/>
          <a:p>
            <a:fld id="{AC57D614-D50A-4E26-ACB4-10F9565393F9}" type="slidenum">
              <a:rPr lang="fr-FR" smtClean="0"/>
              <a:t>9</a:t>
            </a:fld>
            <a:endParaRPr lang="fr-FR"/>
          </a:p>
        </p:txBody>
      </p:sp>
    </p:spTree>
    <p:extLst>
      <p:ext uri="{BB962C8B-B14F-4D97-AF65-F5344CB8AC3E}">
        <p14:creationId xmlns:p14="http://schemas.microsoft.com/office/powerpoint/2010/main" val="27839935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C57D614-D50A-4E26-ACB4-10F9565393F9}" type="slidenum">
              <a:rPr lang="fr-FR" smtClean="0"/>
              <a:t>10</a:t>
            </a:fld>
            <a:endParaRPr lang="fr-FR"/>
          </a:p>
        </p:txBody>
      </p:sp>
    </p:spTree>
    <p:extLst>
      <p:ext uri="{BB962C8B-B14F-4D97-AF65-F5344CB8AC3E}">
        <p14:creationId xmlns:p14="http://schemas.microsoft.com/office/powerpoint/2010/main" val="11585434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63E7DC-65D8-6AB1-9157-B16344D56D5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EB36447-E896-CE65-DB72-3BD8605E353A}"/>
              </a:ext>
            </a:extLst>
          </p:cNvPr>
          <p:cNvSpPr>
            <a:spLocks noGrp="1" noRot="1" noChangeAspect="1"/>
          </p:cNvSpPr>
          <p:nvPr>
            <p:ph type="sldImg"/>
          </p:nvPr>
        </p:nvSpPr>
        <p:spPr/>
        <p:txBody>
          <a:bodyPr/>
          <a:lstStyle/>
          <a:p>
            <a:endParaRPr lang="en-GB"/>
          </a:p>
        </p:txBody>
      </p:sp>
      <p:sp>
        <p:nvSpPr>
          <p:cNvPr id="3" name="Espace réservé des notes 2">
            <a:extLst>
              <a:ext uri="{FF2B5EF4-FFF2-40B4-BE49-F238E27FC236}">
                <a16:creationId xmlns:a16="http://schemas.microsoft.com/office/drawing/2014/main" id="{CE5FEFC3-CFC6-3760-1A65-933760F23E3C}"/>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B4B5C6D0-CD16-5F07-66DC-E3702CEB3DEE}"/>
              </a:ext>
            </a:extLst>
          </p:cNvPr>
          <p:cNvSpPr>
            <a:spLocks noGrp="1"/>
          </p:cNvSpPr>
          <p:nvPr>
            <p:ph type="sldNum" sz="quarter" idx="5"/>
          </p:nvPr>
        </p:nvSpPr>
        <p:spPr/>
        <p:txBody>
          <a:bodyPr/>
          <a:lstStyle/>
          <a:p>
            <a:fld id="{AC57D614-D50A-4E26-ACB4-10F9565393F9}" type="slidenum">
              <a:rPr lang="fr-FR" smtClean="0"/>
              <a:t>11</a:t>
            </a:fld>
            <a:endParaRPr lang="fr-FR"/>
          </a:p>
        </p:txBody>
      </p:sp>
    </p:spTree>
    <p:extLst>
      <p:ext uri="{BB962C8B-B14F-4D97-AF65-F5344CB8AC3E}">
        <p14:creationId xmlns:p14="http://schemas.microsoft.com/office/powerpoint/2010/main" val="3235631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3E0397-2EA9-6CF5-897C-8525C94B7F4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8C35D60-97D0-82D4-956F-A987177C243C}"/>
              </a:ext>
            </a:extLst>
          </p:cNvPr>
          <p:cNvSpPr>
            <a:spLocks noGrp="1" noRot="1" noChangeAspect="1"/>
          </p:cNvSpPr>
          <p:nvPr>
            <p:ph type="sldImg"/>
          </p:nvPr>
        </p:nvSpPr>
        <p:spPr/>
        <p:txBody>
          <a:bodyPr/>
          <a:lstStyle/>
          <a:p>
            <a:endParaRPr lang="en-GB"/>
          </a:p>
        </p:txBody>
      </p:sp>
      <p:sp>
        <p:nvSpPr>
          <p:cNvPr id="3" name="Espace réservé des notes 2">
            <a:extLst>
              <a:ext uri="{FF2B5EF4-FFF2-40B4-BE49-F238E27FC236}">
                <a16:creationId xmlns:a16="http://schemas.microsoft.com/office/drawing/2014/main" id="{C60A1D15-6B7D-061A-2BC6-0FA15DAC9075}"/>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6DC100F8-6AC1-8785-0976-0D83D4997B2F}"/>
              </a:ext>
            </a:extLst>
          </p:cNvPr>
          <p:cNvSpPr>
            <a:spLocks noGrp="1"/>
          </p:cNvSpPr>
          <p:nvPr>
            <p:ph type="sldNum" sz="quarter" idx="5"/>
          </p:nvPr>
        </p:nvSpPr>
        <p:spPr/>
        <p:txBody>
          <a:bodyPr/>
          <a:lstStyle/>
          <a:p>
            <a:fld id="{AC57D614-D50A-4E26-ACB4-10F9565393F9}" type="slidenum">
              <a:rPr lang="fr-FR" smtClean="0"/>
              <a:t>19</a:t>
            </a:fld>
            <a:endParaRPr lang="fr-FR"/>
          </a:p>
        </p:txBody>
      </p:sp>
    </p:spTree>
    <p:extLst>
      <p:ext uri="{BB962C8B-B14F-4D97-AF65-F5344CB8AC3E}">
        <p14:creationId xmlns:p14="http://schemas.microsoft.com/office/powerpoint/2010/main" val="13249401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EB168-848F-46E1-BAB5-559C58A9D8F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1D3D412-1FA3-027C-8C8C-6DB983E6045F}"/>
              </a:ext>
            </a:extLst>
          </p:cNvPr>
          <p:cNvSpPr>
            <a:spLocks noGrp="1" noRot="1" noChangeAspect="1"/>
          </p:cNvSpPr>
          <p:nvPr>
            <p:ph type="sldImg"/>
          </p:nvPr>
        </p:nvSpPr>
        <p:spPr/>
        <p:txBody>
          <a:bodyPr/>
          <a:lstStyle/>
          <a:p>
            <a:endParaRPr lang="en-GB"/>
          </a:p>
        </p:txBody>
      </p:sp>
      <p:sp>
        <p:nvSpPr>
          <p:cNvPr id="3" name="Espace réservé des notes 2">
            <a:extLst>
              <a:ext uri="{FF2B5EF4-FFF2-40B4-BE49-F238E27FC236}">
                <a16:creationId xmlns:a16="http://schemas.microsoft.com/office/drawing/2014/main" id="{6DAB8714-59C9-D347-A765-22ACA835A1C1}"/>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F3E17082-6E06-2036-1E52-A8746CDA79B6}"/>
              </a:ext>
            </a:extLst>
          </p:cNvPr>
          <p:cNvSpPr>
            <a:spLocks noGrp="1"/>
          </p:cNvSpPr>
          <p:nvPr>
            <p:ph type="sldNum" sz="quarter" idx="5"/>
          </p:nvPr>
        </p:nvSpPr>
        <p:spPr/>
        <p:txBody>
          <a:bodyPr/>
          <a:lstStyle/>
          <a:p>
            <a:fld id="{AC57D614-D50A-4E26-ACB4-10F9565393F9}" type="slidenum">
              <a:rPr lang="fr-FR" smtClean="0"/>
              <a:t>22</a:t>
            </a:fld>
            <a:endParaRPr lang="fr-FR"/>
          </a:p>
        </p:txBody>
      </p:sp>
    </p:spTree>
    <p:extLst>
      <p:ext uri="{BB962C8B-B14F-4D97-AF65-F5344CB8AC3E}">
        <p14:creationId xmlns:p14="http://schemas.microsoft.com/office/powerpoint/2010/main" val="18767405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solidFill>
                  <a:srgbClr val="292A2E"/>
                </a:solidFill>
                <a:highlight>
                  <a:srgbClr val="FFFFFF"/>
                </a:highlight>
              </a:rPr>
              <a:t>Pulse Nova: </a:t>
            </a:r>
            <a:r>
              <a:rPr lang="en-US" b="1" err="1">
                <a:solidFill>
                  <a:srgbClr val="292A2E"/>
                </a:solidFill>
                <a:highlight>
                  <a:srgbClr val="FFFFFF"/>
                </a:highlight>
              </a:rPr>
              <a:t>Modernising</a:t>
            </a:r>
            <a:r>
              <a:rPr lang="en-US" b="1">
                <a:solidFill>
                  <a:srgbClr val="292A2E"/>
                </a:solidFill>
                <a:highlight>
                  <a:srgbClr val="FFFFFF"/>
                </a:highlight>
              </a:rPr>
              <a:t> investment fund operations for a faster, smarter and more connected future</a:t>
            </a:r>
            <a:endParaRPr lang="en-US"/>
          </a:p>
          <a:p>
            <a:r>
              <a:rPr lang="en-US" b="1">
                <a:solidFill>
                  <a:srgbClr val="292A2E"/>
                </a:solidFill>
                <a:highlight>
                  <a:srgbClr val="FFFFFF"/>
                </a:highlight>
              </a:rPr>
              <a:t>01. WHAT: What is Pulse Nova?</a:t>
            </a:r>
            <a:endParaRPr lang="en-US"/>
          </a:p>
          <a:p>
            <a:pPr marL="285750" indent="-285750">
              <a:buFont typeface="Arial"/>
              <a:buChar char="•"/>
            </a:pPr>
            <a:r>
              <a:rPr lang="en-US">
                <a:solidFill>
                  <a:srgbClr val="292A2E"/>
                </a:solidFill>
                <a:highlight>
                  <a:srgbClr val="FFFFFF"/>
                </a:highlight>
              </a:rPr>
              <a:t>A new platform that covers the full investment-fund trade lifecycle</a:t>
            </a:r>
            <a:endParaRPr lang="en-US"/>
          </a:p>
          <a:p>
            <a:pPr marL="285750" indent="-285750">
              <a:buFont typeface="Arial"/>
              <a:buChar char="•"/>
            </a:pPr>
            <a:r>
              <a:rPr lang="en-US">
                <a:solidFill>
                  <a:srgbClr val="292A2E"/>
                </a:solidFill>
                <a:highlight>
                  <a:srgbClr val="FFFFFF"/>
                </a:highlight>
              </a:rPr>
              <a:t>Handles buy, sell, switch and transfer orders</a:t>
            </a:r>
            <a:endParaRPr lang="en-US"/>
          </a:p>
          <a:p>
            <a:pPr marL="285750" indent="-285750">
              <a:buFont typeface="Arial"/>
              <a:buChar char="•"/>
            </a:pPr>
            <a:r>
              <a:rPr lang="en-US">
                <a:solidFill>
                  <a:srgbClr val="292A2E"/>
                </a:solidFill>
                <a:highlight>
                  <a:srgbClr val="FFFFFF"/>
                </a:highlight>
              </a:rPr>
              <a:t>Supports settlement, reporting and regulatory compliance</a:t>
            </a:r>
            <a:endParaRPr lang="en-US"/>
          </a:p>
          <a:p>
            <a:pPr marL="285750" indent="-285750">
              <a:buFont typeface="Arial"/>
              <a:buChar char="•"/>
            </a:pPr>
            <a:r>
              <a:rPr lang="en-US">
                <a:solidFill>
                  <a:srgbClr val="292A2E"/>
                </a:solidFill>
                <a:highlight>
                  <a:srgbClr val="FFFFFF"/>
                </a:highlight>
              </a:rPr>
              <a:t>Replaces the legacy SARA system for Transfer Agent operations</a:t>
            </a:r>
            <a:endParaRPr lang="en-US"/>
          </a:p>
          <a:p>
            <a:r>
              <a:rPr lang="en-US" b="1">
                <a:solidFill>
                  <a:srgbClr val="292A2E"/>
                </a:solidFill>
                <a:highlight>
                  <a:srgbClr val="FFFFFF"/>
                </a:highlight>
              </a:rPr>
              <a:t>02. WHY: Why do we need it?</a:t>
            </a:r>
            <a:endParaRPr lang="en-US"/>
          </a:p>
          <a:p>
            <a:pPr marL="285750" indent="-285750">
              <a:buFont typeface="Arial"/>
              <a:buChar char="•"/>
            </a:pPr>
            <a:r>
              <a:rPr lang="en-US">
                <a:solidFill>
                  <a:srgbClr val="292A2E"/>
                </a:solidFill>
                <a:highlight>
                  <a:srgbClr val="FFFFFF"/>
                </a:highlight>
              </a:rPr>
              <a:t>Replace the legacy system</a:t>
            </a:r>
            <a:endParaRPr lang="en-US"/>
          </a:p>
          <a:p>
            <a:pPr marL="285750" indent="-285750">
              <a:buFont typeface="Arial"/>
              <a:buChar char="•"/>
            </a:pPr>
            <a:r>
              <a:rPr lang="en-US">
                <a:solidFill>
                  <a:srgbClr val="292A2E"/>
                </a:solidFill>
                <a:highlight>
                  <a:srgbClr val="FFFFFF"/>
                </a:highlight>
              </a:rPr>
              <a:t>Automate manual processes</a:t>
            </a:r>
            <a:endParaRPr lang="en-US"/>
          </a:p>
          <a:p>
            <a:pPr marL="285750" indent="-285750">
              <a:buFont typeface="Arial"/>
              <a:buChar char="•"/>
            </a:pPr>
            <a:r>
              <a:rPr lang="en-US">
                <a:solidFill>
                  <a:srgbClr val="292A2E"/>
                </a:solidFill>
                <a:highlight>
                  <a:srgbClr val="FFFFFF"/>
                </a:highlight>
              </a:rPr>
              <a:t>Support global operations</a:t>
            </a:r>
            <a:endParaRPr lang="en-US"/>
          </a:p>
          <a:p>
            <a:pPr marL="285750" indent="-285750">
              <a:buFont typeface="Arial"/>
              <a:buChar char="•"/>
            </a:pPr>
            <a:r>
              <a:rPr lang="en-US">
                <a:solidFill>
                  <a:srgbClr val="292A2E"/>
                </a:solidFill>
                <a:highlight>
                  <a:srgbClr val="FFFFFF"/>
                </a:highlight>
              </a:rPr>
              <a:t>Enable new capabilities</a:t>
            </a:r>
            <a:endParaRPr lang="en-US"/>
          </a:p>
          <a:p>
            <a:pPr marL="285750" indent="-285750">
              <a:buFont typeface="Arial"/>
              <a:buChar char="•"/>
            </a:pPr>
            <a:r>
              <a:rPr lang="en-US" err="1">
                <a:solidFill>
                  <a:srgbClr val="292A2E"/>
                </a:solidFill>
                <a:highlight>
                  <a:srgbClr val="FFFFFF"/>
                </a:highlight>
              </a:rPr>
              <a:t>Modernise</a:t>
            </a:r>
            <a:r>
              <a:rPr lang="en-US">
                <a:solidFill>
                  <a:srgbClr val="292A2E"/>
                </a:solidFill>
                <a:highlight>
                  <a:srgbClr val="FFFFFF"/>
                </a:highlight>
              </a:rPr>
              <a:t> for the future</a:t>
            </a:r>
            <a:endParaRPr lang="en-US"/>
          </a:p>
          <a:p>
            <a:r>
              <a:rPr lang="en-US" b="1">
                <a:solidFill>
                  <a:srgbClr val="292A2E"/>
                </a:solidFill>
                <a:highlight>
                  <a:srgbClr val="FFFFFF"/>
                </a:highlight>
              </a:rPr>
              <a:t>03. WHO: Who is involved?</a:t>
            </a:r>
            <a:endParaRPr lang="en-US"/>
          </a:p>
          <a:p>
            <a:pPr marL="285750" indent="-285750">
              <a:buFont typeface="Arial"/>
              <a:buChar char="•"/>
            </a:pPr>
            <a:r>
              <a:rPr lang="en-US" b="1" err="1">
                <a:solidFill>
                  <a:srgbClr val="292A2E"/>
                </a:solidFill>
                <a:highlight>
                  <a:srgbClr val="FFFFFF"/>
                </a:highlight>
              </a:rPr>
              <a:t>Organisation</a:t>
            </a:r>
            <a:r>
              <a:rPr lang="en-US" b="1">
                <a:solidFill>
                  <a:srgbClr val="292A2E"/>
                </a:solidFill>
                <a:highlight>
                  <a:srgbClr val="FFFFFF"/>
                </a:highlight>
              </a:rPr>
              <a:t>:</a:t>
            </a:r>
            <a:r>
              <a:rPr lang="en-US">
                <a:solidFill>
                  <a:srgbClr val="292A2E"/>
                </a:solidFill>
                <a:highlight>
                  <a:srgbClr val="FFFFFF"/>
                </a:highlight>
              </a:rPr>
              <a:t> CACEIS (part of Crédit Agricole group), which provides fund administration, custody and Transfer Agent services</a:t>
            </a:r>
            <a:endParaRPr lang="en-US"/>
          </a:p>
          <a:p>
            <a:pPr marL="285750" indent="-285750">
              <a:buFont typeface="Arial"/>
              <a:buChar char="•"/>
            </a:pPr>
            <a:r>
              <a:rPr lang="en-US" b="1">
                <a:solidFill>
                  <a:srgbClr val="292A2E"/>
                </a:solidFill>
                <a:highlight>
                  <a:srgbClr val="FFFFFF"/>
                </a:highlight>
              </a:rPr>
              <a:t>Project Lead:</a:t>
            </a:r>
            <a:r>
              <a:rPr lang="en-US">
                <a:solidFill>
                  <a:srgbClr val="292A2E"/>
                </a:solidFill>
                <a:highlight>
                  <a:srgbClr val="FFFFFF"/>
                </a:highlight>
              </a:rPr>
              <a:t> </a:t>
            </a:r>
            <a:r>
              <a:rPr lang="en-US">
                <a:solidFill>
                  <a:srgbClr val="505258"/>
                </a:solidFill>
                <a:highlight>
                  <a:srgbClr val="FFFFFF"/>
                </a:highlight>
              </a:rPr>
              <a:t>Vanessa Albert</a:t>
            </a:r>
            <a:endParaRPr lang="en-US"/>
          </a:p>
          <a:p>
            <a:pPr marL="285750" indent="-285750">
              <a:buFont typeface="Arial"/>
              <a:buChar char="•"/>
            </a:pPr>
            <a:r>
              <a:rPr lang="en-US" b="1">
                <a:solidFill>
                  <a:srgbClr val="292A2E"/>
                </a:solidFill>
                <a:highlight>
                  <a:srgbClr val="FFFFFF"/>
                </a:highlight>
              </a:rPr>
              <a:t>Squads:</a:t>
            </a:r>
            <a:endParaRPr lang="en-US"/>
          </a:p>
          <a:p>
            <a:pPr marL="285750" lvl="1" indent="-285750">
              <a:buFont typeface="Arial"/>
              <a:buChar char="•"/>
            </a:pPr>
            <a:r>
              <a:rPr lang="en-US">
                <a:solidFill>
                  <a:srgbClr val="292A2E"/>
                </a:solidFill>
                <a:highlight>
                  <a:srgbClr val="FFFFFF"/>
                </a:highlight>
              </a:rPr>
              <a:t>Pixel NOVA: UI</a:t>
            </a:r>
            <a:endParaRPr lang="en-US"/>
          </a:p>
          <a:p>
            <a:pPr marL="285750" lvl="1" indent="-285750">
              <a:buFont typeface="Arial"/>
              <a:buChar char="•"/>
            </a:pPr>
            <a:r>
              <a:rPr lang="en-US">
                <a:solidFill>
                  <a:srgbClr val="292A2E"/>
                </a:solidFill>
                <a:highlight>
                  <a:srgbClr val="FFFFFF"/>
                </a:highlight>
              </a:rPr>
              <a:t>Maestro: orchestration and backend</a:t>
            </a:r>
            <a:endParaRPr lang="en-US"/>
          </a:p>
          <a:p>
            <a:pPr marL="285750" lvl="1" indent="-285750">
              <a:buFont typeface="Arial"/>
              <a:buChar char="•"/>
            </a:pPr>
            <a:r>
              <a:rPr lang="en-US">
                <a:solidFill>
                  <a:srgbClr val="292A2E"/>
                </a:solidFill>
                <a:highlight>
                  <a:srgbClr val="FFFFFF"/>
                </a:highlight>
              </a:rPr>
              <a:t>Data Surfers: golden source and data</a:t>
            </a:r>
            <a:endParaRPr lang="en-US"/>
          </a:p>
          <a:p>
            <a:pPr marL="285750" lvl="1" indent="-285750">
              <a:buFont typeface="Arial"/>
              <a:buChar char="•"/>
            </a:pPr>
            <a:r>
              <a:rPr lang="en-US">
                <a:solidFill>
                  <a:srgbClr val="292A2E"/>
                </a:solidFill>
                <a:highlight>
                  <a:srgbClr val="FFFFFF"/>
                </a:highlight>
              </a:rPr>
              <a:t>Cloud Riders: infrastructure and DevOps</a:t>
            </a:r>
            <a:endParaRPr lang="en-US"/>
          </a:p>
          <a:p>
            <a:pPr marL="285750" lvl="1" indent="-285750">
              <a:buFont typeface="Arial"/>
              <a:buChar char="•"/>
            </a:pPr>
            <a:r>
              <a:rPr lang="en-US">
                <a:solidFill>
                  <a:srgbClr val="292A2E"/>
                </a:solidFill>
                <a:highlight>
                  <a:srgbClr val="FFFFFF"/>
                </a:highlight>
              </a:rPr>
              <a:t>Uber Squad: cross-cutting work</a:t>
            </a:r>
            <a:endParaRPr lang="en-US"/>
          </a:p>
          <a:p>
            <a:pPr marL="285750" indent="-285750">
              <a:buFont typeface="Arial"/>
              <a:buChar char="•"/>
            </a:pPr>
            <a:r>
              <a:rPr lang="en-US" b="1">
                <a:solidFill>
                  <a:srgbClr val="292A2E"/>
                </a:solidFill>
                <a:highlight>
                  <a:srgbClr val="FFFFFF"/>
                </a:highlight>
              </a:rPr>
              <a:t>Users:</a:t>
            </a:r>
            <a:r>
              <a:rPr lang="en-US">
                <a:solidFill>
                  <a:srgbClr val="292A2E"/>
                </a:solidFill>
                <a:highlight>
                  <a:srgbClr val="FFFFFF"/>
                </a:highlight>
              </a:rPr>
              <a:t> CACEIS operations staff in Luxembourg, Malaysia and other locations</a:t>
            </a:r>
            <a:endParaRPr lang="en-US"/>
          </a:p>
          <a:p>
            <a:pPr marL="285750" indent="-285750">
              <a:buFont typeface="Arial"/>
              <a:buChar char="•"/>
            </a:pPr>
            <a:r>
              <a:rPr lang="en-US" b="1">
                <a:solidFill>
                  <a:srgbClr val="292A2E"/>
                </a:solidFill>
                <a:highlight>
                  <a:srgbClr val="FFFFFF"/>
                </a:highlight>
              </a:rPr>
              <a:t>Clients:</a:t>
            </a:r>
            <a:r>
              <a:rPr lang="en-US">
                <a:solidFill>
                  <a:srgbClr val="292A2E"/>
                </a:solidFill>
                <a:highlight>
                  <a:srgbClr val="FFFFFF"/>
                </a:highlight>
              </a:rPr>
              <a:t> Investment fund managers and institutional investors</a:t>
            </a:r>
            <a:endParaRPr lang="en-US"/>
          </a:p>
          <a:p>
            <a:r>
              <a:rPr lang="en-US" b="1">
                <a:solidFill>
                  <a:srgbClr val="292A2E"/>
                </a:solidFill>
                <a:highlight>
                  <a:srgbClr val="FFFFFF"/>
                </a:highlight>
              </a:rPr>
              <a:t>04. WHERE: Where does it operate?</a:t>
            </a:r>
            <a:endParaRPr lang="en-US"/>
          </a:p>
          <a:p>
            <a:pPr marL="285750" indent="-285750">
              <a:buFont typeface="Arial"/>
              <a:buChar char="•"/>
            </a:pPr>
            <a:r>
              <a:rPr lang="en-US">
                <a:solidFill>
                  <a:srgbClr val="292A2E"/>
                </a:solidFill>
                <a:highlight>
                  <a:srgbClr val="FFFFFF"/>
                </a:highlight>
              </a:rPr>
              <a:t>Luxembourg (Europe) covers day time and Malaysia (Asia) covers follow-the-sun</a:t>
            </a:r>
            <a:endParaRPr lang="en-US"/>
          </a:p>
          <a:p>
            <a:pPr marL="285750" indent="-285750">
              <a:buFont typeface="Arial"/>
              <a:buChar char="•"/>
            </a:pPr>
            <a:r>
              <a:rPr lang="en-US">
                <a:solidFill>
                  <a:srgbClr val="292A2E"/>
                </a:solidFill>
                <a:highlight>
                  <a:srgbClr val="FFFFFF"/>
                </a:highlight>
              </a:rPr>
              <a:t>Runs on AWS: EKS (Kubernetes), Aurora PostgreSQL, OpenSearch, MSK (Kafka) and S3</a:t>
            </a:r>
            <a:endParaRPr lang="en-US"/>
          </a:p>
          <a:p>
            <a:r>
              <a:rPr lang="en-US" b="1">
                <a:solidFill>
                  <a:srgbClr val="292A2E"/>
                </a:solidFill>
                <a:highlight>
                  <a:srgbClr val="FFFFFF"/>
                </a:highlight>
              </a:rPr>
              <a:t>05. WHEN: What's the timeline?</a:t>
            </a:r>
            <a:endParaRPr lang="en-US"/>
          </a:p>
          <a:p>
            <a:pPr marL="285750" indent="-285750">
              <a:buFont typeface="Arial"/>
              <a:buChar char="•"/>
            </a:pPr>
            <a:r>
              <a:rPr lang="en-US" b="1">
                <a:solidFill>
                  <a:srgbClr val="292A2E"/>
                </a:solidFill>
                <a:highlight>
                  <a:srgbClr val="FFFFFF"/>
                </a:highlight>
              </a:rPr>
              <a:t>Mid-2025:</a:t>
            </a:r>
            <a:r>
              <a:rPr lang="en-US">
                <a:solidFill>
                  <a:srgbClr val="292A2E"/>
                </a:solidFill>
                <a:highlight>
                  <a:srgbClr val="FFFFFF"/>
                </a:highlight>
              </a:rPr>
              <a:t> Development started, with bi-weekly sprints (now past Sprint #25)</a:t>
            </a:r>
            <a:endParaRPr lang="en-US"/>
          </a:p>
          <a:p>
            <a:pPr marL="285750" indent="-285750">
              <a:buFont typeface="Arial"/>
              <a:buChar char="•"/>
            </a:pPr>
            <a:r>
              <a:rPr lang="en-US" b="1">
                <a:solidFill>
                  <a:srgbClr val="292A2E"/>
                </a:solidFill>
                <a:highlight>
                  <a:srgbClr val="FFFFFF"/>
                </a:highlight>
              </a:rPr>
              <a:t>28 Nov 2025:</a:t>
            </a:r>
            <a:r>
              <a:rPr lang="en-US">
                <a:solidFill>
                  <a:srgbClr val="292A2E"/>
                </a:solidFill>
                <a:highlight>
                  <a:srgbClr val="FFFFFF"/>
                </a:highlight>
              </a:rPr>
              <a:t> Production go-live with a pilot scope</a:t>
            </a:r>
            <a:endParaRPr lang="en-US"/>
          </a:p>
          <a:p>
            <a:pPr marL="285750" indent="-285750">
              <a:buFont typeface="Arial"/>
              <a:buChar char="•"/>
            </a:pPr>
            <a:r>
              <a:rPr lang="en-US" b="1">
                <a:solidFill>
                  <a:srgbClr val="292A2E"/>
                </a:solidFill>
                <a:highlight>
                  <a:srgbClr val="FFFFFF"/>
                </a:highlight>
              </a:rPr>
              <a:t>+6 months:</a:t>
            </a:r>
            <a:r>
              <a:rPr lang="en-US">
                <a:solidFill>
                  <a:srgbClr val="292A2E"/>
                </a:solidFill>
                <a:highlight>
                  <a:srgbClr val="FFFFFF"/>
                </a:highlight>
              </a:rPr>
              <a:t> Full trade lifecycle, plus SWIFT XML and manual FAX intake</a:t>
            </a:r>
            <a:endParaRPr lang="en-US"/>
          </a:p>
          <a:p>
            <a:pPr marL="285750" indent="-285750">
              <a:buFont typeface="Arial"/>
              <a:buChar char="•"/>
            </a:pPr>
            <a:r>
              <a:rPr lang="en-US" b="1">
                <a:solidFill>
                  <a:srgbClr val="292A2E"/>
                </a:solidFill>
                <a:highlight>
                  <a:srgbClr val="FFFFFF"/>
                </a:highlight>
              </a:rPr>
              <a:t>+24 months:</a:t>
            </a:r>
            <a:r>
              <a:rPr lang="en-US">
                <a:solidFill>
                  <a:srgbClr val="292A2E"/>
                </a:solidFill>
                <a:highlight>
                  <a:srgbClr val="FFFFFF"/>
                </a:highlight>
              </a:rPr>
              <a:t> Retire SARA and move all clients and operations to NOVA</a:t>
            </a:r>
            <a:endParaRPr lang="en-US"/>
          </a:p>
          <a:p>
            <a:r>
              <a:rPr lang="en-US" b="1">
                <a:solidFill>
                  <a:srgbClr val="292A2E"/>
                </a:solidFill>
                <a:highlight>
                  <a:srgbClr val="FFFFFF"/>
                </a:highlight>
              </a:rPr>
              <a:t>06. HOW: How does it work?</a:t>
            </a:r>
            <a:endParaRPr lang="en-US"/>
          </a:p>
          <a:p>
            <a:pPr marL="285750" indent="-285750">
              <a:buFont typeface="Arial"/>
              <a:buChar char="•"/>
            </a:pPr>
            <a:r>
              <a:rPr lang="en-US">
                <a:solidFill>
                  <a:srgbClr val="292A2E"/>
                </a:solidFill>
                <a:highlight>
                  <a:srgbClr val="FFFFFF"/>
                </a:highlight>
              </a:rPr>
              <a:t>Built on an event-driven microservices architecture</a:t>
            </a:r>
            <a:endParaRPr lang="en-US"/>
          </a:p>
          <a:p>
            <a:pPr marL="285750" indent="-285750">
              <a:buFont typeface="Arial"/>
              <a:buChar char="•"/>
            </a:pPr>
            <a:r>
              <a:rPr lang="en-US">
                <a:solidFill>
                  <a:srgbClr val="292A2E"/>
                </a:solidFill>
                <a:highlight>
                  <a:srgbClr val="FFFFFF"/>
                </a:highlight>
              </a:rPr>
              <a:t>Flow: Order Intake → Buffer Zone → Orchestrator (Maestro) → Pixel NOVA (UI) → Reporting (Red Zone)</a:t>
            </a:r>
            <a:endParaRPr lang="en-US"/>
          </a:p>
          <a:p>
            <a:pPr marL="285750" indent="-285750">
              <a:buFont typeface="Arial"/>
              <a:buChar char="•"/>
            </a:pPr>
            <a:r>
              <a:rPr lang="en-US" b="1">
                <a:solidFill>
                  <a:srgbClr val="292A2E"/>
                </a:solidFill>
                <a:highlight>
                  <a:srgbClr val="FFFFFF"/>
                </a:highlight>
              </a:rPr>
              <a:t>Event streaming:</a:t>
            </a:r>
            <a:r>
              <a:rPr lang="en-US">
                <a:solidFill>
                  <a:srgbClr val="292A2E"/>
                </a:solidFill>
                <a:highlight>
                  <a:srgbClr val="FFFFFF"/>
                </a:highlight>
              </a:rPr>
              <a:t> Components talk to each other through Kafka topics</a:t>
            </a:r>
            <a:endParaRPr lang="en-US"/>
          </a:p>
          <a:p>
            <a:pPr marL="285750" indent="-285750">
              <a:buFont typeface="Arial"/>
              <a:buChar char="•"/>
            </a:pPr>
            <a:r>
              <a:rPr lang="en-US" b="1">
                <a:solidFill>
                  <a:srgbClr val="292A2E"/>
                </a:solidFill>
                <a:highlight>
                  <a:srgbClr val="FFFFFF"/>
                </a:highlight>
              </a:rPr>
              <a:t>Deployment:</a:t>
            </a:r>
            <a:r>
              <a:rPr lang="en-US">
                <a:solidFill>
                  <a:srgbClr val="292A2E"/>
                </a:solidFill>
                <a:highlight>
                  <a:srgbClr val="FFFFFF"/>
                </a:highlight>
              </a:rPr>
              <a:t> A CI/CD pipeline (Jenkins, </a:t>
            </a:r>
            <a:r>
              <a:rPr lang="en-US" err="1">
                <a:solidFill>
                  <a:srgbClr val="292A2E"/>
                </a:solidFill>
                <a:highlight>
                  <a:srgbClr val="FFFFFF"/>
                </a:highlight>
              </a:rPr>
              <a:t>ArgoCD</a:t>
            </a:r>
            <a:r>
              <a:rPr lang="en-US">
                <a:solidFill>
                  <a:srgbClr val="292A2E"/>
                </a:solidFill>
                <a:highlight>
                  <a:srgbClr val="FFFFFF"/>
                </a:highlight>
              </a:rPr>
              <a:t>) deploys across multiple AWS environments</a:t>
            </a:r>
            <a:endParaRPr lang="en-US"/>
          </a:p>
          <a:p>
            <a:endParaRPr lang="en-US">
              <a:latin typeface="Calibri"/>
              <a:ea typeface="Calibri"/>
              <a:cs typeface="Calibri"/>
            </a:endParaRPr>
          </a:p>
        </p:txBody>
      </p:sp>
      <p:sp>
        <p:nvSpPr>
          <p:cNvPr id="4" name="Slide Number Placeholder 3"/>
          <p:cNvSpPr>
            <a:spLocks noGrp="1"/>
          </p:cNvSpPr>
          <p:nvPr>
            <p:ph type="sldNum" sz="quarter" idx="5"/>
          </p:nvPr>
        </p:nvSpPr>
        <p:spPr/>
        <p:txBody>
          <a:bodyPr/>
          <a:lstStyle/>
          <a:p>
            <a:fld id="{AC57D614-D50A-4E26-ACB4-10F9565393F9}" type="slidenum">
              <a:rPr lang="fr-FR" smtClean="0"/>
              <a:t>24</a:t>
            </a:fld>
            <a:endParaRPr lang="fr-FR"/>
          </a:p>
        </p:txBody>
      </p:sp>
    </p:spTree>
    <p:extLst>
      <p:ext uri="{BB962C8B-B14F-4D97-AF65-F5344CB8AC3E}">
        <p14:creationId xmlns:p14="http://schemas.microsoft.com/office/powerpoint/2010/main" val="17039281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solidFill>
                  <a:srgbClr val="292A2E"/>
                </a:solidFill>
                <a:highlight>
                  <a:srgbClr val="FFFFFF"/>
                </a:highlight>
              </a:rPr>
              <a:t>The Ice Cream Shop Analogy</a:t>
            </a:r>
            <a:endParaRPr lang="en-US" dirty="0"/>
          </a:p>
          <a:p>
            <a:pPr marL="285750" indent="-285750">
              <a:buFont typeface="Arial"/>
              <a:buChar char="•"/>
            </a:pPr>
            <a:r>
              <a:rPr lang="en-US" dirty="0">
                <a:solidFill>
                  <a:srgbClr val="292A2E"/>
                </a:solidFill>
                <a:highlight>
                  <a:srgbClr val="FFFFFF"/>
                </a:highlight>
              </a:rPr>
              <a:t>Think of CACEIS as a large ice cream order-processing </a:t>
            </a:r>
            <a:r>
              <a:rPr lang="en-US" dirty="0" err="1">
                <a:solidFill>
                  <a:srgbClr val="292A2E"/>
                </a:solidFill>
                <a:highlight>
                  <a:srgbClr val="FFFFFF"/>
                </a:highlight>
              </a:rPr>
              <a:t>centre</a:t>
            </a:r>
            <a:endParaRPr lang="en-US" dirty="0"/>
          </a:p>
          <a:p>
            <a:pPr marL="285750" indent="-285750">
              <a:buFont typeface="Arial"/>
              <a:buChar char="•"/>
            </a:pPr>
            <a:r>
              <a:rPr lang="en-US" dirty="0">
                <a:solidFill>
                  <a:srgbClr val="292A2E"/>
                </a:solidFill>
                <a:highlight>
                  <a:srgbClr val="FFFFFF"/>
                </a:highlight>
              </a:rPr>
              <a:t>It processes orders for many ice cream shops (investment funds) on behalf of their customers (investors)</a:t>
            </a:r>
            <a:endParaRPr lang="en-US" dirty="0"/>
          </a:p>
          <a:p>
            <a:r>
              <a:rPr lang="en-US" b="1" dirty="0">
                <a:solidFill>
                  <a:srgbClr val="292A2E"/>
                </a:solidFill>
                <a:highlight>
                  <a:srgbClr val="FFFFFF"/>
                </a:highlight>
              </a:rPr>
              <a:t>The Old Way: SARA</a:t>
            </a:r>
            <a:endParaRPr lang="en-US" dirty="0"/>
          </a:p>
          <a:p>
            <a:pPr marL="285750" indent="-285750">
              <a:buFont typeface="Arial"/>
              <a:buChar char="•"/>
            </a:pPr>
            <a:r>
              <a:rPr lang="en-US" dirty="0">
                <a:solidFill>
                  <a:srgbClr val="292A2E"/>
                </a:solidFill>
                <a:highlight>
                  <a:srgbClr val="FFFFFF"/>
                </a:highlight>
              </a:rPr>
              <a:t>The same core "cash register" system has been in use since the 1990s. It has been upgraded many times and is now hard to change.</a:t>
            </a:r>
            <a:endParaRPr lang="en-US" dirty="0"/>
          </a:p>
          <a:p>
            <a:pPr marL="285750" indent="-285750">
              <a:buFont typeface="Arial"/>
              <a:buChar char="•"/>
            </a:pPr>
            <a:r>
              <a:rPr lang="en-US" b="1" dirty="0">
                <a:solidFill>
                  <a:srgbClr val="292A2E"/>
                </a:solidFill>
                <a:highlight>
                  <a:srgbClr val="FFFFFF"/>
                </a:highlight>
              </a:rPr>
              <a:t>How it works:</a:t>
            </a:r>
            <a:endParaRPr lang="en-US" dirty="0"/>
          </a:p>
          <a:p>
            <a:pPr marL="285750" lvl="1" indent="-285750">
              <a:buFont typeface="Arial"/>
              <a:buChar char="•"/>
            </a:pPr>
            <a:r>
              <a:rPr lang="en-US" dirty="0">
                <a:solidFill>
                  <a:srgbClr val="292A2E"/>
                </a:solidFill>
                <a:highlight>
                  <a:srgbClr val="FFFFFF"/>
                </a:highlight>
              </a:rPr>
              <a:t>Orders arrive electronically</a:t>
            </a:r>
            <a:endParaRPr lang="en-US" dirty="0"/>
          </a:p>
          <a:p>
            <a:pPr marL="285750" lvl="1" indent="-285750">
              <a:buFont typeface="Arial"/>
              <a:buChar char="•"/>
            </a:pPr>
            <a:r>
              <a:rPr lang="en-US" dirty="0">
                <a:solidFill>
                  <a:srgbClr val="292A2E"/>
                </a:solidFill>
                <a:highlight>
                  <a:srgbClr val="FFFFFF"/>
                </a:highlight>
              </a:rPr>
              <a:t>Prices are calculated automatically</a:t>
            </a:r>
            <a:endParaRPr lang="en-US" dirty="0"/>
          </a:p>
          <a:p>
            <a:pPr marL="285750" lvl="1" indent="-285750">
              <a:buFont typeface="Arial"/>
              <a:buChar char="•"/>
            </a:pPr>
            <a:r>
              <a:rPr lang="en-US" dirty="0">
                <a:solidFill>
                  <a:srgbClr val="292A2E"/>
                </a:solidFill>
                <a:highlight>
                  <a:srgbClr val="FFFFFF"/>
                </a:highlight>
              </a:rPr>
              <a:t>Every sale is recorded in the customer book</a:t>
            </a:r>
            <a:endParaRPr lang="en-US" dirty="0"/>
          </a:p>
          <a:p>
            <a:pPr marL="285750" lvl="1" indent="-285750">
              <a:buFont typeface="Arial"/>
              <a:buChar char="•"/>
            </a:pPr>
            <a:r>
              <a:rPr lang="en-US" dirty="0">
                <a:solidFill>
                  <a:srgbClr val="292A2E"/>
                </a:solidFill>
                <a:highlight>
                  <a:srgbClr val="FFFFFF"/>
                </a:highlight>
              </a:rPr>
              <a:t>Each big client (e.g. GSAM, JP Morgan, HSBC) has its own custom setup, often with bespoke modules</a:t>
            </a:r>
            <a:endParaRPr lang="en-US" dirty="0"/>
          </a:p>
          <a:p>
            <a:pPr marL="285750" indent="-285750">
              <a:buFont typeface="Arial"/>
              <a:buChar char="•"/>
            </a:pPr>
            <a:r>
              <a:rPr lang="en-US" b="1" dirty="0">
                <a:solidFill>
                  <a:srgbClr val="292A2E"/>
                </a:solidFill>
                <a:highlight>
                  <a:srgbClr val="FFFFFF"/>
                </a:highlight>
              </a:rPr>
              <a:t>Known gaps:</a:t>
            </a:r>
            <a:endParaRPr lang="en-US" dirty="0"/>
          </a:p>
          <a:p>
            <a:pPr marL="285750" lvl="1" indent="-285750">
              <a:buFont typeface="Arial"/>
              <a:buChar char="•"/>
            </a:pPr>
            <a:r>
              <a:rPr lang="en-US" dirty="0">
                <a:solidFill>
                  <a:srgbClr val="292A2E"/>
                </a:solidFill>
                <a:highlight>
                  <a:srgbClr val="FFFFFF"/>
                </a:highlight>
              </a:rPr>
              <a:t>Staff can change a waiting order without anyone double-checking it</a:t>
            </a:r>
            <a:endParaRPr lang="en-US" dirty="0"/>
          </a:p>
          <a:p>
            <a:pPr marL="285750" lvl="1" indent="-285750">
              <a:buFont typeface="Arial"/>
              <a:buChar char="•"/>
            </a:pPr>
            <a:r>
              <a:rPr lang="en-US" dirty="0">
                <a:solidFill>
                  <a:srgbClr val="292A2E"/>
                </a:solidFill>
                <a:highlight>
                  <a:srgbClr val="FFFFFF"/>
                </a:highlight>
              </a:rPr>
              <a:t>A cancelled order may leave no trace</a:t>
            </a:r>
            <a:endParaRPr lang="en-US" dirty="0"/>
          </a:p>
          <a:p>
            <a:pPr marL="285750" lvl="1" indent="-285750">
              <a:buFont typeface="Arial"/>
              <a:buChar char="•"/>
            </a:pPr>
            <a:r>
              <a:rPr lang="en-US" dirty="0">
                <a:solidFill>
                  <a:srgbClr val="292A2E"/>
                </a:solidFill>
                <a:highlight>
                  <a:srgbClr val="FFFFFF"/>
                </a:highlight>
              </a:rPr>
              <a:t>Closing time isn't always enforced, so a late order can slip through</a:t>
            </a:r>
            <a:endParaRPr lang="en-US" dirty="0"/>
          </a:p>
          <a:p>
            <a:pPr lvl="1"/>
            <a:r>
              <a:rPr lang="en-US" b="1" dirty="0">
                <a:solidFill>
                  <a:srgbClr val="292A2E"/>
                </a:solidFill>
                <a:highlight>
                  <a:srgbClr val="FFFFFF"/>
                </a:highlight>
              </a:rPr>
              <a:t>The New Way: NOVA</a:t>
            </a:r>
            <a:endParaRPr lang="en-US" dirty="0"/>
          </a:p>
          <a:p>
            <a:pPr marL="285750" indent="-285750">
              <a:buFont typeface="Arial"/>
              <a:buChar char="•"/>
            </a:pPr>
            <a:r>
              <a:rPr lang="en-US" dirty="0">
                <a:solidFill>
                  <a:srgbClr val="292A2E"/>
                </a:solidFill>
                <a:highlight>
                  <a:srgbClr val="FFFFFF"/>
                </a:highlight>
              </a:rPr>
              <a:t>A modern system built in separate parts, with better controls and visibility</a:t>
            </a:r>
            <a:endParaRPr lang="en-US" dirty="0"/>
          </a:p>
          <a:p>
            <a:pPr marL="285750" indent="-285750">
              <a:buFont typeface="Arial"/>
              <a:buChar char="•"/>
            </a:pPr>
            <a:r>
              <a:rPr lang="en-US" b="1" dirty="0">
                <a:solidFill>
                  <a:srgbClr val="292A2E"/>
                </a:solidFill>
                <a:highlight>
                  <a:srgbClr val="FFFFFF"/>
                </a:highlight>
              </a:rPr>
              <a:t>How it works:</a:t>
            </a:r>
            <a:endParaRPr lang="en-US" dirty="0"/>
          </a:p>
          <a:p>
            <a:pPr marL="285750" lvl="1" indent="-285750">
              <a:buFont typeface="Arial"/>
              <a:buChar char="•"/>
            </a:pPr>
            <a:r>
              <a:rPr lang="en-US" b="1" dirty="0">
                <a:solidFill>
                  <a:srgbClr val="292A2E"/>
                </a:solidFill>
                <a:highlight>
                  <a:srgbClr val="FFFFFF"/>
                </a:highlight>
              </a:rPr>
              <a:t>Buffer Zone (prepare the shop):</a:t>
            </a:r>
            <a:r>
              <a:rPr lang="en-US" dirty="0">
                <a:solidFill>
                  <a:srgbClr val="292A2E"/>
                </a:solidFill>
                <a:highlight>
                  <a:srgbClr val="FFFFFF"/>
                </a:highlight>
              </a:rPr>
              <a:t> The menu, price list and customer book are kept up to date automatically before any orders arrive</a:t>
            </a:r>
            <a:endParaRPr lang="en-US" dirty="0"/>
          </a:p>
          <a:p>
            <a:pPr marL="285750" lvl="1" indent="-285750">
              <a:buFont typeface="Arial"/>
              <a:buChar char="•"/>
            </a:pPr>
            <a:r>
              <a:rPr lang="en-US" b="1" dirty="0">
                <a:solidFill>
                  <a:srgbClr val="292A2E"/>
                </a:solidFill>
                <a:highlight>
                  <a:srgbClr val="FFFFFF"/>
                </a:highlight>
              </a:rPr>
              <a:t>Order received:</a:t>
            </a:r>
            <a:r>
              <a:rPr lang="en-US" dirty="0">
                <a:solidFill>
                  <a:srgbClr val="292A2E"/>
                </a:solidFill>
                <a:highlight>
                  <a:srgbClr val="FFFFFF"/>
                </a:highlight>
              </a:rPr>
              <a:t> Orders arrive electronically</a:t>
            </a:r>
            <a:endParaRPr lang="en-US" dirty="0"/>
          </a:p>
          <a:p>
            <a:pPr marL="285750" lvl="1" indent="-285750">
              <a:buFont typeface="Arial"/>
              <a:buChar char="•"/>
            </a:pPr>
            <a:r>
              <a:rPr lang="en-US" b="1" dirty="0">
                <a:solidFill>
                  <a:srgbClr val="292A2E"/>
                </a:solidFill>
                <a:highlight>
                  <a:srgbClr val="FFFFFF"/>
                </a:highlight>
              </a:rPr>
              <a:t>Orchestrator (check and settle):</a:t>
            </a:r>
            <a:endParaRPr lang="en-US" dirty="0"/>
          </a:p>
          <a:p>
            <a:pPr marL="285750" lvl="2" indent="-285750">
              <a:buFont typeface="Arial"/>
              <a:buChar char="•"/>
            </a:pPr>
            <a:r>
              <a:rPr lang="en-US" dirty="0">
                <a:solidFill>
                  <a:srgbClr val="292A2E"/>
                </a:solidFill>
                <a:highlight>
                  <a:srgbClr val="FFFFFF"/>
                </a:highlight>
              </a:rPr>
              <a:t>Checks that the order is valid</a:t>
            </a:r>
            <a:endParaRPr lang="en-US" dirty="0"/>
          </a:p>
          <a:p>
            <a:pPr marL="285750" lvl="2" indent="-285750">
              <a:buFont typeface="Arial"/>
              <a:buChar char="•"/>
            </a:pPr>
            <a:r>
              <a:rPr lang="en-US" dirty="0">
                <a:solidFill>
                  <a:srgbClr val="292A2E"/>
                </a:solidFill>
                <a:highlight>
                  <a:srgbClr val="FFFFFF"/>
                </a:highlight>
              </a:rPr>
              <a:t>Checks that it arrived before closing time</a:t>
            </a:r>
            <a:endParaRPr lang="en-US" dirty="0"/>
          </a:p>
          <a:p>
            <a:pPr marL="285750" lvl="2" indent="-285750">
              <a:buFont typeface="Arial"/>
              <a:buChar char="•"/>
            </a:pPr>
            <a:r>
              <a:rPr lang="en-US" dirty="0">
                <a:solidFill>
                  <a:srgbClr val="292A2E"/>
                </a:solidFill>
                <a:highlight>
                  <a:srgbClr val="FFFFFF"/>
                </a:highlight>
              </a:rPr>
              <a:t>Groups it with the day's other orders</a:t>
            </a:r>
            <a:endParaRPr lang="en-US" dirty="0"/>
          </a:p>
          <a:p>
            <a:pPr marL="285750" lvl="2" indent="-285750">
              <a:buFont typeface="Arial"/>
              <a:buChar char="•"/>
            </a:pPr>
            <a:r>
              <a:rPr lang="en-US" dirty="0">
                <a:solidFill>
                  <a:srgbClr val="292A2E"/>
                </a:solidFill>
                <a:highlight>
                  <a:srgbClr val="FFFFFF"/>
                </a:highlight>
              </a:rPr>
              <a:t>Waits for today's official scoop price (NAV)</a:t>
            </a:r>
            <a:endParaRPr lang="en-US" dirty="0"/>
          </a:p>
          <a:p>
            <a:pPr marL="285750" lvl="2" indent="-285750">
              <a:buFont typeface="Arial"/>
              <a:buChar char="•"/>
            </a:pPr>
            <a:r>
              <a:rPr lang="en-US" dirty="0">
                <a:solidFill>
                  <a:srgbClr val="292A2E"/>
                </a:solidFill>
                <a:highlight>
                  <a:srgbClr val="FFFFFF"/>
                </a:highlight>
              </a:rPr>
              <a:t>Confirms and settles the sale</a:t>
            </a:r>
            <a:endParaRPr lang="en-US" dirty="0"/>
          </a:p>
          <a:p>
            <a:pPr marL="285750" lvl="1" indent="-285750">
              <a:buFont typeface="Arial"/>
              <a:buChar char="•"/>
            </a:pPr>
            <a:r>
              <a:rPr lang="en-US" b="1" dirty="0">
                <a:solidFill>
                  <a:srgbClr val="292A2E"/>
                </a:solidFill>
                <a:highlight>
                  <a:srgbClr val="FFFFFF"/>
                </a:highlight>
              </a:rPr>
              <a:t>Reporting:</a:t>
            </a:r>
            <a:r>
              <a:rPr lang="en-US" dirty="0">
                <a:solidFill>
                  <a:srgbClr val="292A2E"/>
                </a:solidFill>
                <a:highlight>
                  <a:srgbClr val="FFFFFF"/>
                </a:highlight>
              </a:rPr>
              <a:t> Receipts and reports are sent out automatically, either when something happens or on a schedule</a:t>
            </a:r>
            <a:endParaRPr lang="en-US" dirty="0"/>
          </a:p>
          <a:p>
            <a:pPr marL="285750" indent="-285750">
              <a:buFont typeface="Arial"/>
              <a:buChar char="•"/>
            </a:pPr>
            <a:r>
              <a:rPr lang="en-US" b="1" dirty="0">
                <a:solidFill>
                  <a:srgbClr val="292A2E"/>
                </a:solidFill>
                <a:highlight>
                  <a:srgbClr val="FFFFFF"/>
                </a:highlight>
              </a:rPr>
              <a:t>Pixel NOVA (live tracking across the whole process):</a:t>
            </a:r>
            <a:endParaRPr lang="en-US" dirty="0"/>
          </a:p>
          <a:p>
            <a:pPr marL="285750" lvl="1" indent="-285750">
              <a:buFont typeface="Arial"/>
              <a:buChar char="•"/>
            </a:pPr>
            <a:r>
              <a:rPr lang="en-US" dirty="0">
                <a:solidFill>
                  <a:srgbClr val="292A2E"/>
                </a:solidFill>
                <a:highlight>
                  <a:srgbClr val="FFFFFF"/>
                </a:highlight>
              </a:rPr>
              <a:t>Staff can follow every order on a live screen at every stage</a:t>
            </a:r>
            <a:endParaRPr lang="en-US" dirty="0"/>
          </a:p>
          <a:p>
            <a:pPr marL="285750" lvl="1" indent="-285750">
              <a:buFont typeface="Arial"/>
              <a:buChar char="•"/>
            </a:pPr>
            <a:r>
              <a:rPr lang="en-US" dirty="0">
                <a:solidFill>
                  <a:srgbClr val="292A2E"/>
                </a:solidFill>
                <a:highlight>
                  <a:srgbClr val="FFFFFF"/>
                </a:highlight>
              </a:rPr>
              <a:t>Any change needs a proper check</a:t>
            </a:r>
            <a:endParaRPr lang="en-US" dirty="0"/>
          </a:p>
          <a:p>
            <a:pPr marL="285750" lvl="1" indent="-285750">
              <a:buFont typeface="Arial"/>
              <a:buChar char="•"/>
            </a:pPr>
            <a:r>
              <a:rPr lang="en-US" dirty="0">
                <a:solidFill>
                  <a:srgbClr val="292A2E"/>
                </a:solidFill>
                <a:highlight>
                  <a:srgbClr val="FFFFFF"/>
                </a:highlight>
              </a:rPr>
              <a:t>All changes leave a clear record</a:t>
            </a:r>
            <a:endParaRPr lang="en-US" dirty="0"/>
          </a:p>
          <a:p>
            <a:pPr lvl="1"/>
            <a:r>
              <a:rPr lang="en-US" b="1" dirty="0">
                <a:solidFill>
                  <a:srgbClr val="292A2E"/>
                </a:solidFill>
                <a:highlight>
                  <a:srgbClr val="FFFFFF"/>
                </a:highlight>
              </a:rPr>
              <a:t>In Reality: Ice Cream = Investment Fund Transactions</a:t>
            </a:r>
            <a:endParaRPr lang="en-US" dirty="0"/>
          </a:p>
          <a:p>
            <a:pPr marL="285750" indent="-285750">
              <a:buFont typeface="Arial"/>
              <a:buChar char="•"/>
            </a:pPr>
            <a:r>
              <a:rPr lang="en-US" dirty="0">
                <a:solidFill>
                  <a:srgbClr val="292A2E"/>
                </a:solidFill>
                <a:highlight>
                  <a:srgbClr val="FFFFFF"/>
                </a:highlight>
              </a:rPr>
              <a:t>The "ice cream" stands for subscriptions, redemptions, switches and transfers</a:t>
            </a:r>
            <a:endParaRPr lang="en-US" dirty="0"/>
          </a:p>
          <a:p>
            <a:pPr marL="285750" indent="-285750">
              <a:buFont typeface="Arial"/>
              <a:buChar char="•"/>
            </a:pPr>
            <a:r>
              <a:rPr lang="en-US" dirty="0">
                <a:solidFill>
                  <a:srgbClr val="292A2E"/>
                </a:solidFill>
                <a:highlight>
                  <a:srgbClr val="FFFFFF"/>
                </a:highlight>
              </a:rPr>
              <a:t>These transactions are often worth millions of euros</a:t>
            </a:r>
            <a:endParaRPr lang="en-US" dirty="0"/>
          </a:p>
          <a:p>
            <a:pPr marL="285750" indent="-285750">
              <a:buFont typeface="Arial"/>
              <a:buChar char="•"/>
            </a:pPr>
            <a:r>
              <a:rPr lang="en-US" dirty="0">
                <a:solidFill>
                  <a:srgbClr val="292A2E"/>
                </a:solidFill>
                <a:highlight>
                  <a:srgbClr val="FFFFFF"/>
                </a:highlight>
              </a:rPr>
              <a:t>Accuracy, timeliness and regulatory compliance are critical</a:t>
            </a:r>
            <a:endParaRPr lang="en-US" dirty="0"/>
          </a:p>
          <a:p>
            <a:r>
              <a:rPr lang="en-US" b="1" dirty="0">
                <a:solidFill>
                  <a:srgbClr val="292A2E"/>
                </a:solidFill>
                <a:highlight>
                  <a:srgbClr val="FFFFFF"/>
                </a:highlight>
              </a:rPr>
              <a:t>Key Difference</a:t>
            </a:r>
            <a:endParaRPr lang="en-US" dirty="0"/>
          </a:p>
          <a:p>
            <a:pPr marL="285750" indent="-285750">
              <a:buFont typeface="Arial"/>
              <a:buChar char="•"/>
            </a:pPr>
            <a:r>
              <a:rPr lang="en-US" dirty="0">
                <a:solidFill>
                  <a:srgbClr val="292A2E"/>
                </a:solidFill>
                <a:highlight>
                  <a:srgbClr val="FFFFFF"/>
                </a:highlight>
              </a:rPr>
              <a:t>A fund investor doesn't know the exact price when placing an order</a:t>
            </a:r>
            <a:endParaRPr lang="en-US" dirty="0"/>
          </a:p>
          <a:p>
            <a:pPr marL="285750" indent="-285750">
              <a:buFont typeface="Arial"/>
              <a:buChar char="•"/>
            </a:pPr>
            <a:r>
              <a:rPr lang="en-US" dirty="0">
                <a:solidFill>
                  <a:srgbClr val="292A2E"/>
                </a:solidFill>
                <a:highlight>
                  <a:srgbClr val="FFFFFF"/>
                </a:highlight>
              </a:rPr>
              <a:t>The price is set later, when the official NAV is published</a:t>
            </a:r>
            <a:endParaRPr lang="en-US" dirty="0"/>
          </a:p>
          <a:p>
            <a:endParaRPr lang="en-US" dirty="0">
              <a:latin typeface="Calibri"/>
              <a:ea typeface="Calibri"/>
              <a:cs typeface="Calibri"/>
            </a:endParaRPr>
          </a:p>
        </p:txBody>
      </p:sp>
      <p:sp>
        <p:nvSpPr>
          <p:cNvPr id="4" name="Slide Number Placeholder 3"/>
          <p:cNvSpPr>
            <a:spLocks noGrp="1"/>
          </p:cNvSpPr>
          <p:nvPr>
            <p:ph type="sldNum" sz="quarter" idx="5"/>
          </p:nvPr>
        </p:nvSpPr>
        <p:spPr/>
        <p:txBody>
          <a:bodyPr/>
          <a:lstStyle/>
          <a:p>
            <a:fld id="{AC57D614-D50A-4E26-ACB4-10F9565393F9}" type="slidenum">
              <a:rPr lang="fr-FR" smtClean="0"/>
              <a:t>25</a:t>
            </a:fld>
            <a:endParaRPr lang="fr-FR"/>
          </a:p>
        </p:txBody>
      </p:sp>
    </p:spTree>
    <p:extLst>
      <p:ext uri="{BB962C8B-B14F-4D97-AF65-F5344CB8AC3E}">
        <p14:creationId xmlns:p14="http://schemas.microsoft.com/office/powerpoint/2010/main" val="35372116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solidFill>
                  <a:srgbClr val="292A2E"/>
                </a:solidFill>
                <a:highlight>
                  <a:srgbClr val="FFFFFF"/>
                </a:highlight>
              </a:rPr>
              <a:t>Team Structure: NOVA Pulse Squad</a:t>
            </a:r>
            <a:endParaRPr lang="en-US"/>
          </a:p>
          <a:p>
            <a:pPr marL="285750" indent="-285750">
              <a:buFont typeface="Arial"/>
              <a:buChar char="•"/>
            </a:pPr>
            <a:r>
              <a:rPr lang="en-US">
                <a:solidFill>
                  <a:srgbClr val="292A2E"/>
                </a:solidFill>
                <a:highlight>
                  <a:srgbClr val="FFFFFF"/>
                </a:highlight>
              </a:rPr>
              <a:t>One central squad, NOVA Pulse, made up of five </a:t>
            </a:r>
            <a:r>
              <a:rPr lang="en-US" err="1">
                <a:solidFill>
                  <a:srgbClr val="292A2E"/>
                </a:solidFill>
                <a:highlight>
                  <a:srgbClr val="FFFFFF"/>
                </a:highlight>
              </a:rPr>
              <a:t>specialised</a:t>
            </a:r>
            <a:r>
              <a:rPr lang="en-US">
                <a:solidFill>
                  <a:srgbClr val="292A2E"/>
                </a:solidFill>
                <a:highlight>
                  <a:srgbClr val="FFFFFF"/>
                </a:highlight>
              </a:rPr>
              <a:t> sub-teams</a:t>
            </a:r>
            <a:endParaRPr lang="en-US"/>
          </a:p>
          <a:p>
            <a:pPr marL="285750" indent="-285750">
              <a:buFont typeface="Arial"/>
              <a:buChar char="•"/>
            </a:pPr>
            <a:r>
              <a:rPr lang="en-US">
                <a:solidFill>
                  <a:srgbClr val="292A2E"/>
                </a:solidFill>
                <a:highlight>
                  <a:srgbClr val="FFFFFF"/>
                </a:highlight>
              </a:rPr>
              <a:t>Each sub-team has members in both Luxembourg and Malaysia</a:t>
            </a:r>
            <a:endParaRPr lang="en-US"/>
          </a:p>
          <a:p>
            <a:r>
              <a:rPr lang="en-US" b="1">
                <a:solidFill>
                  <a:srgbClr val="292A2E"/>
                </a:solidFill>
                <a:highlight>
                  <a:srgbClr val="FFFFFF"/>
                </a:highlight>
              </a:rPr>
              <a:t>Sub-teams</a:t>
            </a:r>
            <a:endParaRPr lang="en-US"/>
          </a:p>
          <a:p>
            <a:pPr marL="285750" indent="-285750">
              <a:buFont typeface="Arial"/>
              <a:buChar char="•"/>
            </a:pPr>
            <a:r>
              <a:rPr lang="en-US" b="1">
                <a:solidFill>
                  <a:srgbClr val="292A2E"/>
                </a:solidFill>
                <a:highlight>
                  <a:srgbClr val="FFFFFF"/>
                </a:highlight>
              </a:rPr>
              <a:t>Maestro:</a:t>
            </a:r>
            <a:r>
              <a:rPr lang="en-US">
                <a:solidFill>
                  <a:srgbClr val="292A2E"/>
                </a:solidFill>
                <a:highlight>
                  <a:srgbClr val="FFFFFF"/>
                </a:highlight>
              </a:rPr>
              <a:t> Orchestration and backend</a:t>
            </a:r>
            <a:endParaRPr lang="en-US"/>
          </a:p>
          <a:p>
            <a:pPr marL="285750" lvl="1" indent="-285750">
              <a:buFont typeface="Arial"/>
              <a:buChar char="•"/>
            </a:pPr>
            <a:r>
              <a:rPr lang="en-US">
                <a:solidFill>
                  <a:srgbClr val="292A2E"/>
                </a:solidFill>
                <a:highlight>
                  <a:srgbClr val="FFFFFF"/>
                </a:highlight>
              </a:rPr>
              <a:t>FSD: Bayes Ahmed</a:t>
            </a:r>
            <a:endParaRPr lang="en-US"/>
          </a:p>
          <a:p>
            <a:pPr marL="285750" indent="-285750">
              <a:buFont typeface="Arial"/>
              <a:buChar char="•"/>
            </a:pPr>
            <a:r>
              <a:rPr lang="en-US" b="1">
                <a:solidFill>
                  <a:srgbClr val="292A2E"/>
                </a:solidFill>
                <a:highlight>
                  <a:srgbClr val="FFFFFF"/>
                </a:highlight>
              </a:rPr>
              <a:t>Pixel:</a:t>
            </a:r>
            <a:r>
              <a:rPr lang="en-US">
                <a:solidFill>
                  <a:srgbClr val="292A2E"/>
                </a:solidFill>
                <a:highlight>
                  <a:srgbClr val="FFFFFF"/>
                </a:highlight>
              </a:rPr>
              <a:t> Frontend and UI</a:t>
            </a:r>
            <a:endParaRPr lang="en-US"/>
          </a:p>
          <a:p>
            <a:pPr marL="285750" lvl="1" indent="-285750">
              <a:buFont typeface="Arial"/>
              <a:buChar char="•"/>
            </a:pPr>
            <a:r>
              <a:rPr lang="en-US">
                <a:solidFill>
                  <a:srgbClr val="292A2E"/>
                </a:solidFill>
                <a:highlight>
                  <a:srgbClr val="FFFFFF"/>
                </a:highlight>
              </a:rPr>
              <a:t>FSD: Mohd </a:t>
            </a:r>
            <a:r>
              <a:rPr lang="en-US" err="1">
                <a:solidFill>
                  <a:srgbClr val="292A2E"/>
                </a:solidFill>
                <a:highlight>
                  <a:srgbClr val="FFFFFF"/>
                </a:highlight>
              </a:rPr>
              <a:t>Azli</a:t>
            </a:r>
            <a:endParaRPr lang="en-US" err="1"/>
          </a:p>
          <a:p>
            <a:pPr marL="285750" lvl="1" indent="-285750">
              <a:buFont typeface="Arial"/>
              <a:buChar char="•"/>
            </a:pPr>
            <a:r>
              <a:rPr lang="en-US">
                <a:solidFill>
                  <a:srgbClr val="292A2E"/>
                </a:solidFill>
                <a:highlight>
                  <a:srgbClr val="FFFFFF"/>
                </a:highlight>
              </a:rPr>
              <a:t>QA: Muhammad Nabil</a:t>
            </a:r>
            <a:endParaRPr lang="en-US"/>
          </a:p>
          <a:p>
            <a:pPr marL="285750" indent="-285750">
              <a:buFont typeface="Arial"/>
              <a:buChar char="•"/>
            </a:pPr>
            <a:r>
              <a:rPr lang="en-US" b="1">
                <a:solidFill>
                  <a:srgbClr val="292A2E"/>
                </a:solidFill>
                <a:highlight>
                  <a:srgbClr val="FFFFFF"/>
                </a:highlight>
              </a:rPr>
              <a:t>Data Surfers:</a:t>
            </a:r>
            <a:r>
              <a:rPr lang="en-US">
                <a:solidFill>
                  <a:srgbClr val="292A2E"/>
                </a:solidFill>
                <a:highlight>
                  <a:srgbClr val="FFFFFF"/>
                </a:highlight>
              </a:rPr>
              <a:t> Golden source and data</a:t>
            </a:r>
            <a:endParaRPr lang="en-US"/>
          </a:p>
          <a:p>
            <a:pPr marL="285750" indent="-285750">
              <a:buFont typeface="Arial"/>
              <a:buChar char="•"/>
            </a:pPr>
            <a:r>
              <a:rPr lang="en-US" b="1">
                <a:solidFill>
                  <a:srgbClr val="292A2E"/>
                </a:solidFill>
                <a:highlight>
                  <a:srgbClr val="FFFFFF"/>
                </a:highlight>
              </a:rPr>
              <a:t>Cloud Riders:</a:t>
            </a:r>
            <a:r>
              <a:rPr lang="en-US">
                <a:solidFill>
                  <a:srgbClr val="292A2E"/>
                </a:solidFill>
                <a:highlight>
                  <a:srgbClr val="FFFFFF"/>
                </a:highlight>
              </a:rPr>
              <a:t> Infrastructure and DevOps</a:t>
            </a:r>
            <a:endParaRPr lang="en-US"/>
          </a:p>
          <a:p>
            <a:pPr marL="285750" indent="-285750">
              <a:buFont typeface="Arial"/>
              <a:buChar char="•"/>
            </a:pPr>
            <a:r>
              <a:rPr lang="en-US" b="1" err="1">
                <a:solidFill>
                  <a:srgbClr val="292A2E"/>
                </a:solidFill>
                <a:highlight>
                  <a:srgbClr val="FFFFFF"/>
                </a:highlight>
              </a:rPr>
              <a:t>Über</a:t>
            </a:r>
            <a:r>
              <a:rPr lang="en-US" b="1">
                <a:solidFill>
                  <a:srgbClr val="292A2E"/>
                </a:solidFill>
                <a:highlight>
                  <a:srgbClr val="FFFFFF"/>
                </a:highlight>
              </a:rPr>
              <a:t> Squad:</a:t>
            </a:r>
            <a:r>
              <a:rPr lang="en-US">
                <a:solidFill>
                  <a:srgbClr val="292A2E"/>
                </a:solidFill>
                <a:highlight>
                  <a:srgbClr val="FFFFFF"/>
                </a:highlight>
              </a:rPr>
              <a:t> Shared work across the platform</a:t>
            </a:r>
            <a:endParaRPr lang="en-US"/>
          </a:p>
          <a:p>
            <a:r>
              <a:rPr lang="en-US" b="1">
                <a:solidFill>
                  <a:srgbClr val="292A2E"/>
                </a:solidFill>
                <a:highlight>
                  <a:srgbClr val="FFFFFF"/>
                </a:highlight>
              </a:rPr>
              <a:t>Meridian Crew: Fund Calendars and ODS</a:t>
            </a:r>
            <a:endParaRPr lang="en-US"/>
          </a:p>
          <a:p>
            <a:pPr marL="285750" indent="-285750">
              <a:buFont typeface="Arial"/>
              <a:buChar char="•"/>
            </a:pPr>
            <a:r>
              <a:rPr lang="en-US">
                <a:solidFill>
                  <a:srgbClr val="292A2E"/>
                </a:solidFill>
                <a:highlight>
                  <a:srgbClr val="FFFFFF"/>
                </a:highlight>
              </a:rPr>
              <a:t>A separate team that focuses on fund calendars and ODS</a:t>
            </a:r>
            <a:endParaRPr lang="en-US"/>
          </a:p>
          <a:p>
            <a:pPr marL="285750" indent="-285750">
              <a:buFont typeface="Arial"/>
              <a:buChar char="•"/>
            </a:pPr>
            <a:r>
              <a:rPr lang="en-US">
                <a:solidFill>
                  <a:srgbClr val="292A2E"/>
                </a:solidFill>
                <a:highlight>
                  <a:srgbClr val="FFFFFF"/>
                </a:highlight>
              </a:rPr>
              <a:t>Based in Malaysia</a:t>
            </a:r>
            <a:endParaRPr lang="en-US"/>
          </a:p>
          <a:p>
            <a:pPr marL="285750" indent="-285750">
              <a:buFont typeface="Arial"/>
              <a:buChar char="•"/>
            </a:pPr>
            <a:r>
              <a:rPr lang="en-US" b="1">
                <a:solidFill>
                  <a:srgbClr val="292A2E"/>
                </a:solidFill>
                <a:highlight>
                  <a:srgbClr val="FFFFFF"/>
                </a:highlight>
              </a:rPr>
              <a:t>Members:</a:t>
            </a:r>
            <a:endParaRPr lang="en-US"/>
          </a:p>
          <a:p>
            <a:pPr marL="285750" lvl="1" indent="-285750">
              <a:buFont typeface="Arial"/>
              <a:buChar char="•"/>
            </a:pPr>
            <a:r>
              <a:rPr lang="en-US">
                <a:solidFill>
                  <a:srgbClr val="292A2E"/>
                </a:solidFill>
                <a:highlight>
                  <a:srgbClr val="FFFFFF"/>
                </a:highlight>
              </a:rPr>
              <a:t>FSD: </a:t>
            </a:r>
            <a:r>
              <a:rPr lang="en-US">
                <a:solidFill>
                  <a:srgbClr val="505258"/>
                </a:solidFill>
                <a:highlight>
                  <a:srgbClr val="FFFFFF"/>
                </a:highlight>
              </a:rPr>
              <a:t>Bayes Ahmed</a:t>
            </a:r>
            <a:endParaRPr lang="en-US"/>
          </a:p>
          <a:p>
            <a:pPr marL="285750" lvl="1" indent="-285750">
              <a:buFont typeface="Arial"/>
              <a:buChar char="•"/>
            </a:pPr>
            <a:r>
              <a:rPr lang="en-US">
                <a:solidFill>
                  <a:srgbClr val="292A2E"/>
                </a:solidFill>
                <a:highlight>
                  <a:srgbClr val="FFFFFF"/>
                </a:highlight>
              </a:rPr>
              <a:t>FSD: Mohd </a:t>
            </a:r>
            <a:r>
              <a:rPr lang="en-US" err="1">
                <a:solidFill>
                  <a:srgbClr val="292A2E"/>
                </a:solidFill>
                <a:highlight>
                  <a:srgbClr val="FFFFFF"/>
                </a:highlight>
              </a:rPr>
              <a:t>Azli</a:t>
            </a:r>
            <a:endParaRPr lang="en-US" err="1"/>
          </a:p>
          <a:p>
            <a:pPr marL="285750" lvl="1" indent="-285750">
              <a:buFont typeface="Arial"/>
              <a:buChar char="•"/>
            </a:pPr>
            <a:r>
              <a:rPr lang="en-US">
                <a:solidFill>
                  <a:srgbClr val="292A2E"/>
                </a:solidFill>
                <a:highlight>
                  <a:srgbClr val="FFFFFF"/>
                </a:highlight>
              </a:rPr>
              <a:t>FSD: Nadir Munir</a:t>
            </a:r>
            <a:endParaRPr lang="en-US"/>
          </a:p>
          <a:p>
            <a:pPr marL="285750" lvl="1" indent="-285750">
              <a:buFont typeface="Arial"/>
              <a:buChar char="•"/>
            </a:pPr>
            <a:r>
              <a:rPr lang="en-US">
                <a:solidFill>
                  <a:srgbClr val="292A2E"/>
                </a:solidFill>
                <a:highlight>
                  <a:srgbClr val="FFFFFF"/>
                </a:highlight>
              </a:rPr>
              <a:t>QA: Muhammad Nabil</a:t>
            </a:r>
            <a:endParaRPr lang="en-US"/>
          </a:p>
          <a:p>
            <a:pPr lvl="1"/>
            <a:r>
              <a:rPr lang="en-US" b="1">
                <a:solidFill>
                  <a:srgbClr val="292A2E"/>
                </a:solidFill>
                <a:highlight>
                  <a:srgbClr val="FFFFFF"/>
                </a:highlight>
              </a:rPr>
              <a:t>Key Takeaway</a:t>
            </a:r>
            <a:endParaRPr lang="en-US"/>
          </a:p>
          <a:p>
            <a:pPr marL="285750" indent="-285750">
              <a:buFont typeface="Arial"/>
              <a:buChar char="•"/>
            </a:pPr>
            <a:r>
              <a:rPr lang="en-US">
                <a:solidFill>
                  <a:srgbClr val="292A2E"/>
                </a:solidFill>
                <a:highlight>
                  <a:srgbClr val="FFFFFF"/>
                </a:highlight>
              </a:rPr>
              <a:t>The work is split by area (UI, backend, data, infrastructure and shared work), with teams in two locations</a:t>
            </a:r>
            <a:endParaRPr lang="en-US"/>
          </a:p>
          <a:p>
            <a:pPr marL="285750" indent="-285750">
              <a:buFont typeface="Arial"/>
              <a:buChar char="•"/>
            </a:pPr>
            <a:r>
              <a:rPr lang="en-US">
                <a:solidFill>
                  <a:srgbClr val="292A2E"/>
                </a:solidFill>
                <a:highlight>
                  <a:srgbClr val="FFFFFF"/>
                </a:highlight>
              </a:rPr>
              <a:t>Some team members, such as </a:t>
            </a:r>
            <a:r>
              <a:rPr lang="en-US">
                <a:solidFill>
                  <a:srgbClr val="505258"/>
                </a:solidFill>
                <a:highlight>
                  <a:srgbClr val="FFFFFF"/>
                </a:highlight>
              </a:rPr>
              <a:t>Bayes Ahmed</a:t>
            </a:r>
            <a:r>
              <a:rPr lang="en-US">
                <a:solidFill>
                  <a:srgbClr val="292A2E"/>
                </a:solidFill>
                <a:highlight>
                  <a:srgbClr val="FFFFFF"/>
                </a:highlight>
              </a:rPr>
              <a:t>, </a:t>
            </a:r>
            <a:r>
              <a:rPr lang="en-US">
                <a:solidFill>
                  <a:srgbClr val="FFFFFF"/>
                </a:solidFill>
                <a:highlight>
                  <a:srgbClr val="1868DB"/>
                </a:highlight>
              </a:rPr>
              <a:t>Mohd Azli</a:t>
            </a:r>
            <a:r>
              <a:rPr lang="en-US">
                <a:solidFill>
                  <a:srgbClr val="292A2E"/>
                </a:solidFill>
                <a:highlight>
                  <a:srgbClr val="FFFFFF"/>
                </a:highlight>
              </a:rPr>
              <a:t> and </a:t>
            </a:r>
            <a:r>
              <a:rPr lang="en-US">
                <a:solidFill>
                  <a:srgbClr val="505258"/>
                </a:solidFill>
                <a:highlight>
                  <a:srgbClr val="FFFFFF"/>
                </a:highlight>
              </a:rPr>
              <a:t>Muhammad Nabil</a:t>
            </a:r>
            <a:r>
              <a:rPr lang="en-US">
                <a:solidFill>
                  <a:srgbClr val="292A2E"/>
                </a:solidFill>
                <a:highlight>
                  <a:srgbClr val="FFFFFF"/>
                </a:highlight>
              </a:rPr>
              <a:t>, work in both the core squads and Meridian Crew</a:t>
            </a:r>
            <a:endParaRPr lang="en-US"/>
          </a:p>
          <a:p>
            <a:endParaRPr lang="en-US">
              <a:latin typeface="Calibri"/>
              <a:ea typeface="Calibri"/>
              <a:cs typeface="Calibri"/>
            </a:endParaRPr>
          </a:p>
        </p:txBody>
      </p:sp>
      <p:sp>
        <p:nvSpPr>
          <p:cNvPr id="4" name="Slide Number Placeholder 3"/>
          <p:cNvSpPr>
            <a:spLocks noGrp="1"/>
          </p:cNvSpPr>
          <p:nvPr>
            <p:ph type="sldNum" sz="quarter" idx="5"/>
          </p:nvPr>
        </p:nvSpPr>
        <p:spPr/>
        <p:txBody>
          <a:bodyPr/>
          <a:lstStyle/>
          <a:p>
            <a:fld id="{AC57D614-D50A-4E26-ACB4-10F9565393F9}" type="slidenum">
              <a:rPr lang="fr-FR" smtClean="0"/>
              <a:t>26</a:t>
            </a:fld>
            <a:endParaRPr lang="fr-FR"/>
          </a:p>
        </p:txBody>
      </p:sp>
    </p:spTree>
    <p:extLst>
      <p:ext uri="{BB962C8B-B14F-4D97-AF65-F5344CB8AC3E}">
        <p14:creationId xmlns:p14="http://schemas.microsoft.com/office/powerpoint/2010/main" val="29678712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b="1">
                <a:solidFill>
                  <a:srgbClr val="292A2E"/>
                </a:solidFill>
                <a:highlight>
                  <a:srgbClr val="FFFFFF"/>
                </a:highlight>
              </a:rPr>
              <a:t>Pulse-NOVA Architecture: Tech Stack Flow</a:t>
            </a:r>
            <a:endParaRPr lang="en-MY"/>
          </a:p>
          <a:p>
            <a:pPr marL="171450" indent="-171450">
              <a:buFont typeface="Arial"/>
              <a:buChar char="•"/>
            </a:pPr>
            <a:r>
              <a:rPr lang="en-MY">
                <a:solidFill>
                  <a:srgbClr val="292A2E"/>
                </a:solidFill>
                <a:highlight>
                  <a:srgbClr val="FFFFFF"/>
                </a:highlight>
              </a:rPr>
              <a:t>Data moves step by step from the database through to the user's screen</a:t>
            </a:r>
            <a:endParaRPr lang="en-MY"/>
          </a:p>
          <a:p>
            <a:r>
              <a:rPr lang="en-MY" b="1">
                <a:solidFill>
                  <a:srgbClr val="292A2E"/>
                </a:solidFill>
                <a:highlight>
                  <a:srgbClr val="FFFFFF"/>
                </a:highlight>
              </a:rPr>
              <a:t>The Data Flow (Steps 01–07 + UI)</a:t>
            </a:r>
            <a:endParaRPr lang="en-MY"/>
          </a:p>
          <a:p>
            <a:pPr marL="171450" indent="-171450">
              <a:buFont typeface="Arial"/>
              <a:buChar char="•"/>
            </a:pPr>
            <a:r>
              <a:rPr lang="en-MY" b="1">
                <a:solidFill>
                  <a:srgbClr val="292A2E"/>
                </a:solidFill>
                <a:highlight>
                  <a:srgbClr val="FFFFFF"/>
                </a:highlight>
              </a:rPr>
              <a:t>Aurora PostgreSQL:</a:t>
            </a:r>
            <a:r>
              <a:rPr lang="en-MY">
                <a:solidFill>
                  <a:srgbClr val="292A2E"/>
                </a:solidFill>
                <a:highlight>
                  <a:srgbClr val="FFFFFF"/>
                </a:highlight>
              </a:rPr>
              <a:t> The Orchestrator (Maestro) stores business records here, on AWS</a:t>
            </a:r>
            <a:endParaRPr lang="en-MY"/>
          </a:p>
          <a:p>
            <a:pPr marL="171450" indent="-171450">
              <a:buFont typeface="Arial"/>
              <a:buChar char="•"/>
            </a:pPr>
            <a:r>
              <a:rPr lang="en-MY" b="1" err="1">
                <a:solidFill>
                  <a:srgbClr val="292A2E"/>
                </a:solidFill>
                <a:highlight>
                  <a:srgbClr val="FFFFFF"/>
                </a:highlight>
              </a:rPr>
              <a:t>Debezium</a:t>
            </a:r>
            <a:r>
              <a:rPr lang="en-MY" b="1">
                <a:solidFill>
                  <a:srgbClr val="292A2E"/>
                </a:solidFill>
                <a:highlight>
                  <a:srgbClr val="FFFFFF"/>
                </a:highlight>
              </a:rPr>
              <a:t> Connector:</a:t>
            </a:r>
            <a:r>
              <a:rPr lang="en-MY">
                <a:solidFill>
                  <a:srgbClr val="292A2E"/>
                </a:solidFill>
                <a:highlight>
                  <a:srgbClr val="FFFFFF"/>
                </a:highlight>
              </a:rPr>
              <a:t> MSK Connect captures database changes (CDC)</a:t>
            </a:r>
            <a:endParaRPr lang="en-MY"/>
          </a:p>
          <a:p>
            <a:pPr marL="171450" indent="-171450">
              <a:buFont typeface="Arial"/>
              <a:buChar char="•"/>
            </a:pPr>
            <a:r>
              <a:rPr lang="en-MY" b="1">
                <a:solidFill>
                  <a:srgbClr val="292A2E"/>
                </a:solidFill>
                <a:highlight>
                  <a:srgbClr val="FFFFFF"/>
                </a:highlight>
              </a:rPr>
              <a:t>Amazon MSK:</a:t>
            </a:r>
            <a:r>
              <a:rPr lang="en-MY">
                <a:solidFill>
                  <a:srgbClr val="292A2E"/>
                </a:solidFill>
                <a:highlight>
                  <a:srgbClr val="FFFFFF"/>
                </a:highlight>
              </a:rPr>
              <a:t> The event backbone, which routes Kafka topics across zones</a:t>
            </a:r>
            <a:endParaRPr lang="en-MY"/>
          </a:p>
          <a:p>
            <a:pPr marL="171450" indent="-171450">
              <a:buFont typeface="Arial"/>
              <a:buChar char="•"/>
            </a:pPr>
            <a:r>
              <a:rPr lang="en-MY" b="1">
                <a:solidFill>
                  <a:srgbClr val="292A2E"/>
                </a:solidFill>
                <a:highlight>
                  <a:srgbClr val="FFFFFF"/>
                </a:highlight>
              </a:rPr>
              <a:t>Stream Services:</a:t>
            </a:r>
            <a:r>
              <a:rPr lang="en-MY">
                <a:solidFill>
                  <a:srgbClr val="292A2E"/>
                </a:solidFill>
                <a:highlight>
                  <a:srgbClr val="FFFFFF"/>
                </a:highlight>
              </a:rPr>
              <a:t> Spring Boot services transform and enrich the data</a:t>
            </a:r>
            <a:endParaRPr lang="en-MY"/>
          </a:p>
          <a:p>
            <a:pPr marL="171450" indent="-171450">
              <a:buFont typeface="Arial"/>
              <a:buChar char="•"/>
            </a:pPr>
            <a:r>
              <a:rPr lang="en-MY" b="1">
                <a:solidFill>
                  <a:srgbClr val="292A2E"/>
                </a:solidFill>
                <a:highlight>
                  <a:srgbClr val="FFFFFF"/>
                </a:highlight>
              </a:rPr>
              <a:t>OpenSearch Sink:</a:t>
            </a:r>
            <a:r>
              <a:rPr lang="en-MY">
                <a:solidFill>
                  <a:srgbClr val="292A2E"/>
                </a:solidFill>
                <a:highlight>
                  <a:srgbClr val="FFFFFF"/>
                </a:highlight>
              </a:rPr>
              <a:t> MSK Connect writes the processed stream into OpenSearch</a:t>
            </a:r>
            <a:endParaRPr lang="en-MY"/>
          </a:p>
          <a:p>
            <a:pPr marL="171450" indent="-171450">
              <a:buFont typeface="Arial"/>
              <a:buChar char="•"/>
            </a:pPr>
            <a:r>
              <a:rPr lang="en-MY" b="1">
                <a:solidFill>
                  <a:srgbClr val="292A2E"/>
                </a:solidFill>
                <a:highlight>
                  <a:srgbClr val="FFFFFF"/>
                </a:highlight>
              </a:rPr>
              <a:t>OpenSearch Index:</a:t>
            </a:r>
            <a:r>
              <a:rPr lang="en-MY">
                <a:solidFill>
                  <a:srgbClr val="292A2E"/>
                </a:solidFill>
                <a:highlight>
                  <a:srgbClr val="FFFFFF"/>
                </a:highlight>
              </a:rPr>
              <a:t> The UI's read model, with aliases and labels</a:t>
            </a:r>
            <a:endParaRPr lang="en-MY"/>
          </a:p>
          <a:p>
            <a:pPr marL="171450" indent="-171450">
              <a:buFont typeface="Arial"/>
              <a:buChar char="•"/>
            </a:pPr>
            <a:r>
              <a:rPr lang="en-MY" b="1">
                <a:solidFill>
                  <a:srgbClr val="292A2E"/>
                </a:solidFill>
                <a:highlight>
                  <a:srgbClr val="FFFFFF"/>
                </a:highlight>
              </a:rPr>
              <a:t>BFF Layer:</a:t>
            </a:r>
            <a:r>
              <a:rPr lang="en-MY">
                <a:solidFill>
                  <a:srgbClr val="292A2E"/>
                </a:solidFill>
                <a:highlight>
                  <a:srgbClr val="FFFFFF"/>
                </a:highlight>
              </a:rPr>
              <a:t> </a:t>
            </a:r>
            <a:r>
              <a:rPr lang="en-MY" err="1">
                <a:solidFill>
                  <a:srgbClr val="292A2E"/>
                </a:solidFill>
                <a:highlight>
                  <a:srgbClr val="FFFFFF"/>
                </a:highlight>
              </a:rPr>
              <a:t>NestJS</a:t>
            </a:r>
            <a:r>
              <a:rPr lang="en-MY">
                <a:solidFill>
                  <a:srgbClr val="292A2E"/>
                </a:solidFill>
                <a:highlight>
                  <a:srgbClr val="FFFFFF"/>
                </a:highlight>
              </a:rPr>
              <a:t> REST endpoints with role-based security</a:t>
            </a:r>
            <a:endParaRPr lang="en-MY"/>
          </a:p>
          <a:p>
            <a:pPr marL="171450" indent="-171450">
              <a:buFont typeface="Arial"/>
              <a:buChar char="•"/>
            </a:pPr>
            <a:r>
              <a:rPr lang="en-MY" b="1">
                <a:solidFill>
                  <a:srgbClr val="292A2E"/>
                </a:solidFill>
                <a:highlight>
                  <a:srgbClr val="FFFFFF"/>
                </a:highlight>
              </a:rPr>
              <a:t>Angular Shell:</a:t>
            </a:r>
            <a:r>
              <a:rPr lang="en-MY">
                <a:solidFill>
                  <a:srgbClr val="292A2E"/>
                </a:solidFill>
                <a:highlight>
                  <a:srgbClr val="FFFFFF"/>
                </a:highlight>
              </a:rPr>
              <a:t> Uses Webpack Module Federation to load the </a:t>
            </a:r>
            <a:r>
              <a:rPr lang="en-MY" err="1">
                <a:solidFill>
                  <a:srgbClr val="292A2E"/>
                </a:solidFill>
                <a:highlight>
                  <a:srgbClr val="FFFFFF"/>
                </a:highlight>
              </a:rPr>
              <a:t>microfrontends</a:t>
            </a:r>
            <a:endParaRPr lang="en-MY" err="1"/>
          </a:p>
          <a:p>
            <a:r>
              <a:rPr lang="en-MY" b="1">
                <a:solidFill>
                  <a:srgbClr val="292A2E"/>
                </a:solidFill>
                <a:highlight>
                  <a:srgbClr val="FFFFFF"/>
                </a:highlight>
              </a:rPr>
              <a:t>Key Building Blocks</a:t>
            </a:r>
            <a:endParaRPr lang="en-MY"/>
          </a:p>
          <a:p>
            <a:pPr marL="171450" indent="-171450">
              <a:buFont typeface="Arial"/>
              <a:buChar char="•"/>
            </a:pPr>
            <a:r>
              <a:rPr lang="en-MY" b="1" err="1">
                <a:solidFill>
                  <a:srgbClr val="292A2E"/>
                </a:solidFill>
                <a:highlight>
                  <a:srgbClr val="FFFFFF"/>
                </a:highlight>
              </a:rPr>
              <a:t>Microfrontends</a:t>
            </a:r>
            <a:r>
              <a:rPr lang="en-MY" b="1">
                <a:solidFill>
                  <a:srgbClr val="292A2E"/>
                </a:solidFill>
                <a:highlight>
                  <a:srgbClr val="FFFFFF"/>
                </a:highlight>
              </a:rPr>
              <a:t> (Angular):</a:t>
            </a:r>
            <a:endParaRPr lang="en-MY"/>
          </a:p>
          <a:p>
            <a:pPr marL="628650" lvl="1" indent="-171450">
              <a:buFont typeface="Arial"/>
              <a:buChar char="•"/>
            </a:pPr>
            <a:r>
              <a:rPr lang="en-MY">
                <a:solidFill>
                  <a:srgbClr val="292A2E"/>
                </a:solidFill>
                <a:highlight>
                  <a:srgbClr val="FFFFFF"/>
                </a:highlight>
              </a:rPr>
              <a:t>Each screen is a separate Angular app</a:t>
            </a:r>
            <a:endParaRPr lang="en-MY"/>
          </a:p>
          <a:p>
            <a:pPr marL="628650" lvl="1" indent="-171450">
              <a:buFont typeface="Arial"/>
              <a:buChar char="•"/>
            </a:pPr>
            <a:r>
              <a:rPr lang="en-MY">
                <a:solidFill>
                  <a:srgbClr val="292A2E"/>
                </a:solidFill>
                <a:highlight>
                  <a:srgbClr val="FFFFFF"/>
                </a:highlight>
              </a:rPr>
              <a:t>Screens can be deployed with zero downtime</a:t>
            </a:r>
            <a:endParaRPr lang="en-MY"/>
          </a:p>
          <a:p>
            <a:pPr marL="171450" indent="-171450">
              <a:buFont typeface="Arial"/>
              <a:buChar char="•"/>
            </a:pPr>
            <a:r>
              <a:rPr lang="en-MY" b="1">
                <a:solidFill>
                  <a:srgbClr val="292A2E"/>
                </a:solidFill>
                <a:highlight>
                  <a:srgbClr val="FFFFFF"/>
                </a:highlight>
              </a:rPr>
              <a:t>Backend for Frontend (</a:t>
            </a:r>
            <a:r>
              <a:rPr lang="en-MY" b="1" err="1">
                <a:solidFill>
                  <a:srgbClr val="292A2E"/>
                </a:solidFill>
                <a:highlight>
                  <a:srgbClr val="FFFFFF"/>
                </a:highlight>
              </a:rPr>
              <a:t>NestJS</a:t>
            </a:r>
            <a:r>
              <a:rPr lang="en-MY" b="1">
                <a:solidFill>
                  <a:srgbClr val="292A2E"/>
                </a:solidFill>
                <a:highlight>
                  <a:srgbClr val="FFFFFF"/>
                </a:highlight>
              </a:rPr>
              <a:t>):</a:t>
            </a:r>
            <a:endParaRPr lang="en-MY"/>
          </a:p>
          <a:p>
            <a:pPr marL="628650" lvl="1" indent="-171450">
              <a:buFont typeface="Arial"/>
              <a:buChar char="•"/>
            </a:pPr>
            <a:r>
              <a:rPr lang="en-MY">
                <a:solidFill>
                  <a:srgbClr val="292A2E"/>
                </a:solidFill>
                <a:highlight>
                  <a:srgbClr val="FFFFFF"/>
                </a:highlight>
              </a:rPr>
              <a:t>A dedicated gateway for the UI</a:t>
            </a:r>
            <a:endParaRPr lang="en-MY"/>
          </a:p>
          <a:p>
            <a:pPr marL="628650" lvl="1" indent="-171450">
              <a:buFont typeface="Arial"/>
              <a:buChar char="•"/>
            </a:pPr>
            <a:r>
              <a:rPr lang="en-MY">
                <a:solidFill>
                  <a:srgbClr val="292A2E"/>
                </a:solidFill>
                <a:highlight>
                  <a:srgbClr val="FFFFFF"/>
                </a:highlight>
              </a:rPr>
              <a:t>Keeps database complexity away from the frontend</a:t>
            </a:r>
            <a:endParaRPr lang="en-MY"/>
          </a:p>
          <a:p>
            <a:pPr marL="171450" indent="-171450">
              <a:buFont typeface="Arial"/>
              <a:buChar char="•"/>
            </a:pPr>
            <a:r>
              <a:rPr lang="en-MY" b="1">
                <a:solidFill>
                  <a:srgbClr val="292A2E"/>
                </a:solidFill>
                <a:highlight>
                  <a:srgbClr val="FFFFFF"/>
                </a:highlight>
              </a:rPr>
              <a:t>Stream Processing (Kafka Streams):</a:t>
            </a:r>
            <a:endParaRPr lang="en-MY"/>
          </a:p>
          <a:p>
            <a:pPr marL="628650" lvl="1" indent="-171450">
              <a:buFont typeface="Arial"/>
              <a:buChar char="•"/>
            </a:pPr>
            <a:r>
              <a:rPr lang="en-MY">
                <a:solidFill>
                  <a:srgbClr val="292A2E"/>
                </a:solidFill>
                <a:highlight>
                  <a:srgbClr val="FFFFFF"/>
                </a:highlight>
              </a:rPr>
              <a:t>Runs continuously</a:t>
            </a:r>
            <a:endParaRPr lang="en-MY"/>
          </a:p>
          <a:p>
            <a:pPr marL="628650" lvl="1" indent="-171450">
              <a:buFont typeface="Arial"/>
              <a:buChar char="•"/>
            </a:pPr>
            <a:r>
              <a:rPr lang="en-MY">
                <a:solidFill>
                  <a:srgbClr val="292A2E"/>
                </a:solidFill>
                <a:highlight>
                  <a:srgbClr val="FFFFFF"/>
                </a:highlight>
              </a:rPr>
              <a:t>Prepares documents ready for the UI</a:t>
            </a:r>
            <a:endParaRPr lang="en-MY"/>
          </a:p>
          <a:p>
            <a:pPr marL="171450" indent="-171450">
              <a:buFont typeface="Arial"/>
              <a:buChar char="•"/>
            </a:pPr>
            <a:r>
              <a:rPr lang="en-MY" b="1">
                <a:solidFill>
                  <a:srgbClr val="292A2E"/>
                </a:solidFill>
                <a:highlight>
                  <a:srgbClr val="FFFFFF"/>
                </a:highlight>
              </a:rPr>
              <a:t>MSK Connectors:</a:t>
            </a:r>
            <a:endParaRPr lang="en-MY"/>
          </a:p>
          <a:p>
            <a:pPr marL="628650" lvl="1" indent="-171450">
              <a:buFont typeface="Arial"/>
              <a:buChar char="•"/>
            </a:pPr>
            <a:r>
              <a:rPr lang="en-MY">
                <a:solidFill>
                  <a:srgbClr val="292A2E"/>
                </a:solidFill>
                <a:highlight>
                  <a:srgbClr val="FFFFFF"/>
                </a:highlight>
              </a:rPr>
              <a:t>Managed Kafka Connect</a:t>
            </a:r>
            <a:endParaRPr lang="en-MY"/>
          </a:p>
          <a:p>
            <a:pPr marL="628650" lvl="1" indent="-171450">
              <a:buFont typeface="Arial"/>
              <a:buChar char="•"/>
            </a:pPr>
            <a:r>
              <a:rPr lang="en-MY">
                <a:solidFill>
                  <a:srgbClr val="292A2E"/>
                </a:solidFill>
                <a:highlight>
                  <a:srgbClr val="FFFFFF"/>
                </a:highlight>
              </a:rPr>
              <a:t>Sink pipelines run automatically</a:t>
            </a:r>
            <a:endParaRPr lang="en-MY"/>
          </a:p>
          <a:p>
            <a:pPr lvl="1"/>
            <a:r>
              <a:rPr lang="en-MY" b="1">
                <a:solidFill>
                  <a:srgbClr val="292A2E"/>
                </a:solidFill>
                <a:highlight>
                  <a:srgbClr val="FFFFFF"/>
                </a:highlight>
              </a:rPr>
              <a:t>Platform Foundation</a:t>
            </a:r>
            <a:endParaRPr lang="en-MY"/>
          </a:p>
          <a:p>
            <a:pPr marL="171450" indent="-171450">
              <a:buFont typeface="Arial"/>
              <a:buChar char="•"/>
            </a:pPr>
            <a:r>
              <a:rPr lang="en-MY" b="1" err="1">
                <a:solidFill>
                  <a:srgbClr val="292A2E"/>
                </a:solidFill>
                <a:highlight>
                  <a:srgbClr val="FFFFFF"/>
                </a:highlight>
              </a:rPr>
              <a:t>Keycloak</a:t>
            </a:r>
            <a:r>
              <a:rPr lang="en-MY" b="1">
                <a:solidFill>
                  <a:srgbClr val="292A2E"/>
                </a:solidFill>
                <a:highlight>
                  <a:srgbClr val="FFFFFF"/>
                </a:highlight>
              </a:rPr>
              <a:t>:</a:t>
            </a:r>
            <a:r>
              <a:rPr lang="en-MY">
                <a:solidFill>
                  <a:srgbClr val="292A2E"/>
                </a:solidFill>
                <a:highlight>
                  <a:srgbClr val="FFFFFF"/>
                </a:highlight>
              </a:rPr>
              <a:t> Handles authentication (the slide says "AGAC")</a:t>
            </a:r>
            <a:endParaRPr lang="en-MY"/>
          </a:p>
          <a:p>
            <a:pPr marL="171450" indent="-171450">
              <a:buFont typeface="Arial"/>
              <a:buChar char="•"/>
            </a:pPr>
            <a:r>
              <a:rPr lang="en-MY" b="1">
                <a:solidFill>
                  <a:srgbClr val="292A2E"/>
                </a:solidFill>
                <a:highlight>
                  <a:srgbClr val="FFFFFF"/>
                </a:highlight>
              </a:rPr>
              <a:t>AWS EKS with </a:t>
            </a:r>
            <a:r>
              <a:rPr lang="en-MY" b="1" err="1">
                <a:solidFill>
                  <a:srgbClr val="292A2E"/>
                </a:solidFill>
                <a:highlight>
                  <a:srgbClr val="FFFFFF"/>
                </a:highlight>
              </a:rPr>
              <a:t>ArgoCD</a:t>
            </a:r>
            <a:r>
              <a:rPr lang="en-MY" b="1">
                <a:solidFill>
                  <a:srgbClr val="292A2E"/>
                </a:solidFill>
                <a:highlight>
                  <a:srgbClr val="FFFFFF"/>
                </a:highlight>
              </a:rPr>
              <a:t>:</a:t>
            </a:r>
            <a:r>
              <a:rPr lang="en-MY">
                <a:solidFill>
                  <a:srgbClr val="292A2E"/>
                </a:solidFill>
                <a:highlight>
                  <a:srgbClr val="FFFFFF"/>
                </a:highlight>
              </a:rPr>
              <a:t> Deployments are managed through </a:t>
            </a:r>
            <a:r>
              <a:rPr lang="en-MY" err="1">
                <a:solidFill>
                  <a:srgbClr val="292A2E"/>
                </a:solidFill>
                <a:highlight>
                  <a:srgbClr val="FFFFFF"/>
                </a:highlight>
              </a:rPr>
              <a:t>GitOps</a:t>
            </a:r>
            <a:endParaRPr lang="en-MY" err="1"/>
          </a:p>
          <a:p>
            <a:pPr marL="171450" indent="-171450">
              <a:buFont typeface="Arial"/>
              <a:buChar char="•"/>
            </a:pPr>
            <a:r>
              <a:rPr lang="en-MY">
                <a:solidFill>
                  <a:srgbClr val="292A2E"/>
                </a:solidFill>
                <a:highlight>
                  <a:srgbClr val="FFFFFF"/>
                </a:highlight>
              </a:rPr>
              <a:t>A secure, scalable cloud foundation</a:t>
            </a:r>
            <a:endParaRPr lang="en-MY"/>
          </a:p>
          <a:p>
            <a:pPr marL="171450" indent="-171450">
              <a:buFont typeface="Arial"/>
              <a:buChar char="•"/>
            </a:pPr>
            <a:r>
              <a:rPr lang="en-MY">
                <a:solidFill>
                  <a:srgbClr val="292A2E"/>
                </a:solidFill>
                <a:highlight>
                  <a:srgbClr val="FFFFFF"/>
                </a:highlight>
              </a:rPr>
              <a:t>Supports four environments: DEV, QUAL, PPRD and PROD</a:t>
            </a:r>
            <a:endParaRPr lang="en-MY"/>
          </a:p>
          <a:p>
            <a:r>
              <a:rPr lang="en-MY" b="1">
                <a:solidFill>
                  <a:srgbClr val="292A2E"/>
                </a:solidFill>
                <a:highlight>
                  <a:srgbClr val="FFFFFF"/>
                </a:highlight>
              </a:rPr>
              <a:t>Key Takeaway</a:t>
            </a:r>
            <a:endParaRPr lang="en-MY"/>
          </a:p>
          <a:p>
            <a:pPr marL="171450" indent="-171450">
              <a:buFont typeface="Arial"/>
              <a:buChar char="•"/>
            </a:pPr>
            <a:r>
              <a:rPr lang="en-MY">
                <a:solidFill>
                  <a:srgbClr val="292A2E"/>
                </a:solidFill>
                <a:highlight>
                  <a:srgbClr val="FFFFFF"/>
                </a:highlight>
              </a:rPr>
              <a:t>When a record changes in the database, the change streams through Kafka, gets indexed in OpenSearch, and shows up in the UI through the BFF. Data reaches users quickly and the frontend stays separate from the database.</a:t>
            </a:r>
            <a:endParaRPr lang="en-MY"/>
          </a:p>
          <a:p>
            <a:endParaRPr lang="en-MY"/>
          </a:p>
        </p:txBody>
      </p:sp>
      <p:sp>
        <p:nvSpPr>
          <p:cNvPr id="4" name="Slide Number Placeholder 3"/>
          <p:cNvSpPr>
            <a:spLocks noGrp="1"/>
          </p:cNvSpPr>
          <p:nvPr>
            <p:ph type="sldNum" sz="quarter" idx="5"/>
          </p:nvPr>
        </p:nvSpPr>
        <p:spPr/>
        <p:txBody>
          <a:bodyPr/>
          <a:lstStyle/>
          <a:p>
            <a:fld id="{AC57D614-D50A-4E26-ACB4-10F9565393F9}" type="slidenum">
              <a:rPr lang="fr-FR" smtClean="0"/>
              <a:t>27</a:t>
            </a:fld>
            <a:endParaRPr lang="fr-FR"/>
          </a:p>
        </p:txBody>
      </p:sp>
    </p:spTree>
    <p:extLst>
      <p:ext uri="{BB962C8B-B14F-4D97-AF65-F5344CB8AC3E}">
        <p14:creationId xmlns:p14="http://schemas.microsoft.com/office/powerpoint/2010/main" val="33847622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solidFill>
                  <a:srgbClr val="292A2E"/>
                </a:solidFill>
                <a:highlight>
                  <a:srgbClr val="FFFFFF"/>
                </a:highlight>
              </a:rPr>
              <a:t>Key Achievements: Milestones &amp; Highlights</a:t>
            </a:r>
            <a:endParaRPr lang="en-US"/>
          </a:p>
          <a:p>
            <a:pPr marL="285750" indent="-285750">
              <a:buFont typeface="Arial"/>
              <a:buChar char="•"/>
            </a:pPr>
            <a:r>
              <a:rPr lang="en-US">
                <a:solidFill>
                  <a:srgbClr val="292A2E"/>
                </a:solidFill>
                <a:highlight>
                  <a:srgbClr val="FFFFFF"/>
                </a:highlight>
              </a:rPr>
              <a:t>Status as of 15 Oct 2026 (checked in Jira on 2026-10-15)</a:t>
            </a:r>
            <a:endParaRPr lang="en-US"/>
          </a:p>
          <a:p>
            <a:r>
              <a:rPr lang="en-US" b="1">
                <a:solidFill>
                  <a:srgbClr val="292A2E"/>
                </a:solidFill>
                <a:highlight>
                  <a:srgbClr val="FFFFFF"/>
                </a:highlight>
              </a:rPr>
              <a:t>01. Epics Delivered</a:t>
            </a:r>
            <a:endParaRPr lang="en-US"/>
          </a:p>
          <a:p>
            <a:pPr marL="285750" indent="-285750">
              <a:buFont typeface="Arial"/>
              <a:buChar char="•"/>
            </a:pPr>
            <a:r>
              <a:rPr lang="en-US" b="1">
                <a:solidFill>
                  <a:srgbClr val="292A2E"/>
                </a:solidFill>
                <a:highlight>
                  <a:srgbClr val="FFFFFF"/>
                </a:highlight>
              </a:rPr>
              <a:t>Calendar Feature:</a:t>
            </a:r>
            <a:r>
              <a:rPr lang="en-US">
                <a:solidFill>
                  <a:srgbClr val="292A2E"/>
                </a:solidFill>
                <a:highlight>
                  <a:srgbClr val="FFFFFF"/>
                </a:highlight>
              </a:rPr>
              <a:t> Live in Production</a:t>
            </a:r>
            <a:endParaRPr lang="en-US"/>
          </a:p>
          <a:p>
            <a:pPr marL="285750" indent="-285750">
              <a:buFont typeface="Arial"/>
              <a:buChar char="•"/>
            </a:pPr>
            <a:r>
              <a:rPr lang="en-US" b="1">
                <a:solidFill>
                  <a:srgbClr val="292A2E"/>
                </a:solidFill>
                <a:highlight>
                  <a:srgbClr val="FFFFFF"/>
                </a:highlight>
              </a:rPr>
              <a:t>ODS (Order Date Simulator):</a:t>
            </a:r>
            <a:endParaRPr lang="en-US"/>
          </a:p>
          <a:p>
            <a:pPr marL="285750" lvl="1" indent="-285750">
              <a:buFont typeface="Arial"/>
              <a:buChar char="•"/>
            </a:pPr>
            <a:r>
              <a:rPr lang="en-US">
                <a:solidFill>
                  <a:srgbClr val="292A2E"/>
                </a:solidFill>
                <a:highlight>
                  <a:srgbClr val="FFFFFF"/>
                </a:highlight>
              </a:rPr>
              <a:t>Deployed to Preprod and in UAT now</a:t>
            </a:r>
            <a:endParaRPr lang="en-US"/>
          </a:p>
          <a:p>
            <a:pPr marL="285750" lvl="1" indent="-285750">
              <a:buFont typeface="Arial"/>
              <a:buChar char="•"/>
            </a:pPr>
            <a:r>
              <a:rPr lang="en-US">
                <a:solidFill>
                  <a:srgbClr val="292A2E"/>
                </a:solidFill>
                <a:highlight>
                  <a:srgbClr val="FFFFFF"/>
                </a:highlight>
              </a:rPr>
              <a:t>Production go-live planned for Nov 2026</a:t>
            </a:r>
            <a:endParaRPr lang="en-US"/>
          </a:p>
          <a:p>
            <a:pPr marL="285750" indent="-285750">
              <a:buFont typeface="Arial"/>
              <a:buChar char="•"/>
            </a:pPr>
            <a:r>
              <a:rPr lang="en-US" b="1">
                <a:solidFill>
                  <a:srgbClr val="292A2E"/>
                </a:solidFill>
                <a:highlight>
                  <a:srgbClr val="FFFFFF"/>
                </a:highlight>
              </a:rPr>
              <a:t>Setup / Configuration Tables Viewer (CTV):</a:t>
            </a:r>
            <a:r>
              <a:rPr lang="en-US">
                <a:solidFill>
                  <a:srgbClr val="292A2E"/>
                </a:solidFill>
                <a:highlight>
                  <a:srgbClr val="FFFFFF"/>
                </a:highlight>
              </a:rPr>
              <a:t> In Progress</a:t>
            </a:r>
            <a:endParaRPr lang="en-US"/>
          </a:p>
          <a:p>
            <a:pPr marL="285750" lvl="1" indent="-285750">
              <a:buFont typeface="Arial"/>
              <a:buChar char="•"/>
            </a:pPr>
            <a:r>
              <a:rPr lang="en-US">
                <a:solidFill>
                  <a:srgbClr val="292A2E"/>
                </a:solidFill>
                <a:highlight>
                  <a:srgbClr val="FFFFFF"/>
                </a:highlight>
              </a:rPr>
              <a:t>A read-only viewer for 15 configuration tables</a:t>
            </a:r>
            <a:endParaRPr lang="en-US"/>
          </a:p>
          <a:p>
            <a:pPr marL="285750" lvl="1" indent="-285750">
              <a:buFont typeface="Arial"/>
              <a:buChar char="•"/>
            </a:pPr>
            <a:r>
              <a:rPr lang="en-US">
                <a:solidFill>
                  <a:srgbClr val="292A2E"/>
                </a:solidFill>
                <a:highlight>
                  <a:srgbClr val="FFFFFF"/>
                </a:highlight>
              </a:rPr>
              <a:t>Business users won't need manual database checks any more</a:t>
            </a:r>
            <a:endParaRPr lang="en-US"/>
          </a:p>
          <a:p>
            <a:pPr lvl="1"/>
            <a:r>
              <a:rPr lang="en-US" b="1">
                <a:solidFill>
                  <a:srgbClr val="292A2E"/>
                </a:solidFill>
                <a:highlight>
                  <a:srgbClr val="FFFFFF"/>
                </a:highlight>
              </a:rPr>
              <a:t>02. Key Numbers</a:t>
            </a:r>
            <a:endParaRPr lang="en-US"/>
          </a:p>
          <a:p>
            <a:pPr marL="285750" indent="-285750">
              <a:buFont typeface="Arial"/>
              <a:buChar char="•"/>
            </a:pPr>
            <a:r>
              <a:rPr lang="en-US" b="1">
                <a:solidFill>
                  <a:srgbClr val="292A2E"/>
                </a:solidFill>
                <a:highlight>
                  <a:srgbClr val="FFFFFF"/>
                </a:highlight>
              </a:rPr>
              <a:t>5 sprints completed:</a:t>
            </a:r>
            <a:r>
              <a:rPr lang="en-US">
                <a:solidFill>
                  <a:srgbClr val="292A2E"/>
                </a:solidFill>
                <a:highlight>
                  <a:srgbClr val="FFFFFF"/>
                </a:highlight>
              </a:rPr>
              <a:t> Sprints 26–30, with Sprint 31 in progress</a:t>
            </a:r>
            <a:endParaRPr lang="en-US"/>
          </a:p>
          <a:p>
            <a:pPr marL="285750" indent="-285750">
              <a:buFont typeface="Arial"/>
              <a:buChar char="•"/>
            </a:pPr>
            <a:r>
              <a:rPr lang="en-US" b="1">
                <a:solidFill>
                  <a:srgbClr val="292A2E"/>
                </a:solidFill>
                <a:highlight>
                  <a:srgbClr val="FFFFFF"/>
                </a:highlight>
              </a:rPr>
              <a:t>3 epics delivered:</a:t>
            </a:r>
            <a:r>
              <a:rPr lang="en-US">
                <a:solidFill>
                  <a:srgbClr val="292A2E"/>
                </a:solidFill>
                <a:highlight>
                  <a:srgbClr val="FFFFFF"/>
                </a:highlight>
              </a:rPr>
              <a:t> Calendar, ODS and Setup/CTV</a:t>
            </a:r>
            <a:endParaRPr lang="en-US"/>
          </a:p>
          <a:p>
            <a:pPr marL="285750" indent="-285750">
              <a:buFont typeface="Arial"/>
              <a:buChar char="•"/>
            </a:pPr>
            <a:r>
              <a:rPr lang="en-US" b="1">
                <a:solidFill>
                  <a:srgbClr val="292A2E"/>
                </a:solidFill>
                <a:highlight>
                  <a:srgbClr val="FFFFFF"/>
                </a:highlight>
              </a:rPr>
              <a:t>75 total tickets:</a:t>
            </a:r>
            <a:r>
              <a:rPr lang="en-US">
                <a:solidFill>
                  <a:srgbClr val="292A2E"/>
                </a:solidFill>
                <a:highlight>
                  <a:srgbClr val="FFFFFF"/>
                </a:highlight>
              </a:rPr>
              <a:t> 29 Calendar, 22 ODS and 24 Setup/CTV</a:t>
            </a:r>
            <a:endParaRPr lang="en-US"/>
          </a:p>
          <a:p>
            <a:r>
              <a:rPr lang="en-US" b="1">
                <a:solidFill>
                  <a:srgbClr val="292A2E"/>
                </a:solidFill>
                <a:highlight>
                  <a:srgbClr val="FFFFFF"/>
                </a:highlight>
              </a:rPr>
              <a:t>03. Feature Breakdown</a:t>
            </a:r>
            <a:endParaRPr lang="en-US"/>
          </a:p>
          <a:p>
            <a:r>
              <a:rPr lang="en-US">
                <a:highlight>
                  <a:srgbClr val="F0F1F2"/>
                </a:highlight>
              </a:rPr>
              <a:t>Feature</a:t>
            </a:r>
            <a:endParaRPr lang="en-US"/>
          </a:p>
          <a:p>
            <a:r>
              <a:rPr lang="en-US">
                <a:highlight>
                  <a:srgbClr val="F0F1F2"/>
                </a:highlight>
              </a:rPr>
              <a:t>Status</a:t>
            </a:r>
            <a:endParaRPr lang="en-US"/>
          </a:p>
          <a:p>
            <a:r>
              <a:rPr lang="en-US">
                <a:highlight>
                  <a:srgbClr val="F0F1F2"/>
                </a:highlight>
              </a:rPr>
              <a:t>Tickets</a:t>
            </a:r>
            <a:endParaRPr lang="en-US"/>
          </a:p>
          <a:p>
            <a:r>
              <a:rPr lang="en-US">
                <a:highlight>
                  <a:srgbClr val="FFFFFF"/>
                </a:highlight>
              </a:rPr>
              <a:t>Calendar</a:t>
            </a:r>
            <a:endParaRPr lang="en-US"/>
          </a:p>
          <a:p>
            <a:r>
              <a:rPr lang="en-US">
                <a:highlight>
                  <a:srgbClr val="FFFFFF"/>
                </a:highlight>
              </a:rPr>
              <a:t>Live in Production</a:t>
            </a:r>
            <a:endParaRPr lang="en-US"/>
          </a:p>
          <a:p>
            <a:r>
              <a:rPr lang="en-US">
                <a:highlight>
                  <a:srgbClr val="FFFFFF"/>
                </a:highlight>
              </a:rPr>
              <a:t>29</a:t>
            </a:r>
            <a:endParaRPr lang="en-US"/>
          </a:p>
          <a:p>
            <a:r>
              <a:rPr lang="en-US">
                <a:highlight>
                  <a:srgbClr val="FFFFFF"/>
                </a:highlight>
              </a:rPr>
              <a:t>ODS</a:t>
            </a:r>
            <a:endParaRPr lang="en-US"/>
          </a:p>
          <a:p>
            <a:r>
              <a:rPr lang="en-US">
                <a:highlight>
                  <a:srgbClr val="FFFFFF"/>
                </a:highlight>
              </a:rPr>
              <a:t>Preprod / UAT, Production in Nov 2026</a:t>
            </a:r>
            <a:endParaRPr lang="en-US"/>
          </a:p>
          <a:p>
            <a:r>
              <a:rPr lang="en-US">
                <a:highlight>
                  <a:srgbClr val="FFFFFF"/>
                </a:highlight>
              </a:rPr>
              <a:t>22</a:t>
            </a:r>
            <a:endParaRPr lang="en-US"/>
          </a:p>
          <a:p>
            <a:r>
              <a:rPr lang="en-US">
                <a:highlight>
                  <a:srgbClr val="FFFFFF"/>
                </a:highlight>
              </a:rPr>
              <a:t>Setup/CTV</a:t>
            </a:r>
            <a:endParaRPr lang="en-US"/>
          </a:p>
          <a:p>
            <a:r>
              <a:rPr lang="en-US">
                <a:highlight>
                  <a:srgbClr val="FFFFFF"/>
                </a:highlight>
              </a:rPr>
              <a:t>In Progress</a:t>
            </a:r>
            <a:endParaRPr lang="en-US"/>
          </a:p>
          <a:p>
            <a:r>
              <a:rPr lang="en-US">
                <a:highlight>
                  <a:srgbClr val="FFFFFF"/>
                </a:highlight>
              </a:rPr>
              <a:t>24</a:t>
            </a:r>
            <a:endParaRPr lang="en-US"/>
          </a:p>
          <a:p>
            <a:r>
              <a:rPr lang="en-US" b="1">
                <a:solidFill>
                  <a:srgbClr val="292A2E"/>
                </a:solidFill>
                <a:highlight>
                  <a:srgbClr val="FFFFFF"/>
                </a:highlight>
              </a:rPr>
              <a:t>Key Takeaway</a:t>
            </a:r>
            <a:endParaRPr lang="en-US"/>
          </a:p>
          <a:p>
            <a:pPr marL="285750" indent="-285750">
              <a:buFont typeface="Arial"/>
              <a:buChar char="•"/>
            </a:pPr>
            <a:r>
              <a:rPr lang="en-US">
                <a:solidFill>
                  <a:srgbClr val="292A2E"/>
                </a:solidFill>
                <a:highlight>
                  <a:srgbClr val="FFFFFF"/>
                </a:highlight>
              </a:rPr>
              <a:t>One feature is live, one is close to Production, and one is in progress. The team closed 75 tickets over 5 sprints.</a:t>
            </a:r>
            <a:endParaRPr lang="en-US"/>
          </a:p>
          <a:p>
            <a:endParaRPr lang="en-US">
              <a:latin typeface="Calibri"/>
              <a:ea typeface="Calibri"/>
              <a:cs typeface="Calibri"/>
            </a:endParaRPr>
          </a:p>
        </p:txBody>
      </p:sp>
      <p:sp>
        <p:nvSpPr>
          <p:cNvPr id="4" name="Slide Number Placeholder 3"/>
          <p:cNvSpPr>
            <a:spLocks noGrp="1"/>
          </p:cNvSpPr>
          <p:nvPr>
            <p:ph type="sldNum" sz="quarter" idx="5"/>
          </p:nvPr>
        </p:nvSpPr>
        <p:spPr/>
        <p:txBody>
          <a:bodyPr/>
          <a:lstStyle/>
          <a:p>
            <a:fld id="{AC57D614-D50A-4E26-ACB4-10F9565393F9}" type="slidenum">
              <a:rPr lang="fr-FR" smtClean="0"/>
              <a:t>30</a:t>
            </a:fld>
            <a:endParaRPr lang="fr-FR"/>
          </a:p>
        </p:txBody>
      </p:sp>
    </p:spTree>
    <p:extLst>
      <p:ext uri="{BB962C8B-B14F-4D97-AF65-F5344CB8AC3E}">
        <p14:creationId xmlns:p14="http://schemas.microsoft.com/office/powerpoint/2010/main" val="23920658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4.sv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sv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20.sv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2.sv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3.sv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9.sv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5.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4.sv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re">
    <p:bg>
      <p:bgPr>
        <a:solidFill>
          <a:srgbClr val="FFFFFF"/>
        </a:solidFill>
        <a:effectLst/>
      </p:bgPr>
    </p:bg>
    <p:spTree>
      <p:nvGrpSpPr>
        <p:cNvPr id="1" name=""/>
        <p:cNvGrpSpPr/>
        <p:nvPr/>
      </p:nvGrpSpPr>
      <p:grpSpPr>
        <a:xfrm>
          <a:off x="0" y="0"/>
          <a:ext cx="0" cy="0"/>
          <a:chOff x="0" y="0"/>
          <a:chExt cx="0" cy="0"/>
        </a:xfrm>
      </p:grpSpPr>
      <p:sp>
        <p:nvSpPr>
          <p:cNvPr id="2" name="Espace réservé du pied de page 1">
            <a:extLst>
              <a:ext uri="{FF2B5EF4-FFF2-40B4-BE49-F238E27FC236}">
                <a16:creationId xmlns:a16="http://schemas.microsoft.com/office/drawing/2014/main" id="{76CF4BF7-9EF2-4F50-994E-78E11BE142CF}"/>
              </a:ext>
            </a:extLst>
          </p:cNvPr>
          <p:cNvSpPr>
            <a:spLocks noGrp="1"/>
          </p:cNvSpPr>
          <p:nvPr>
            <p:ph type="ftr" sz="quarter" idx="10"/>
          </p:nvPr>
        </p:nvSpPr>
        <p:spPr/>
        <p:txBody>
          <a:bodyPr/>
          <a:lstStyle>
            <a:lvl1pPr>
              <a:defRPr b="1" i="0">
                <a:latin typeface="Arial" panose="020B0604020202020204" pitchFamily="34" charset="0"/>
              </a:defRPr>
            </a:lvl1pPr>
          </a:lstStyle>
          <a:p>
            <a:r>
              <a:rPr lang="fr-FR" dirty="0" err="1"/>
              <a:t>Presentation</a:t>
            </a:r>
            <a:r>
              <a:rPr lang="fr-FR" dirty="0"/>
              <a:t> </a:t>
            </a:r>
            <a:r>
              <a:rPr lang="fr-FR" dirty="0" err="1"/>
              <a:t>title</a:t>
            </a:r>
            <a:endParaRPr lang="fr-FR" dirty="0"/>
          </a:p>
        </p:txBody>
      </p:sp>
      <p:sp>
        <p:nvSpPr>
          <p:cNvPr id="3" name="Espace réservé du numéro de diapositive 2">
            <a:extLst>
              <a:ext uri="{FF2B5EF4-FFF2-40B4-BE49-F238E27FC236}">
                <a16:creationId xmlns:a16="http://schemas.microsoft.com/office/drawing/2014/main" id="{B3D6BD79-B399-6FD4-6478-F6D34991BA01}"/>
              </a:ext>
            </a:extLst>
          </p:cNvPr>
          <p:cNvSpPr>
            <a:spLocks noGrp="1"/>
          </p:cNvSpPr>
          <p:nvPr>
            <p:ph type="sldNum" sz="quarter" idx="11"/>
          </p:nvPr>
        </p:nvSpPr>
        <p:spPr/>
        <p:txBody>
          <a:bodyPr/>
          <a:lstStyle>
            <a:lvl1pPr>
              <a:defRPr b="1" i="0">
                <a:latin typeface="Arial" panose="020B0604020202020204" pitchFamily="34" charset="0"/>
              </a:defRPr>
            </a:lvl1pPr>
          </a:lstStyle>
          <a:p>
            <a:fld id="{29BED1D5-2372-4BA3-AEA9-1F7A0F9A5921}" type="slidenum">
              <a:rPr lang="fr-FR" smtClean="0"/>
              <a:pPr/>
              <a:t>‹#›</a:t>
            </a:fld>
            <a:endParaRPr lang="fr-FR" dirty="0"/>
          </a:p>
        </p:txBody>
      </p:sp>
      <p:pic>
        <p:nvPicPr>
          <p:cNvPr id="5" name="Graphique 4">
            <a:extLst>
              <a:ext uri="{FF2B5EF4-FFF2-40B4-BE49-F238E27FC236}">
                <a16:creationId xmlns:a16="http://schemas.microsoft.com/office/drawing/2014/main" id="{3C52D4E7-0B21-3731-049E-5C18DBFF51C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46038" y="94263"/>
            <a:ext cx="1906603" cy="623543"/>
          </a:xfrm>
          <a:prstGeom prst="rect">
            <a:avLst/>
          </a:prstGeom>
        </p:spPr>
      </p:pic>
      <p:sp>
        <p:nvSpPr>
          <p:cNvPr id="7" name="Espace réservé du texte 14">
            <a:extLst>
              <a:ext uri="{FF2B5EF4-FFF2-40B4-BE49-F238E27FC236}">
                <a16:creationId xmlns:a16="http://schemas.microsoft.com/office/drawing/2014/main" id="{B27C3A9C-9E7F-00FE-4FCE-6E1BE7374FF2}"/>
              </a:ext>
            </a:extLst>
          </p:cNvPr>
          <p:cNvSpPr>
            <a:spLocks noGrp="1"/>
          </p:cNvSpPr>
          <p:nvPr>
            <p:ph type="body" sz="quarter" idx="12" hasCustomPrompt="1"/>
          </p:nvPr>
        </p:nvSpPr>
        <p:spPr>
          <a:xfrm>
            <a:off x="442913" y="735890"/>
            <a:ext cx="2201227" cy="327025"/>
          </a:xfrm>
          <a:prstGeom prst="roundRect">
            <a:avLst>
              <a:gd name="adj" fmla="val 5793"/>
            </a:avLst>
          </a:prstGeom>
          <a:solidFill>
            <a:schemeClr val="accent6"/>
          </a:solidFill>
        </p:spPr>
        <p:txBody>
          <a:bodyPr bIns="0" anchor="ctr" anchorCtr="0"/>
          <a:lstStyle>
            <a:lvl1pPr algn="ctr">
              <a:defRPr lang="fr-FR" sz="1000" b="1" i="0" kern="1200" cap="all" spc="300" baseline="0" dirty="0" smtClean="0">
                <a:solidFill>
                  <a:schemeClr val="lt1"/>
                </a:solidFill>
                <a:latin typeface="Arial" panose="020B0604020202020204" pitchFamily="34" charset="0"/>
                <a:ea typeface="+mn-ea"/>
                <a:cs typeface="+mn-cs"/>
              </a:defRPr>
            </a:lvl1pPr>
            <a:lvl2pPr>
              <a:defRPr lang="fr-FR" sz="1000" kern="1200" spc="300" dirty="0" smtClean="0">
                <a:solidFill>
                  <a:schemeClr val="lt1"/>
                </a:solidFill>
                <a:latin typeface="Arial" pitchFamily="34" charset="0"/>
                <a:ea typeface="+mn-ea"/>
                <a:cs typeface="+mn-cs"/>
              </a:defRPr>
            </a:lvl2pPr>
            <a:lvl3pPr>
              <a:defRPr lang="fr-FR" sz="1000" kern="1200" spc="300" dirty="0" smtClean="0">
                <a:solidFill>
                  <a:schemeClr val="lt1"/>
                </a:solidFill>
                <a:latin typeface="Arial" pitchFamily="34" charset="0"/>
                <a:ea typeface="+mn-ea"/>
                <a:cs typeface="+mn-cs"/>
              </a:defRPr>
            </a:lvl3pPr>
            <a:lvl4pPr>
              <a:defRPr lang="fr-FR" sz="1000" kern="1200" spc="300" dirty="0" smtClean="0">
                <a:solidFill>
                  <a:schemeClr val="lt1"/>
                </a:solidFill>
                <a:latin typeface="Arial" pitchFamily="34" charset="0"/>
                <a:ea typeface="+mn-ea"/>
                <a:cs typeface="+mn-cs"/>
              </a:defRPr>
            </a:lvl4pPr>
            <a:lvl5pPr>
              <a:defRPr lang="fr-FR" sz="1000" kern="1200" spc="300" dirty="0">
                <a:solidFill>
                  <a:schemeClr val="lt1"/>
                </a:solidFill>
                <a:latin typeface="Arial" pitchFamily="34" charset="0"/>
                <a:ea typeface="+mn-ea"/>
                <a:cs typeface="+mn-cs"/>
              </a:defRPr>
            </a:lvl5pPr>
          </a:lstStyle>
          <a:p>
            <a:pPr lvl="0"/>
            <a:r>
              <a:rPr lang="fr-FR" dirty="0"/>
              <a:t>YOUR SURTITLE</a:t>
            </a:r>
          </a:p>
        </p:txBody>
      </p:sp>
      <p:sp>
        <p:nvSpPr>
          <p:cNvPr id="11" name="Titre 10">
            <a:extLst>
              <a:ext uri="{FF2B5EF4-FFF2-40B4-BE49-F238E27FC236}">
                <a16:creationId xmlns:a16="http://schemas.microsoft.com/office/drawing/2014/main" id="{C36A98E3-999E-465B-0E98-B8A034BA4E5E}"/>
              </a:ext>
            </a:extLst>
          </p:cNvPr>
          <p:cNvSpPr>
            <a:spLocks noGrp="1"/>
          </p:cNvSpPr>
          <p:nvPr>
            <p:ph type="title" hasCustomPrompt="1"/>
          </p:nvPr>
        </p:nvSpPr>
        <p:spPr/>
        <p:txBody>
          <a:bodyPr/>
          <a:lstStyle>
            <a:lvl1pPr>
              <a:defRPr b="1" i="0">
                <a:latin typeface="Arial" panose="020B0604020202020204" pitchFamily="34" charset="0"/>
              </a:defRPr>
            </a:lvl1pPr>
          </a:lstStyle>
          <a:p>
            <a:r>
              <a:rPr lang="en-US" dirty="0"/>
              <a:t>The title of your slide</a:t>
            </a:r>
            <a:endParaRPr lang="fr-FR" dirty="0"/>
          </a:p>
        </p:txBody>
      </p:sp>
    </p:spTree>
    <p:extLst>
      <p:ext uri="{BB962C8B-B14F-4D97-AF65-F5344CB8AC3E}">
        <p14:creationId xmlns:p14="http://schemas.microsoft.com/office/powerpoint/2010/main" val="330966146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ouverture-1">
    <p:bg>
      <p:bgPr>
        <a:solidFill>
          <a:srgbClr val="F8F9FB"/>
        </a:solidFill>
        <a:effectLst/>
      </p:bgPr>
    </p:bg>
    <p:spTree>
      <p:nvGrpSpPr>
        <p:cNvPr id="1" name=""/>
        <p:cNvGrpSpPr/>
        <p:nvPr/>
      </p:nvGrpSpPr>
      <p:grpSpPr>
        <a:xfrm>
          <a:off x="0" y="0"/>
          <a:ext cx="0" cy="0"/>
          <a:chOff x="0" y="0"/>
          <a:chExt cx="0" cy="0"/>
        </a:xfrm>
      </p:grpSpPr>
      <p:cxnSp>
        <p:nvCxnSpPr>
          <p:cNvPr id="15" name="Connecteur droit 14">
            <a:extLst>
              <a:ext uri="{FF2B5EF4-FFF2-40B4-BE49-F238E27FC236}">
                <a16:creationId xmlns:a16="http://schemas.microsoft.com/office/drawing/2014/main" id="{F0BED3DB-6D42-59DB-D04F-C7CFA92FA0A4}"/>
              </a:ext>
            </a:extLst>
          </p:cNvPr>
          <p:cNvCxnSpPr>
            <a:cxnSpLocks/>
          </p:cNvCxnSpPr>
          <p:nvPr userDrawn="1"/>
        </p:nvCxnSpPr>
        <p:spPr>
          <a:xfrm flipH="1">
            <a:off x="0" y="1801906"/>
            <a:ext cx="12192000" cy="0"/>
          </a:xfrm>
          <a:prstGeom prst="line">
            <a:avLst/>
          </a:prstGeom>
          <a:ln>
            <a:gradFill flip="none" rotWithShape="1">
              <a:gsLst>
                <a:gs pos="50000">
                  <a:srgbClr val="006A4E">
                    <a:alpha val="60000"/>
                  </a:srgbClr>
                </a:gs>
                <a:gs pos="0">
                  <a:schemeClr val="accent1">
                    <a:alpha val="0"/>
                  </a:schemeClr>
                </a:gs>
                <a:gs pos="100000">
                  <a:schemeClr val="accent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7" name="Connecteur droit 6">
            <a:extLst>
              <a:ext uri="{FF2B5EF4-FFF2-40B4-BE49-F238E27FC236}">
                <a16:creationId xmlns:a16="http://schemas.microsoft.com/office/drawing/2014/main" id="{14B53B92-7C75-91F6-BDB9-D5039A751FDD}"/>
              </a:ext>
            </a:extLst>
          </p:cNvPr>
          <p:cNvCxnSpPr>
            <a:cxnSpLocks/>
          </p:cNvCxnSpPr>
          <p:nvPr userDrawn="1"/>
        </p:nvCxnSpPr>
        <p:spPr>
          <a:xfrm>
            <a:off x="6774873" y="0"/>
            <a:ext cx="0" cy="6858000"/>
          </a:xfrm>
          <a:prstGeom prst="line">
            <a:avLst/>
          </a:prstGeom>
          <a:ln>
            <a:gradFill flip="none" rotWithShape="1">
              <a:gsLst>
                <a:gs pos="50000">
                  <a:srgbClr val="006A4E">
                    <a:alpha val="60000"/>
                  </a:srgbClr>
                </a:gs>
                <a:gs pos="0">
                  <a:schemeClr val="accent1">
                    <a:alpha val="0"/>
                  </a:schemeClr>
                </a:gs>
                <a:gs pos="100000">
                  <a:schemeClr val="accent1">
                    <a:alpha val="0"/>
                  </a:schemeClr>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8" name="Connecteur droit 7">
            <a:extLst>
              <a:ext uri="{FF2B5EF4-FFF2-40B4-BE49-F238E27FC236}">
                <a16:creationId xmlns:a16="http://schemas.microsoft.com/office/drawing/2014/main" id="{7F5A5824-EDD6-5E3D-AF31-2461049D69DA}"/>
              </a:ext>
            </a:extLst>
          </p:cNvPr>
          <p:cNvCxnSpPr>
            <a:cxnSpLocks/>
          </p:cNvCxnSpPr>
          <p:nvPr userDrawn="1"/>
        </p:nvCxnSpPr>
        <p:spPr>
          <a:xfrm flipH="1">
            <a:off x="0" y="3807432"/>
            <a:ext cx="8064500" cy="0"/>
          </a:xfrm>
          <a:prstGeom prst="line">
            <a:avLst/>
          </a:prstGeom>
          <a:ln>
            <a:gradFill flip="none" rotWithShape="1">
              <a:gsLst>
                <a:gs pos="50000">
                  <a:srgbClr val="006A4E">
                    <a:alpha val="60000"/>
                  </a:srgbClr>
                </a:gs>
                <a:gs pos="0">
                  <a:schemeClr val="accent1">
                    <a:alpha val="0"/>
                  </a:schemeClr>
                </a:gs>
                <a:gs pos="100000">
                  <a:schemeClr val="accent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9" name="Connecteur droit 8">
            <a:extLst>
              <a:ext uri="{FF2B5EF4-FFF2-40B4-BE49-F238E27FC236}">
                <a16:creationId xmlns:a16="http://schemas.microsoft.com/office/drawing/2014/main" id="{EA3D37A7-2DC8-94BB-6DE0-950346AF13E5}"/>
              </a:ext>
            </a:extLst>
          </p:cNvPr>
          <p:cNvCxnSpPr>
            <a:cxnSpLocks/>
          </p:cNvCxnSpPr>
          <p:nvPr userDrawn="1"/>
        </p:nvCxnSpPr>
        <p:spPr>
          <a:xfrm>
            <a:off x="0" y="5812956"/>
            <a:ext cx="7810500" cy="0"/>
          </a:xfrm>
          <a:prstGeom prst="line">
            <a:avLst/>
          </a:prstGeom>
          <a:ln>
            <a:gradFill flip="none" rotWithShape="1">
              <a:gsLst>
                <a:gs pos="50000">
                  <a:srgbClr val="006A4E">
                    <a:alpha val="60000"/>
                  </a:srgbClr>
                </a:gs>
                <a:gs pos="0">
                  <a:schemeClr val="accent1">
                    <a:alpha val="0"/>
                  </a:schemeClr>
                </a:gs>
                <a:gs pos="100000">
                  <a:schemeClr val="accent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pic>
        <p:nvPicPr>
          <p:cNvPr id="11" name="Graphique 10">
            <a:extLst>
              <a:ext uri="{FF2B5EF4-FFF2-40B4-BE49-F238E27FC236}">
                <a16:creationId xmlns:a16="http://schemas.microsoft.com/office/drawing/2014/main" id="{62A703F5-723F-4C28-6A9D-A35F579F5DBF}"/>
              </a:ext>
            </a:extLst>
          </p:cNvPr>
          <p:cNvPicPr>
            <a:picLocks noChangeAspect="1"/>
          </p:cNvPicPr>
          <p:nvPr userDrawn="1"/>
        </p:nvPicPr>
        <p:blipFill>
          <a:blip>
            <a:extLst>
              <a:ext uri="{96DAC541-7B7A-43D3-8B79-37D633B846F1}">
                <asvg:svgBlip xmlns:asvg="http://schemas.microsoft.com/office/drawing/2016/SVG/main" r:embed="rId2"/>
              </a:ext>
            </a:extLst>
          </a:blip>
          <a:srcRect l="10454" t="26869" r="10467" b="26347"/>
          <a:stretch>
            <a:fillRect/>
          </a:stretch>
        </p:blipFill>
        <p:spPr>
          <a:xfrm>
            <a:off x="846158" y="684441"/>
            <a:ext cx="3195295" cy="618236"/>
          </a:xfrm>
          <a:prstGeom prst="rect">
            <a:avLst/>
          </a:prstGeom>
        </p:spPr>
      </p:pic>
      <p:pic>
        <p:nvPicPr>
          <p:cNvPr id="12" name="Graphique 11">
            <a:extLst>
              <a:ext uri="{FF2B5EF4-FFF2-40B4-BE49-F238E27FC236}">
                <a16:creationId xmlns:a16="http://schemas.microsoft.com/office/drawing/2014/main" id="{8B084DB7-D401-7993-D7A1-71430D648490}"/>
              </a:ext>
            </a:extLst>
          </p:cNvPr>
          <p:cNvPicPr>
            <a:picLocks noChangeAspect="1"/>
          </p:cNvPicPr>
          <p:nvPr userDrawn="1"/>
        </p:nvPicPr>
        <p:blipFill>
          <a:blip>
            <a:extLst>
              <a:ext uri="{96DAC541-7B7A-43D3-8B79-37D633B846F1}">
                <asvg:svgBlip xmlns:asvg="http://schemas.microsoft.com/office/drawing/2016/SVG/main" r:embed="rId3"/>
              </a:ext>
            </a:extLst>
          </a:blip>
          <a:srcRect l="33852" r="23653" b="18947"/>
          <a:stretch>
            <a:fillRect/>
          </a:stretch>
        </p:blipFill>
        <p:spPr>
          <a:xfrm rot="5400000" flipV="1">
            <a:off x="5495230" y="161227"/>
            <a:ext cx="6858000" cy="6535545"/>
          </a:xfrm>
          <a:prstGeom prst="rect">
            <a:avLst/>
          </a:prstGeom>
        </p:spPr>
      </p:pic>
      <p:sp>
        <p:nvSpPr>
          <p:cNvPr id="2" name="Titre 1">
            <a:extLst>
              <a:ext uri="{FF2B5EF4-FFF2-40B4-BE49-F238E27FC236}">
                <a16:creationId xmlns:a16="http://schemas.microsoft.com/office/drawing/2014/main" id="{EACBED7A-EE58-0F50-72A7-9DD5908D1C3B}"/>
              </a:ext>
            </a:extLst>
          </p:cNvPr>
          <p:cNvSpPr>
            <a:spLocks noGrp="1"/>
          </p:cNvSpPr>
          <p:nvPr>
            <p:ph type="title" hasCustomPrompt="1"/>
          </p:nvPr>
        </p:nvSpPr>
        <p:spPr>
          <a:xfrm>
            <a:off x="807572" y="2073641"/>
            <a:ext cx="7104528" cy="2492990"/>
          </a:xfrm>
        </p:spPr>
        <p:txBody>
          <a:bodyPr/>
          <a:lstStyle>
            <a:lvl1pPr>
              <a:lnSpc>
                <a:spcPct val="90000"/>
              </a:lnSpc>
              <a:defRPr sz="6000" b="1" i="0" cap="all" spc="200" baseline="0">
                <a:solidFill>
                  <a:schemeClr val="accent1"/>
                </a:solidFill>
                <a:latin typeface="Arial" panose="020B0604020202020204" pitchFamily="34" charset="0"/>
              </a:defRPr>
            </a:lvl1pPr>
          </a:lstStyle>
          <a:p>
            <a:r>
              <a:rPr lang="fr-FR"/>
              <a:t>TITLE OF THE PRESENTATION</a:t>
            </a:r>
          </a:p>
        </p:txBody>
      </p:sp>
      <p:sp>
        <p:nvSpPr>
          <p:cNvPr id="14" name="Espace réservé du texte 13">
            <a:extLst>
              <a:ext uri="{FF2B5EF4-FFF2-40B4-BE49-F238E27FC236}">
                <a16:creationId xmlns:a16="http://schemas.microsoft.com/office/drawing/2014/main" id="{52971909-8CB4-5EE2-60F2-B49ECF80F84F}"/>
              </a:ext>
            </a:extLst>
          </p:cNvPr>
          <p:cNvSpPr>
            <a:spLocks noGrp="1"/>
          </p:cNvSpPr>
          <p:nvPr>
            <p:ph type="body" sz="quarter" idx="12" hasCustomPrompt="1"/>
          </p:nvPr>
        </p:nvSpPr>
        <p:spPr>
          <a:xfrm>
            <a:off x="798607" y="4328132"/>
            <a:ext cx="4751293" cy="964124"/>
          </a:xfrm>
          <a:prstGeom prst="rect">
            <a:avLst/>
          </a:prstGeom>
        </p:spPr>
        <p:txBody>
          <a:bodyPr/>
          <a:lstStyle>
            <a:lvl1pPr>
              <a:defRPr sz="1800" b="1" i="0">
                <a:solidFill>
                  <a:schemeClr val="accent6"/>
                </a:solidFill>
                <a:latin typeface="Arial" panose="020B0604020202020204" pitchFamily="34" charset="0"/>
              </a:defRPr>
            </a:lvl1pPr>
          </a:lstStyle>
          <a:p>
            <a:pPr lvl="0"/>
            <a:r>
              <a:rPr lang="en-US"/>
              <a:t>Subtitle of the presentation if necessary</a:t>
            </a:r>
            <a:endParaRPr lang="fr-FR"/>
          </a:p>
        </p:txBody>
      </p:sp>
      <p:sp>
        <p:nvSpPr>
          <p:cNvPr id="3" name="Rectangle 2">
            <a:extLst>
              <a:ext uri="{FF2B5EF4-FFF2-40B4-BE49-F238E27FC236}">
                <a16:creationId xmlns:a16="http://schemas.microsoft.com/office/drawing/2014/main" id="{C08C2216-64D8-351B-D453-835561F59C96}"/>
              </a:ext>
            </a:extLst>
          </p:cNvPr>
          <p:cNvSpPr/>
          <p:nvPr userDrawn="1"/>
        </p:nvSpPr>
        <p:spPr>
          <a:xfrm>
            <a:off x="304800" y="6273800"/>
            <a:ext cx="502772" cy="584200"/>
          </a:xfrm>
          <a:prstGeom prst="rect">
            <a:avLst/>
          </a:prstGeom>
          <a:solidFill>
            <a:srgbClr val="F8F9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i="0">
              <a:latin typeface="Arial" panose="020B0604020202020204" pitchFamily="34" charset="0"/>
            </a:endParaRPr>
          </a:p>
        </p:txBody>
      </p:sp>
    </p:spTree>
    <p:extLst>
      <p:ext uri="{BB962C8B-B14F-4D97-AF65-F5344CB8AC3E}">
        <p14:creationId xmlns:p14="http://schemas.microsoft.com/office/powerpoint/2010/main" val="11636944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_Couverture_visuel_vertical">
    <p:bg>
      <p:bgPr>
        <a:solidFill>
          <a:srgbClr val="F8F9FB"/>
        </a:solidFill>
        <a:effectLst/>
      </p:bgPr>
    </p:bg>
    <p:spTree>
      <p:nvGrpSpPr>
        <p:cNvPr id="1" name=""/>
        <p:cNvGrpSpPr/>
        <p:nvPr/>
      </p:nvGrpSpPr>
      <p:grpSpPr>
        <a:xfrm>
          <a:off x="0" y="0"/>
          <a:ext cx="0" cy="0"/>
          <a:chOff x="0" y="0"/>
          <a:chExt cx="0" cy="0"/>
        </a:xfrm>
      </p:grpSpPr>
      <p:cxnSp>
        <p:nvCxnSpPr>
          <p:cNvPr id="18" name="Connecteur droit 17">
            <a:extLst>
              <a:ext uri="{FF2B5EF4-FFF2-40B4-BE49-F238E27FC236}">
                <a16:creationId xmlns:a16="http://schemas.microsoft.com/office/drawing/2014/main" id="{EE224540-7C08-A158-CA9C-96EE29E2DBB4}"/>
              </a:ext>
            </a:extLst>
          </p:cNvPr>
          <p:cNvCxnSpPr>
            <a:cxnSpLocks/>
          </p:cNvCxnSpPr>
          <p:nvPr userDrawn="1"/>
        </p:nvCxnSpPr>
        <p:spPr>
          <a:xfrm flipH="1">
            <a:off x="0" y="2052320"/>
            <a:ext cx="12192000" cy="0"/>
          </a:xfrm>
          <a:prstGeom prst="line">
            <a:avLst/>
          </a:prstGeom>
          <a:ln>
            <a:gradFill flip="none" rotWithShape="1">
              <a:gsLst>
                <a:gs pos="50000">
                  <a:srgbClr val="006A4E">
                    <a:alpha val="60000"/>
                  </a:srgbClr>
                </a:gs>
                <a:gs pos="0">
                  <a:schemeClr val="accent1">
                    <a:alpha val="0"/>
                  </a:schemeClr>
                </a:gs>
                <a:gs pos="100000">
                  <a:schemeClr val="accent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7" name="Connecteur droit 6">
            <a:extLst>
              <a:ext uri="{FF2B5EF4-FFF2-40B4-BE49-F238E27FC236}">
                <a16:creationId xmlns:a16="http://schemas.microsoft.com/office/drawing/2014/main" id="{14B53B92-7C75-91F6-BDB9-D5039A751FDD}"/>
              </a:ext>
            </a:extLst>
          </p:cNvPr>
          <p:cNvCxnSpPr>
            <a:cxnSpLocks/>
          </p:cNvCxnSpPr>
          <p:nvPr userDrawn="1"/>
        </p:nvCxnSpPr>
        <p:spPr>
          <a:xfrm>
            <a:off x="6096000" y="0"/>
            <a:ext cx="0" cy="6858000"/>
          </a:xfrm>
          <a:prstGeom prst="line">
            <a:avLst/>
          </a:prstGeom>
          <a:ln>
            <a:gradFill flip="none" rotWithShape="1">
              <a:gsLst>
                <a:gs pos="50000">
                  <a:srgbClr val="006A4E">
                    <a:alpha val="60000"/>
                  </a:srgbClr>
                </a:gs>
                <a:gs pos="0">
                  <a:schemeClr val="accent1">
                    <a:alpha val="0"/>
                  </a:schemeClr>
                </a:gs>
                <a:gs pos="100000">
                  <a:schemeClr val="accent1">
                    <a:alpha val="0"/>
                  </a:schemeClr>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9" name="Connecteur droit 8">
            <a:extLst>
              <a:ext uri="{FF2B5EF4-FFF2-40B4-BE49-F238E27FC236}">
                <a16:creationId xmlns:a16="http://schemas.microsoft.com/office/drawing/2014/main" id="{EA3D37A7-2DC8-94BB-6DE0-950346AF13E5}"/>
              </a:ext>
            </a:extLst>
          </p:cNvPr>
          <p:cNvCxnSpPr>
            <a:cxnSpLocks/>
          </p:cNvCxnSpPr>
          <p:nvPr userDrawn="1"/>
        </p:nvCxnSpPr>
        <p:spPr>
          <a:xfrm>
            <a:off x="0" y="5652655"/>
            <a:ext cx="7810500" cy="0"/>
          </a:xfrm>
          <a:prstGeom prst="line">
            <a:avLst/>
          </a:prstGeom>
          <a:ln>
            <a:gradFill flip="none" rotWithShape="1">
              <a:gsLst>
                <a:gs pos="50000">
                  <a:srgbClr val="006A4E">
                    <a:alpha val="60000"/>
                  </a:srgbClr>
                </a:gs>
                <a:gs pos="0">
                  <a:schemeClr val="accent1">
                    <a:alpha val="0"/>
                  </a:schemeClr>
                </a:gs>
                <a:gs pos="100000">
                  <a:schemeClr val="accent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pic>
        <p:nvPicPr>
          <p:cNvPr id="11" name="Graphique 10">
            <a:extLst>
              <a:ext uri="{FF2B5EF4-FFF2-40B4-BE49-F238E27FC236}">
                <a16:creationId xmlns:a16="http://schemas.microsoft.com/office/drawing/2014/main" id="{62A703F5-723F-4C28-6A9D-A35F579F5DBF}"/>
              </a:ext>
            </a:extLst>
          </p:cNvPr>
          <p:cNvPicPr>
            <a:picLocks noChangeAspect="1"/>
          </p:cNvPicPr>
          <p:nvPr userDrawn="1"/>
        </p:nvPicPr>
        <p:blipFill>
          <a:blip>
            <a:extLst>
              <a:ext uri="{96DAC541-7B7A-43D3-8B79-37D633B846F1}">
                <asvg:svgBlip xmlns:asvg="http://schemas.microsoft.com/office/drawing/2016/SVG/main" r:embed="rId2"/>
              </a:ext>
            </a:extLst>
          </a:blip>
          <a:srcRect l="10454" t="26869" r="10467" b="26347"/>
          <a:stretch>
            <a:fillRect/>
          </a:stretch>
        </p:blipFill>
        <p:spPr>
          <a:xfrm>
            <a:off x="846158" y="684441"/>
            <a:ext cx="3195295" cy="618236"/>
          </a:xfrm>
          <a:prstGeom prst="rect">
            <a:avLst/>
          </a:prstGeom>
        </p:spPr>
      </p:pic>
      <p:sp>
        <p:nvSpPr>
          <p:cNvPr id="14" name="Espace réservé du texte 13">
            <a:extLst>
              <a:ext uri="{FF2B5EF4-FFF2-40B4-BE49-F238E27FC236}">
                <a16:creationId xmlns:a16="http://schemas.microsoft.com/office/drawing/2014/main" id="{52971909-8CB4-5EE2-60F2-B49ECF80F84F}"/>
              </a:ext>
            </a:extLst>
          </p:cNvPr>
          <p:cNvSpPr>
            <a:spLocks noGrp="1"/>
          </p:cNvSpPr>
          <p:nvPr>
            <p:ph type="body" sz="quarter" idx="12" hasCustomPrompt="1"/>
          </p:nvPr>
        </p:nvSpPr>
        <p:spPr>
          <a:xfrm>
            <a:off x="807573" y="4743451"/>
            <a:ext cx="4907942" cy="657268"/>
          </a:xfrm>
          <a:prstGeom prst="rect">
            <a:avLst/>
          </a:prstGeom>
        </p:spPr>
        <p:txBody>
          <a:bodyPr lIns="0"/>
          <a:lstStyle>
            <a:lvl1pPr>
              <a:defRPr sz="1800" b="1" i="0">
                <a:solidFill>
                  <a:schemeClr val="accent6"/>
                </a:solidFill>
                <a:latin typeface="Arial" panose="020B0604020202020204" pitchFamily="34" charset="0"/>
              </a:defRPr>
            </a:lvl1pPr>
          </a:lstStyle>
          <a:p>
            <a:pPr lvl="0"/>
            <a:r>
              <a:rPr lang="en-US"/>
              <a:t>Subtitle of the presentation if necessary</a:t>
            </a:r>
            <a:endParaRPr lang="fr-FR"/>
          </a:p>
        </p:txBody>
      </p:sp>
      <p:sp>
        <p:nvSpPr>
          <p:cNvPr id="38" name="Espace réservé pour une image  37">
            <a:extLst>
              <a:ext uri="{FF2B5EF4-FFF2-40B4-BE49-F238E27FC236}">
                <a16:creationId xmlns:a16="http://schemas.microsoft.com/office/drawing/2014/main" id="{FA6C8713-80C1-42F7-B394-9F8C39CF59EF}"/>
              </a:ext>
            </a:extLst>
          </p:cNvPr>
          <p:cNvSpPr>
            <a:spLocks noGrp="1"/>
          </p:cNvSpPr>
          <p:nvPr>
            <p:ph type="pic" sz="quarter" idx="15"/>
          </p:nvPr>
        </p:nvSpPr>
        <p:spPr>
          <a:xfrm>
            <a:off x="7261887" y="571500"/>
            <a:ext cx="4514850" cy="5702300"/>
          </a:xfrm>
          <a:custGeom>
            <a:avLst/>
            <a:gdLst>
              <a:gd name="csX0" fmla="*/ 0 w 4514850"/>
              <a:gd name="csY0" fmla="*/ 0 h 5702300"/>
              <a:gd name="csX1" fmla="*/ 4514850 w 4514850"/>
              <a:gd name="csY1" fmla="*/ 0 h 5702300"/>
              <a:gd name="csX2" fmla="*/ 4514850 w 4514850"/>
              <a:gd name="csY2" fmla="*/ 5425301 h 5702300"/>
              <a:gd name="csX3" fmla="*/ 1076197 w 4514850"/>
              <a:gd name="csY3" fmla="*/ 5425301 h 5702300"/>
              <a:gd name="csX4" fmla="*/ 1076197 w 4514850"/>
              <a:gd name="csY4" fmla="*/ 5702300 h 5702300"/>
              <a:gd name="csX5" fmla="*/ 4514850 w 4514850"/>
              <a:gd name="csY5" fmla="*/ 5702300 h 5702300"/>
              <a:gd name="csX6" fmla="*/ 4514850 w 4514850"/>
              <a:gd name="csY6" fmla="*/ 5702300 h 5702300"/>
              <a:gd name="csX7" fmla="*/ 0 w 4514850"/>
              <a:gd name="csY7" fmla="*/ 5702300 h 57023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4514850" h="5702300">
                <a:moveTo>
                  <a:pt x="0" y="0"/>
                </a:moveTo>
                <a:lnTo>
                  <a:pt x="4514850" y="0"/>
                </a:lnTo>
                <a:lnTo>
                  <a:pt x="4514850" y="5425301"/>
                </a:lnTo>
                <a:lnTo>
                  <a:pt x="1076197" y="5425301"/>
                </a:lnTo>
                <a:lnTo>
                  <a:pt x="1076197" y="5702300"/>
                </a:lnTo>
                <a:lnTo>
                  <a:pt x="4514850" y="5702300"/>
                </a:lnTo>
                <a:lnTo>
                  <a:pt x="4514850" y="5702300"/>
                </a:lnTo>
                <a:lnTo>
                  <a:pt x="0" y="5702300"/>
                </a:lnTo>
                <a:close/>
              </a:path>
            </a:pathLst>
          </a:custGeom>
          <a:solidFill>
            <a:schemeClr val="bg1">
              <a:lumMod val="95000"/>
            </a:schemeClr>
          </a:solidFill>
        </p:spPr>
        <p:txBody>
          <a:bodyPr wrap="square">
            <a:noAutofit/>
          </a:bodyPr>
          <a:lstStyle>
            <a:lvl1pPr>
              <a:defRPr b="1" i="0">
                <a:latin typeface="Arial" panose="020B0604020202020204" pitchFamily="34" charset="0"/>
              </a:defRPr>
            </a:lvl1pPr>
          </a:lstStyle>
          <a:p>
            <a:endParaRPr lang="fr-FR"/>
          </a:p>
        </p:txBody>
      </p:sp>
      <p:sp>
        <p:nvSpPr>
          <p:cNvPr id="40" name="Rectangle 39">
            <a:extLst>
              <a:ext uri="{FF2B5EF4-FFF2-40B4-BE49-F238E27FC236}">
                <a16:creationId xmlns:a16="http://schemas.microsoft.com/office/drawing/2014/main" id="{BF95A1EA-768B-B168-62CC-47E2DCC498BD}"/>
              </a:ext>
            </a:extLst>
          </p:cNvPr>
          <p:cNvSpPr/>
          <p:nvPr userDrawn="1"/>
        </p:nvSpPr>
        <p:spPr>
          <a:xfrm rot="16200000">
            <a:off x="10126542" y="4208342"/>
            <a:ext cx="276999" cy="3853916"/>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i="0">
              <a:latin typeface="Arial" panose="020B0604020202020204" pitchFamily="34" charset="0"/>
            </a:endParaRPr>
          </a:p>
        </p:txBody>
      </p:sp>
      <p:sp>
        <p:nvSpPr>
          <p:cNvPr id="4" name="Rectangle 3">
            <a:extLst>
              <a:ext uri="{FF2B5EF4-FFF2-40B4-BE49-F238E27FC236}">
                <a16:creationId xmlns:a16="http://schemas.microsoft.com/office/drawing/2014/main" id="{C5DD3DF1-5D87-60E9-6A52-7AB8DD8A0662}"/>
              </a:ext>
            </a:extLst>
          </p:cNvPr>
          <p:cNvSpPr/>
          <p:nvPr userDrawn="1"/>
        </p:nvSpPr>
        <p:spPr>
          <a:xfrm>
            <a:off x="304800" y="6273800"/>
            <a:ext cx="502772" cy="584200"/>
          </a:xfrm>
          <a:prstGeom prst="rect">
            <a:avLst/>
          </a:prstGeom>
          <a:solidFill>
            <a:srgbClr val="F8F9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i="0">
              <a:latin typeface="Arial" panose="020B0604020202020204" pitchFamily="34" charset="0"/>
            </a:endParaRPr>
          </a:p>
        </p:txBody>
      </p:sp>
      <p:sp>
        <p:nvSpPr>
          <p:cNvPr id="6" name="Titre 1">
            <a:extLst>
              <a:ext uri="{FF2B5EF4-FFF2-40B4-BE49-F238E27FC236}">
                <a16:creationId xmlns:a16="http://schemas.microsoft.com/office/drawing/2014/main" id="{D6E38648-19A5-5F15-6295-087AC33EFA0F}"/>
              </a:ext>
            </a:extLst>
          </p:cNvPr>
          <p:cNvSpPr>
            <a:spLocks noGrp="1"/>
          </p:cNvSpPr>
          <p:nvPr>
            <p:ph type="title" hasCustomPrompt="1"/>
          </p:nvPr>
        </p:nvSpPr>
        <p:spPr>
          <a:xfrm>
            <a:off x="807572" y="2304735"/>
            <a:ext cx="5715000" cy="1329595"/>
          </a:xfrm>
        </p:spPr>
        <p:txBody>
          <a:bodyPr/>
          <a:lstStyle>
            <a:lvl1pPr>
              <a:lnSpc>
                <a:spcPct val="90000"/>
              </a:lnSpc>
              <a:defRPr sz="4800" b="1" i="0" cap="all" spc="200" baseline="0">
                <a:solidFill>
                  <a:schemeClr val="accent1"/>
                </a:solidFill>
                <a:latin typeface="Arial" panose="020B0604020202020204" pitchFamily="34" charset="0"/>
              </a:defRPr>
            </a:lvl1pPr>
          </a:lstStyle>
          <a:p>
            <a:r>
              <a:rPr lang="fr-FR"/>
              <a:t>TITLE OF THE PRESENTATION</a:t>
            </a:r>
          </a:p>
        </p:txBody>
      </p:sp>
      <p:cxnSp>
        <p:nvCxnSpPr>
          <p:cNvPr id="2" name="Connecteur droit 1">
            <a:extLst>
              <a:ext uri="{FF2B5EF4-FFF2-40B4-BE49-F238E27FC236}">
                <a16:creationId xmlns:a16="http://schemas.microsoft.com/office/drawing/2014/main" id="{EAE213BE-8273-F3BE-B14A-827759C23D82}"/>
              </a:ext>
            </a:extLst>
          </p:cNvPr>
          <p:cNvCxnSpPr>
            <a:cxnSpLocks/>
          </p:cNvCxnSpPr>
          <p:nvPr userDrawn="1"/>
        </p:nvCxnSpPr>
        <p:spPr>
          <a:xfrm flipH="1">
            <a:off x="0" y="3807432"/>
            <a:ext cx="8064500" cy="0"/>
          </a:xfrm>
          <a:prstGeom prst="line">
            <a:avLst/>
          </a:prstGeom>
          <a:ln>
            <a:gradFill flip="none" rotWithShape="1">
              <a:gsLst>
                <a:gs pos="50000">
                  <a:srgbClr val="006A4E">
                    <a:alpha val="60000"/>
                  </a:srgbClr>
                </a:gs>
                <a:gs pos="0">
                  <a:schemeClr val="accent1">
                    <a:alpha val="0"/>
                  </a:schemeClr>
                </a:gs>
                <a:gs pos="100000">
                  <a:schemeClr val="accent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pic>
        <p:nvPicPr>
          <p:cNvPr id="10" name="Image 9">
            <a:extLst>
              <a:ext uri="{FF2B5EF4-FFF2-40B4-BE49-F238E27FC236}">
                <a16:creationId xmlns:a16="http://schemas.microsoft.com/office/drawing/2014/main" id="{8873F072-55E5-2263-6789-94755D8C9BBD}"/>
              </a:ext>
            </a:extLst>
          </p:cNvPr>
          <p:cNvPicPr>
            <a:picLocks noChangeAspect="1"/>
          </p:cNvPicPr>
          <p:nvPr userDrawn="1"/>
        </p:nvPicPr>
        <p:blipFill>
          <a:blip r:embed="rId3"/>
          <a:stretch>
            <a:fillRect/>
          </a:stretch>
        </p:blipFill>
        <p:spPr>
          <a:xfrm>
            <a:off x="9372330" y="-6350"/>
            <a:ext cx="2826032" cy="6858000"/>
          </a:xfrm>
          <a:prstGeom prst="rect">
            <a:avLst/>
          </a:prstGeom>
        </p:spPr>
      </p:pic>
    </p:spTree>
    <p:extLst>
      <p:ext uri="{BB962C8B-B14F-4D97-AF65-F5344CB8AC3E}">
        <p14:creationId xmlns:p14="http://schemas.microsoft.com/office/powerpoint/2010/main" val="24925934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Couverture_visuel_vertical">
    <p:bg>
      <p:bgPr>
        <a:solidFill>
          <a:srgbClr val="F8F9FB"/>
        </a:solidFill>
        <a:effectLst/>
      </p:bgPr>
    </p:bg>
    <p:spTree>
      <p:nvGrpSpPr>
        <p:cNvPr id="1" name=""/>
        <p:cNvGrpSpPr/>
        <p:nvPr/>
      </p:nvGrpSpPr>
      <p:grpSpPr>
        <a:xfrm>
          <a:off x="0" y="0"/>
          <a:ext cx="0" cy="0"/>
          <a:chOff x="0" y="0"/>
          <a:chExt cx="0" cy="0"/>
        </a:xfrm>
      </p:grpSpPr>
      <p:cxnSp>
        <p:nvCxnSpPr>
          <p:cNvPr id="2" name="Connecteur droit 1">
            <a:extLst>
              <a:ext uri="{FF2B5EF4-FFF2-40B4-BE49-F238E27FC236}">
                <a16:creationId xmlns:a16="http://schemas.microsoft.com/office/drawing/2014/main" id="{6F9AD130-4274-8BB1-0A7E-1B70A46CC060}"/>
              </a:ext>
            </a:extLst>
          </p:cNvPr>
          <p:cNvCxnSpPr>
            <a:cxnSpLocks/>
          </p:cNvCxnSpPr>
          <p:nvPr userDrawn="1"/>
        </p:nvCxnSpPr>
        <p:spPr>
          <a:xfrm flipH="1">
            <a:off x="0" y="2052320"/>
            <a:ext cx="12192000" cy="0"/>
          </a:xfrm>
          <a:prstGeom prst="line">
            <a:avLst/>
          </a:prstGeom>
          <a:ln>
            <a:gradFill flip="none" rotWithShape="1">
              <a:gsLst>
                <a:gs pos="50000">
                  <a:srgbClr val="006A4E">
                    <a:alpha val="60000"/>
                  </a:srgbClr>
                </a:gs>
                <a:gs pos="0">
                  <a:schemeClr val="accent1">
                    <a:alpha val="0"/>
                  </a:schemeClr>
                </a:gs>
                <a:gs pos="100000">
                  <a:schemeClr val="accent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6" name="Titre 1">
            <a:extLst>
              <a:ext uri="{FF2B5EF4-FFF2-40B4-BE49-F238E27FC236}">
                <a16:creationId xmlns:a16="http://schemas.microsoft.com/office/drawing/2014/main" id="{CF0CED01-F21D-CF97-ECFD-7772451F364B}"/>
              </a:ext>
            </a:extLst>
          </p:cNvPr>
          <p:cNvSpPr>
            <a:spLocks noGrp="1"/>
          </p:cNvSpPr>
          <p:nvPr>
            <p:ph type="title" hasCustomPrompt="1"/>
          </p:nvPr>
        </p:nvSpPr>
        <p:spPr>
          <a:xfrm>
            <a:off x="807572" y="2304735"/>
            <a:ext cx="5715000" cy="1329595"/>
          </a:xfrm>
        </p:spPr>
        <p:txBody>
          <a:bodyPr/>
          <a:lstStyle>
            <a:lvl1pPr>
              <a:lnSpc>
                <a:spcPct val="90000"/>
              </a:lnSpc>
              <a:defRPr sz="4800" b="1" i="0" cap="all" spc="200" baseline="0">
                <a:solidFill>
                  <a:schemeClr val="accent1"/>
                </a:solidFill>
                <a:latin typeface="Arial" panose="020B0604020202020204" pitchFamily="34" charset="0"/>
              </a:defRPr>
            </a:lvl1pPr>
          </a:lstStyle>
          <a:p>
            <a:r>
              <a:rPr lang="fr-FR"/>
              <a:t>TITLE OF THE PRESENTATION</a:t>
            </a:r>
          </a:p>
        </p:txBody>
      </p:sp>
      <p:cxnSp>
        <p:nvCxnSpPr>
          <p:cNvPr id="13" name="Connecteur droit 12">
            <a:extLst>
              <a:ext uri="{FF2B5EF4-FFF2-40B4-BE49-F238E27FC236}">
                <a16:creationId xmlns:a16="http://schemas.microsoft.com/office/drawing/2014/main" id="{71EDC74D-7EFF-725E-C5C0-8F3A883489A6}"/>
              </a:ext>
            </a:extLst>
          </p:cNvPr>
          <p:cNvCxnSpPr>
            <a:cxnSpLocks/>
          </p:cNvCxnSpPr>
          <p:nvPr userDrawn="1"/>
        </p:nvCxnSpPr>
        <p:spPr>
          <a:xfrm flipH="1">
            <a:off x="0" y="3807432"/>
            <a:ext cx="8064500" cy="0"/>
          </a:xfrm>
          <a:prstGeom prst="line">
            <a:avLst/>
          </a:prstGeom>
          <a:ln>
            <a:gradFill flip="none" rotWithShape="1">
              <a:gsLst>
                <a:gs pos="50000">
                  <a:srgbClr val="006A4E">
                    <a:alpha val="60000"/>
                  </a:srgbClr>
                </a:gs>
                <a:gs pos="0">
                  <a:schemeClr val="accent1">
                    <a:alpha val="0"/>
                  </a:schemeClr>
                </a:gs>
                <a:gs pos="100000">
                  <a:schemeClr val="accent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pic>
        <p:nvPicPr>
          <p:cNvPr id="12" name="Graphique 11">
            <a:extLst>
              <a:ext uri="{FF2B5EF4-FFF2-40B4-BE49-F238E27FC236}">
                <a16:creationId xmlns:a16="http://schemas.microsoft.com/office/drawing/2014/main" id="{8B084DB7-D401-7993-D7A1-71430D648490}"/>
              </a:ext>
            </a:extLst>
          </p:cNvPr>
          <p:cNvPicPr>
            <a:picLocks noChangeAspect="1"/>
          </p:cNvPicPr>
          <p:nvPr userDrawn="1"/>
        </p:nvPicPr>
        <p:blipFill rotWithShape="1">
          <a:blip>
            <a:alphaModFix amt="50000"/>
            <a:extLst>
              <a:ext uri="{96DAC541-7B7A-43D3-8B79-37D633B846F1}">
                <asvg:svgBlip xmlns:asvg="http://schemas.microsoft.com/office/drawing/2016/SVG/main" r:embed="rId2"/>
              </a:ext>
            </a:extLst>
          </a:blip>
          <a:srcRect l="-955" t="23053" r="15349" b="23053"/>
          <a:stretch>
            <a:fillRect/>
          </a:stretch>
        </p:blipFill>
        <p:spPr>
          <a:xfrm flipV="1">
            <a:off x="6208498" y="-1"/>
            <a:ext cx="5983501" cy="6857999"/>
          </a:xfrm>
          <a:prstGeom prst="rect">
            <a:avLst/>
          </a:prstGeom>
        </p:spPr>
      </p:pic>
      <p:cxnSp>
        <p:nvCxnSpPr>
          <p:cNvPr id="7" name="Connecteur droit 6">
            <a:extLst>
              <a:ext uri="{FF2B5EF4-FFF2-40B4-BE49-F238E27FC236}">
                <a16:creationId xmlns:a16="http://schemas.microsoft.com/office/drawing/2014/main" id="{14B53B92-7C75-91F6-BDB9-D5039A751FDD}"/>
              </a:ext>
            </a:extLst>
          </p:cNvPr>
          <p:cNvCxnSpPr>
            <a:cxnSpLocks/>
          </p:cNvCxnSpPr>
          <p:nvPr userDrawn="1"/>
        </p:nvCxnSpPr>
        <p:spPr>
          <a:xfrm>
            <a:off x="6096000" y="0"/>
            <a:ext cx="0" cy="6858000"/>
          </a:xfrm>
          <a:prstGeom prst="line">
            <a:avLst/>
          </a:prstGeom>
          <a:ln>
            <a:gradFill flip="none" rotWithShape="1">
              <a:gsLst>
                <a:gs pos="50000">
                  <a:srgbClr val="006A4E">
                    <a:alpha val="60000"/>
                  </a:srgbClr>
                </a:gs>
                <a:gs pos="0">
                  <a:schemeClr val="accent1">
                    <a:alpha val="0"/>
                  </a:schemeClr>
                </a:gs>
                <a:gs pos="100000">
                  <a:schemeClr val="accent1">
                    <a:alpha val="0"/>
                  </a:schemeClr>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9" name="Connecteur droit 8">
            <a:extLst>
              <a:ext uri="{FF2B5EF4-FFF2-40B4-BE49-F238E27FC236}">
                <a16:creationId xmlns:a16="http://schemas.microsoft.com/office/drawing/2014/main" id="{EA3D37A7-2DC8-94BB-6DE0-950346AF13E5}"/>
              </a:ext>
            </a:extLst>
          </p:cNvPr>
          <p:cNvCxnSpPr>
            <a:cxnSpLocks/>
          </p:cNvCxnSpPr>
          <p:nvPr userDrawn="1"/>
        </p:nvCxnSpPr>
        <p:spPr>
          <a:xfrm>
            <a:off x="0" y="5555673"/>
            <a:ext cx="7810500" cy="0"/>
          </a:xfrm>
          <a:prstGeom prst="line">
            <a:avLst/>
          </a:prstGeom>
          <a:ln>
            <a:gradFill flip="none" rotWithShape="1">
              <a:gsLst>
                <a:gs pos="50000">
                  <a:srgbClr val="006A4E">
                    <a:alpha val="60000"/>
                  </a:srgbClr>
                </a:gs>
                <a:gs pos="0">
                  <a:schemeClr val="accent1">
                    <a:alpha val="0"/>
                  </a:schemeClr>
                </a:gs>
                <a:gs pos="100000">
                  <a:schemeClr val="accent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pic>
        <p:nvPicPr>
          <p:cNvPr id="11" name="Graphique 10">
            <a:extLst>
              <a:ext uri="{FF2B5EF4-FFF2-40B4-BE49-F238E27FC236}">
                <a16:creationId xmlns:a16="http://schemas.microsoft.com/office/drawing/2014/main" id="{62A703F5-723F-4C28-6A9D-A35F579F5DBF}"/>
              </a:ext>
            </a:extLst>
          </p:cNvPr>
          <p:cNvPicPr>
            <a:picLocks noChangeAspect="1"/>
          </p:cNvPicPr>
          <p:nvPr userDrawn="1"/>
        </p:nvPicPr>
        <p:blipFill>
          <a:blip>
            <a:extLst>
              <a:ext uri="{96DAC541-7B7A-43D3-8B79-37D633B846F1}">
                <asvg:svgBlip xmlns:asvg="http://schemas.microsoft.com/office/drawing/2016/SVG/main" r:embed="rId3"/>
              </a:ext>
            </a:extLst>
          </a:blip>
          <a:srcRect l="10454" t="26869" r="10467" b="26347"/>
          <a:stretch>
            <a:fillRect/>
          </a:stretch>
        </p:blipFill>
        <p:spPr>
          <a:xfrm>
            <a:off x="846158" y="684441"/>
            <a:ext cx="3195295" cy="618236"/>
          </a:xfrm>
          <a:prstGeom prst="rect">
            <a:avLst/>
          </a:prstGeom>
        </p:spPr>
      </p:pic>
      <p:sp>
        <p:nvSpPr>
          <p:cNvPr id="38" name="Espace réservé pour une image  37">
            <a:extLst>
              <a:ext uri="{FF2B5EF4-FFF2-40B4-BE49-F238E27FC236}">
                <a16:creationId xmlns:a16="http://schemas.microsoft.com/office/drawing/2014/main" id="{FA6C8713-80C1-42F7-B394-9F8C39CF59EF}"/>
              </a:ext>
            </a:extLst>
          </p:cNvPr>
          <p:cNvSpPr>
            <a:spLocks noGrp="1"/>
          </p:cNvSpPr>
          <p:nvPr>
            <p:ph type="pic" sz="quarter" idx="15"/>
          </p:nvPr>
        </p:nvSpPr>
        <p:spPr>
          <a:xfrm>
            <a:off x="7261887" y="571500"/>
            <a:ext cx="4514850" cy="5702300"/>
          </a:xfrm>
          <a:custGeom>
            <a:avLst/>
            <a:gdLst>
              <a:gd name="csX0" fmla="*/ 0 w 4514850"/>
              <a:gd name="csY0" fmla="*/ 0 h 5702300"/>
              <a:gd name="csX1" fmla="*/ 4514850 w 4514850"/>
              <a:gd name="csY1" fmla="*/ 0 h 5702300"/>
              <a:gd name="csX2" fmla="*/ 4514850 w 4514850"/>
              <a:gd name="csY2" fmla="*/ 5425301 h 5702300"/>
              <a:gd name="csX3" fmla="*/ 1076197 w 4514850"/>
              <a:gd name="csY3" fmla="*/ 5425301 h 5702300"/>
              <a:gd name="csX4" fmla="*/ 1076197 w 4514850"/>
              <a:gd name="csY4" fmla="*/ 5702300 h 5702300"/>
              <a:gd name="csX5" fmla="*/ 4514850 w 4514850"/>
              <a:gd name="csY5" fmla="*/ 5702300 h 5702300"/>
              <a:gd name="csX6" fmla="*/ 4514850 w 4514850"/>
              <a:gd name="csY6" fmla="*/ 5702300 h 5702300"/>
              <a:gd name="csX7" fmla="*/ 0 w 4514850"/>
              <a:gd name="csY7" fmla="*/ 5702300 h 57023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4514850" h="5702300">
                <a:moveTo>
                  <a:pt x="0" y="0"/>
                </a:moveTo>
                <a:lnTo>
                  <a:pt x="4514850" y="0"/>
                </a:lnTo>
                <a:lnTo>
                  <a:pt x="4514850" y="5425301"/>
                </a:lnTo>
                <a:lnTo>
                  <a:pt x="1076197" y="5425301"/>
                </a:lnTo>
                <a:lnTo>
                  <a:pt x="1076197" y="5702300"/>
                </a:lnTo>
                <a:lnTo>
                  <a:pt x="4514850" y="5702300"/>
                </a:lnTo>
                <a:lnTo>
                  <a:pt x="4514850" y="5702300"/>
                </a:lnTo>
                <a:lnTo>
                  <a:pt x="0" y="5702300"/>
                </a:lnTo>
                <a:close/>
              </a:path>
            </a:pathLst>
          </a:custGeom>
          <a:solidFill>
            <a:schemeClr val="bg1">
              <a:lumMod val="95000"/>
            </a:schemeClr>
          </a:solidFill>
        </p:spPr>
        <p:txBody>
          <a:bodyPr wrap="square">
            <a:noAutofit/>
          </a:bodyPr>
          <a:lstStyle>
            <a:lvl1pPr>
              <a:defRPr b="1" i="0">
                <a:latin typeface="Arial" panose="020B0604020202020204" pitchFamily="34" charset="0"/>
              </a:defRPr>
            </a:lvl1pPr>
          </a:lstStyle>
          <a:p>
            <a:endParaRPr lang="fr-FR"/>
          </a:p>
        </p:txBody>
      </p:sp>
      <p:sp>
        <p:nvSpPr>
          <p:cNvPr id="40" name="Rectangle 39">
            <a:extLst>
              <a:ext uri="{FF2B5EF4-FFF2-40B4-BE49-F238E27FC236}">
                <a16:creationId xmlns:a16="http://schemas.microsoft.com/office/drawing/2014/main" id="{BF95A1EA-768B-B168-62CC-47E2DCC498BD}"/>
              </a:ext>
            </a:extLst>
          </p:cNvPr>
          <p:cNvSpPr/>
          <p:nvPr userDrawn="1"/>
        </p:nvSpPr>
        <p:spPr>
          <a:xfrm rot="16200000">
            <a:off x="10126542" y="4208342"/>
            <a:ext cx="276999" cy="3853916"/>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i="0">
              <a:latin typeface="Arial" panose="020B0604020202020204" pitchFamily="34" charset="0"/>
            </a:endParaRPr>
          </a:p>
        </p:txBody>
      </p:sp>
      <p:sp>
        <p:nvSpPr>
          <p:cNvPr id="4" name="Rectangle 3">
            <a:extLst>
              <a:ext uri="{FF2B5EF4-FFF2-40B4-BE49-F238E27FC236}">
                <a16:creationId xmlns:a16="http://schemas.microsoft.com/office/drawing/2014/main" id="{C5DD3DF1-5D87-60E9-6A52-7AB8DD8A0662}"/>
              </a:ext>
            </a:extLst>
          </p:cNvPr>
          <p:cNvSpPr/>
          <p:nvPr userDrawn="1"/>
        </p:nvSpPr>
        <p:spPr>
          <a:xfrm>
            <a:off x="304800" y="6273800"/>
            <a:ext cx="502772" cy="584200"/>
          </a:xfrm>
          <a:prstGeom prst="rect">
            <a:avLst/>
          </a:prstGeom>
          <a:solidFill>
            <a:srgbClr val="F8F9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i="0">
              <a:latin typeface="Arial" panose="020B0604020202020204" pitchFamily="34" charset="0"/>
            </a:endParaRPr>
          </a:p>
        </p:txBody>
      </p:sp>
      <p:sp>
        <p:nvSpPr>
          <p:cNvPr id="15" name="Espace réservé du texte 13">
            <a:extLst>
              <a:ext uri="{FF2B5EF4-FFF2-40B4-BE49-F238E27FC236}">
                <a16:creationId xmlns:a16="http://schemas.microsoft.com/office/drawing/2014/main" id="{4CBBD55A-1A38-673B-3232-3E1C8FB463F5}"/>
              </a:ext>
            </a:extLst>
          </p:cNvPr>
          <p:cNvSpPr>
            <a:spLocks noGrp="1"/>
          </p:cNvSpPr>
          <p:nvPr>
            <p:ph type="body" sz="quarter" idx="12" hasCustomPrompt="1"/>
          </p:nvPr>
        </p:nvSpPr>
        <p:spPr>
          <a:xfrm>
            <a:off x="807573" y="4743451"/>
            <a:ext cx="4970928" cy="657268"/>
          </a:xfrm>
          <a:prstGeom prst="rect">
            <a:avLst/>
          </a:prstGeom>
        </p:spPr>
        <p:txBody>
          <a:bodyPr lIns="0"/>
          <a:lstStyle>
            <a:lvl1pPr>
              <a:defRPr sz="1800" b="1" i="0">
                <a:solidFill>
                  <a:schemeClr val="accent6"/>
                </a:solidFill>
                <a:latin typeface="Arial" panose="020B0604020202020204" pitchFamily="34" charset="0"/>
              </a:defRPr>
            </a:lvl1pPr>
          </a:lstStyle>
          <a:p>
            <a:pPr lvl="0"/>
            <a:r>
              <a:rPr lang="en-US"/>
              <a:t>Subtitle of the presentation if necessary</a:t>
            </a:r>
            <a:endParaRPr lang="fr-FR"/>
          </a:p>
        </p:txBody>
      </p:sp>
    </p:spTree>
    <p:extLst>
      <p:ext uri="{BB962C8B-B14F-4D97-AF65-F5344CB8AC3E}">
        <p14:creationId xmlns:p14="http://schemas.microsoft.com/office/powerpoint/2010/main" val="16933005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uverture_visuel_horizontal">
    <p:bg>
      <p:bgPr>
        <a:solidFill>
          <a:srgbClr val="F8F9FB"/>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DE4F1AF-3153-6852-5DB5-3BED82903465}"/>
              </a:ext>
            </a:extLst>
          </p:cNvPr>
          <p:cNvSpPr/>
          <p:nvPr userDrawn="1"/>
        </p:nvSpPr>
        <p:spPr>
          <a:xfrm>
            <a:off x="304800" y="6273800"/>
            <a:ext cx="502772" cy="584200"/>
          </a:xfrm>
          <a:prstGeom prst="rect">
            <a:avLst/>
          </a:prstGeom>
          <a:solidFill>
            <a:srgbClr val="F8F9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i="0" dirty="0">
              <a:latin typeface="Arial" panose="020B0604020202020204" pitchFamily="34" charset="0"/>
            </a:endParaRPr>
          </a:p>
        </p:txBody>
      </p:sp>
      <p:pic>
        <p:nvPicPr>
          <p:cNvPr id="20" name="Graphique 19">
            <a:extLst>
              <a:ext uri="{FF2B5EF4-FFF2-40B4-BE49-F238E27FC236}">
                <a16:creationId xmlns:a16="http://schemas.microsoft.com/office/drawing/2014/main" id="{EAA91657-37E1-3042-01D9-40C83F7649E8}"/>
              </a:ext>
            </a:extLst>
          </p:cNvPr>
          <p:cNvPicPr>
            <a:picLocks noChangeAspect="1"/>
          </p:cNvPicPr>
          <p:nvPr userDrawn="1"/>
        </p:nvPicPr>
        <p:blipFill>
          <a:blip>
            <a:extLst>
              <a:ext uri="{96DAC541-7B7A-43D3-8B79-37D633B846F1}">
                <asvg:svgBlip xmlns:asvg="http://schemas.microsoft.com/office/drawing/2016/SVG/main" r:embed="rId2"/>
              </a:ext>
            </a:extLst>
          </a:blip>
          <a:srcRect t="20598" r="22044" b="45322"/>
          <a:stretch>
            <a:fillRect/>
          </a:stretch>
        </p:blipFill>
        <p:spPr>
          <a:xfrm rot="10800000" flipV="1">
            <a:off x="-4" y="4284133"/>
            <a:ext cx="11784013" cy="2573868"/>
          </a:xfrm>
          <a:prstGeom prst="rect">
            <a:avLst/>
          </a:prstGeom>
        </p:spPr>
      </p:pic>
      <p:sp>
        <p:nvSpPr>
          <p:cNvPr id="2" name="Titre 1">
            <a:extLst>
              <a:ext uri="{FF2B5EF4-FFF2-40B4-BE49-F238E27FC236}">
                <a16:creationId xmlns:a16="http://schemas.microsoft.com/office/drawing/2014/main" id="{6E4E4508-8BB4-FA77-FFB8-04C486E7AEB7}"/>
              </a:ext>
            </a:extLst>
          </p:cNvPr>
          <p:cNvSpPr>
            <a:spLocks noGrp="1"/>
          </p:cNvSpPr>
          <p:nvPr>
            <p:ph type="title" hasCustomPrompt="1"/>
          </p:nvPr>
        </p:nvSpPr>
        <p:spPr>
          <a:xfrm>
            <a:off x="849313" y="4457580"/>
            <a:ext cx="6186957" cy="1600438"/>
          </a:xfrm>
        </p:spPr>
        <p:txBody>
          <a:bodyPr vert="horz" wrap="square" lIns="0" tIns="0" rIns="0" bIns="0" rtlCol="0" anchor="ctr">
            <a:spAutoFit/>
          </a:bodyPr>
          <a:lstStyle>
            <a:lvl1pPr>
              <a:lnSpc>
                <a:spcPct val="90000"/>
              </a:lnSpc>
              <a:defRPr lang="fr-FR" sz="5200" b="1" i="0" kern="1200" cap="all" spc="200" baseline="0" dirty="0">
                <a:solidFill>
                  <a:schemeClr val="accent1"/>
                </a:solidFill>
                <a:latin typeface="Arial" panose="020B0604020202020204" pitchFamily="34" charset="0"/>
                <a:ea typeface="+mn-ea"/>
                <a:cs typeface="+mn-cs"/>
              </a:defRPr>
            </a:lvl1pPr>
          </a:lstStyle>
          <a:p>
            <a:pPr lvl="0">
              <a:lnSpc>
                <a:spcPct val="100000"/>
              </a:lnSpc>
            </a:pPr>
            <a:r>
              <a:rPr lang="fr-FR" dirty="0"/>
              <a:t>TITLE OF THE PRESENTATION</a:t>
            </a:r>
          </a:p>
        </p:txBody>
      </p:sp>
      <p:sp>
        <p:nvSpPr>
          <p:cNvPr id="7" name="Espace réservé du texte 13">
            <a:extLst>
              <a:ext uri="{FF2B5EF4-FFF2-40B4-BE49-F238E27FC236}">
                <a16:creationId xmlns:a16="http://schemas.microsoft.com/office/drawing/2014/main" id="{CB58CE31-53E4-1470-B920-BB17DBE2CC79}"/>
              </a:ext>
            </a:extLst>
          </p:cNvPr>
          <p:cNvSpPr>
            <a:spLocks noGrp="1"/>
          </p:cNvSpPr>
          <p:nvPr>
            <p:ph type="body" sz="quarter" idx="12" hasCustomPrompt="1"/>
          </p:nvPr>
        </p:nvSpPr>
        <p:spPr>
          <a:xfrm>
            <a:off x="7963357" y="4852965"/>
            <a:ext cx="3258224" cy="657268"/>
          </a:xfrm>
          <a:prstGeom prst="rect">
            <a:avLst/>
          </a:prstGeom>
        </p:spPr>
        <p:txBody>
          <a:bodyPr/>
          <a:lstStyle>
            <a:lvl1pPr>
              <a:defRPr sz="1800" b="1" i="0">
                <a:solidFill>
                  <a:schemeClr val="bg1"/>
                </a:solidFill>
                <a:latin typeface="Arial" panose="020B0604020202020204" pitchFamily="34" charset="0"/>
              </a:defRPr>
            </a:lvl1pPr>
          </a:lstStyle>
          <a:p>
            <a:pPr lvl="0"/>
            <a:r>
              <a:rPr lang="en-US" dirty="0"/>
              <a:t>Subtitle of the presentation if necessary</a:t>
            </a:r>
            <a:endParaRPr lang="fr-FR" dirty="0"/>
          </a:p>
        </p:txBody>
      </p:sp>
      <p:cxnSp>
        <p:nvCxnSpPr>
          <p:cNvPr id="10" name="Connecteur droit 9">
            <a:extLst>
              <a:ext uri="{FF2B5EF4-FFF2-40B4-BE49-F238E27FC236}">
                <a16:creationId xmlns:a16="http://schemas.microsoft.com/office/drawing/2014/main" id="{1DE9834F-8B2D-8CED-14DF-2D622CC92F32}"/>
              </a:ext>
            </a:extLst>
          </p:cNvPr>
          <p:cNvCxnSpPr>
            <a:cxnSpLocks/>
          </p:cNvCxnSpPr>
          <p:nvPr userDrawn="1"/>
        </p:nvCxnSpPr>
        <p:spPr>
          <a:xfrm>
            <a:off x="442914" y="-20322"/>
            <a:ext cx="0" cy="4650379"/>
          </a:xfrm>
          <a:prstGeom prst="line">
            <a:avLst/>
          </a:prstGeom>
          <a:ln>
            <a:gradFill flip="none" rotWithShape="1">
              <a:gsLst>
                <a:gs pos="50000">
                  <a:srgbClr val="006A4E">
                    <a:alpha val="60000"/>
                  </a:srgbClr>
                </a:gs>
                <a:gs pos="0">
                  <a:schemeClr val="accent1">
                    <a:alpha val="0"/>
                  </a:schemeClr>
                </a:gs>
                <a:gs pos="100000">
                  <a:schemeClr val="accent1">
                    <a:alpha val="0"/>
                  </a:schemeClr>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1" name="Connecteur droit 10">
            <a:extLst>
              <a:ext uri="{FF2B5EF4-FFF2-40B4-BE49-F238E27FC236}">
                <a16:creationId xmlns:a16="http://schemas.microsoft.com/office/drawing/2014/main" id="{E2D52D8C-A33E-0738-2679-07690715C19E}"/>
              </a:ext>
            </a:extLst>
          </p:cNvPr>
          <p:cNvCxnSpPr>
            <a:cxnSpLocks/>
          </p:cNvCxnSpPr>
          <p:nvPr userDrawn="1"/>
        </p:nvCxnSpPr>
        <p:spPr>
          <a:xfrm>
            <a:off x="7400928" y="4082386"/>
            <a:ext cx="0" cy="2775614"/>
          </a:xfrm>
          <a:prstGeom prst="line">
            <a:avLst/>
          </a:prstGeom>
          <a:ln>
            <a:gradFill flip="none" rotWithShape="1">
              <a:gsLst>
                <a:gs pos="50000">
                  <a:srgbClr val="006A4E">
                    <a:alpha val="60000"/>
                  </a:srgbClr>
                </a:gs>
                <a:gs pos="0">
                  <a:schemeClr val="accent1">
                    <a:alpha val="0"/>
                  </a:schemeClr>
                </a:gs>
                <a:gs pos="100000">
                  <a:schemeClr val="accent1">
                    <a:alpha val="0"/>
                  </a:schemeClr>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2" name="Connecteur droit 11">
            <a:extLst>
              <a:ext uri="{FF2B5EF4-FFF2-40B4-BE49-F238E27FC236}">
                <a16:creationId xmlns:a16="http://schemas.microsoft.com/office/drawing/2014/main" id="{1039FBEA-BBF2-2524-3BBF-9FB5372C353A}"/>
              </a:ext>
            </a:extLst>
          </p:cNvPr>
          <p:cNvCxnSpPr>
            <a:cxnSpLocks/>
          </p:cNvCxnSpPr>
          <p:nvPr userDrawn="1"/>
        </p:nvCxnSpPr>
        <p:spPr>
          <a:xfrm>
            <a:off x="11784013" y="-20322"/>
            <a:ext cx="0" cy="6411640"/>
          </a:xfrm>
          <a:prstGeom prst="line">
            <a:avLst/>
          </a:prstGeom>
          <a:ln>
            <a:gradFill flip="none" rotWithShape="1">
              <a:gsLst>
                <a:gs pos="50000">
                  <a:srgbClr val="006A4E">
                    <a:alpha val="60000"/>
                  </a:srgbClr>
                </a:gs>
                <a:gs pos="0">
                  <a:schemeClr val="accent1">
                    <a:alpha val="0"/>
                  </a:schemeClr>
                </a:gs>
                <a:gs pos="100000">
                  <a:schemeClr val="accent1">
                    <a:alpha val="0"/>
                  </a:schemeClr>
                </a:gs>
              </a:gsLst>
              <a:lin ang="5400000" scaled="1"/>
              <a:tileRect/>
            </a:gradFill>
          </a:ln>
        </p:spPr>
        <p:style>
          <a:lnRef idx="1">
            <a:schemeClr val="accent1"/>
          </a:lnRef>
          <a:fillRef idx="0">
            <a:schemeClr val="accent1"/>
          </a:fillRef>
          <a:effectRef idx="0">
            <a:schemeClr val="accent1"/>
          </a:effectRef>
          <a:fontRef idx="minor">
            <a:schemeClr val="tx1"/>
          </a:fontRef>
        </p:style>
      </p:cxnSp>
      <p:sp>
        <p:nvSpPr>
          <p:cNvPr id="18" name="Espace réservé pour une image  17">
            <a:extLst>
              <a:ext uri="{FF2B5EF4-FFF2-40B4-BE49-F238E27FC236}">
                <a16:creationId xmlns:a16="http://schemas.microsoft.com/office/drawing/2014/main" id="{EA21ACD2-37D7-BCE3-C616-F9B2541095A8}"/>
              </a:ext>
            </a:extLst>
          </p:cNvPr>
          <p:cNvSpPr>
            <a:spLocks noGrp="1"/>
          </p:cNvSpPr>
          <p:nvPr>
            <p:ph type="pic" sz="quarter" idx="14"/>
          </p:nvPr>
        </p:nvSpPr>
        <p:spPr>
          <a:xfrm>
            <a:off x="442913" y="-20638"/>
            <a:ext cx="11341099" cy="4103024"/>
          </a:xfrm>
          <a:prstGeom prst="rect">
            <a:avLst/>
          </a:prstGeom>
          <a:solidFill>
            <a:schemeClr val="bg1">
              <a:lumMod val="95000"/>
            </a:schemeClr>
          </a:solidFill>
        </p:spPr>
        <p:txBody>
          <a:bodyPr wrap="square">
            <a:noAutofit/>
          </a:bodyPr>
          <a:lstStyle>
            <a:lvl1pPr>
              <a:defRPr b="1" i="0">
                <a:latin typeface="Arial" panose="020B0604020202020204" pitchFamily="34" charset="0"/>
              </a:defRPr>
            </a:lvl1pPr>
          </a:lstStyle>
          <a:p>
            <a:endParaRPr lang="fr-FR" dirty="0"/>
          </a:p>
        </p:txBody>
      </p:sp>
      <p:sp>
        <p:nvSpPr>
          <p:cNvPr id="6" name="Rectangle 5">
            <a:extLst>
              <a:ext uri="{FF2B5EF4-FFF2-40B4-BE49-F238E27FC236}">
                <a16:creationId xmlns:a16="http://schemas.microsoft.com/office/drawing/2014/main" id="{8F8AAE89-9A22-91E4-32FD-55066F2460E6}"/>
              </a:ext>
            </a:extLst>
          </p:cNvPr>
          <p:cNvSpPr/>
          <p:nvPr userDrawn="1"/>
        </p:nvSpPr>
        <p:spPr>
          <a:xfrm rot="16200000">
            <a:off x="4052732" y="3509800"/>
            <a:ext cx="144778" cy="6551615"/>
          </a:xfrm>
          <a:prstGeom prst="rect">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i="0" dirty="0">
              <a:solidFill>
                <a:schemeClr val="bg1"/>
              </a:solidFill>
              <a:latin typeface="Arial" panose="020B0604020202020204" pitchFamily="34" charset="0"/>
            </a:endParaRPr>
          </a:p>
        </p:txBody>
      </p:sp>
    </p:spTree>
    <p:extLst>
      <p:ext uri="{BB962C8B-B14F-4D97-AF65-F5344CB8AC3E}">
        <p14:creationId xmlns:p14="http://schemas.microsoft.com/office/powerpoint/2010/main" val="14987330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Agenda">
    <p:bg>
      <p:bgPr>
        <a:solidFill>
          <a:srgbClr val="F8F9FB"/>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B527E38-0317-8D9B-6B59-77A4BA18DF9A}"/>
              </a:ext>
            </a:extLst>
          </p:cNvPr>
          <p:cNvSpPr/>
          <p:nvPr userDrawn="1"/>
        </p:nvSpPr>
        <p:spPr>
          <a:xfrm>
            <a:off x="6083300" y="6384486"/>
            <a:ext cx="6108699" cy="47351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i="0">
              <a:latin typeface="Arial" panose="020B0604020202020204" pitchFamily="34" charset="0"/>
            </a:endParaRPr>
          </a:p>
        </p:txBody>
      </p:sp>
      <p:sp>
        <p:nvSpPr>
          <p:cNvPr id="41" name="Rectangle 40">
            <a:extLst>
              <a:ext uri="{FF2B5EF4-FFF2-40B4-BE49-F238E27FC236}">
                <a16:creationId xmlns:a16="http://schemas.microsoft.com/office/drawing/2014/main" id="{92953840-1875-6039-A19A-B3B3723B9665}"/>
              </a:ext>
            </a:extLst>
          </p:cNvPr>
          <p:cNvSpPr/>
          <p:nvPr userDrawn="1"/>
        </p:nvSpPr>
        <p:spPr>
          <a:xfrm>
            <a:off x="-12700" y="0"/>
            <a:ext cx="6096000" cy="685799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i="0">
              <a:latin typeface="Arial" panose="020B0604020202020204" pitchFamily="34" charset="0"/>
            </a:endParaRPr>
          </a:p>
        </p:txBody>
      </p:sp>
      <p:sp>
        <p:nvSpPr>
          <p:cNvPr id="4" name="Espace réservé du numéro de diapositive 3">
            <a:extLst>
              <a:ext uri="{FF2B5EF4-FFF2-40B4-BE49-F238E27FC236}">
                <a16:creationId xmlns:a16="http://schemas.microsoft.com/office/drawing/2014/main" id="{D0C1619D-5206-69B7-B6DD-39C7F228AEE4}"/>
              </a:ext>
            </a:extLst>
          </p:cNvPr>
          <p:cNvSpPr>
            <a:spLocks noGrp="1"/>
          </p:cNvSpPr>
          <p:nvPr>
            <p:ph type="sldNum" sz="quarter" idx="11"/>
          </p:nvPr>
        </p:nvSpPr>
        <p:spPr/>
        <p:txBody>
          <a:bodyPr/>
          <a:lstStyle>
            <a:lvl1pPr>
              <a:defRPr b="1" i="0">
                <a:latin typeface="Arial" panose="020B0604020202020204" pitchFamily="34" charset="0"/>
              </a:defRPr>
            </a:lvl1pPr>
          </a:lstStyle>
          <a:p>
            <a:fld id="{29BED1D5-2372-4BA3-AEA9-1F7A0F9A5921}" type="slidenum">
              <a:rPr lang="fr-FR" smtClean="0"/>
              <a:pPr/>
              <a:t>‹#›</a:t>
            </a:fld>
            <a:endParaRPr lang="fr-FR"/>
          </a:p>
        </p:txBody>
      </p:sp>
      <p:pic>
        <p:nvPicPr>
          <p:cNvPr id="7" name="Graphique 6">
            <a:extLst>
              <a:ext uri="{FF2B5EF4-FFF2-40B4-BE49-F238E27FC236}">
                <a16:creationId xmlns:a16="http://schemas.microsoft.com/office/drawing/2014/main" id="{40B318AF-311C-BD68-8F5F-03C8122F4078}"/>
              </a:ext>
            </a:extLst>
          </p:cNvPr>
          <p:cNvPicPr>
            <a:picLocks noChangeAspect="1"/>
          </p:cNvPicPr>
          <p:nvPr userDrawn="1"/>
        </p:nvPicPr>
        <p:blipFill rotWithShape="1">
          <a:blip>
            <a:alphaModFix amt="50000"/>
            <a:extLst>
              <a:ext uri="{96DAC541-7B7A-43D3-8B79-37D633B846F1}">
                <asvg:svgBlip xmlns:asvg="http://schemas.microsoft.com/office/drawing/2016/SVG/main" r:embed="rId2"/>
              </a:ext>
            </a:extLst>
          </a:blip>
          <a:srcRect l="-955" t="23053" r="955" b="23053"/>
          <a:stretch>
            <a:fillRect/>
          </a:stretch>
        </p:blipFill>
        <p:spPr>
          <a:xfrm flipV="1">
            <a:off x="1002450" y="-1"/>
            <a:ext cx="6958969" cy="6857999"/>
          </a:xfrm>
          <a:prstGeom prst="rect">
            <a:avLst/>
          </a:prstGeom>
        </p:spPr>
      </p:pic>
      <p:sp>
        <p:nvSpPr>
          <p:cNvPr id="2" name="Titre 1">
            <a:extLst>
              <a:ext uri="{FF2B5EF4-FFF2-40B4-BE49-F238E27FC236}">
                <a16:creationId xmlns:a16="http://schemas.microsoft.com/office/drawing/2014/main" id="{1E738301-0B0B-97CF-24CA-326EA0A391DA}"/>
              </a:ext>
            </a:extLst>
          </p:cNvPr>
          <p:cNvSpPr>
            <a:spLocks noGrp="1"/>
          </p:cNvSpPr>
          <p:nvPr>
            <p:ph type="title" hasCustomPrompt="1"/>
          </p:nvPr>
        </p:nvSpPr>
        <p:spPr>
          <a:xfrm rot="16200000">
            <a:off x="-1753834" y="2875003"/>
            <a:ext cx="5855881" cy="1107996"/>
          </a:xfrm>
        </p:spPr>
        <p:txBody>
          <a:bodyPr/>
          <a:lstStyle>
            <a:lvl1pPr algn="ctr">
              <a:defRPr sz="8000" b="1" i="0" cap="all" baseline="0">
                <a:solidFill>
                  <a:schemeClr val="bg1"/>
                </a:solidFill>
                <a:latin typeface="Arial" panose="020B0604020202020204" pitchFamily="34" charset="0"/>
              </a:defRPr>
            </a:lvl1pPr>
          </a:lstStyle>
          <a:p>
            <a:r>
              <a:rPr lang="fr-FR"/>
              <a:t>CONTENTS</a:t>
            </a:r>
          </a:p>
        </p:txBody>
      </p:sp>
    </p:spTree>
    <p:extLst>
      <p:ext uri="{BB962C8B-B14F-4D97-AF65-F5344CB8AC3E}">
        <p14:creationId xmlns:p14="http://schemas.microsoft.com/office/powerpoint/2010/main" val="379028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Agenda">
    <p:bg>
      <p:bgPr>
        <a:solidFill>
          <a:srgbClr val="F8F9FB"/>
        </a:solidFill>
        <a:effectLst/>
      </p:bgPr>
    </p:bg>
    <p:spTree>
      <p:nvGrpSpPr>
        <p:cNvPr id="1" name=""/>
        <p:cNvGrpSpPr/>
        <p:nvPr/>
      </p:nvGrpSpPr>
      <p:grpSpPr>
        <a:xfrm>
          <a:off x="0" y="0"/>
          <a:ext cx="0" cy="0"/>
          <a:chOff x="0" y="0"/>
          <a:chExt cx="0" cy="0"/>
        </a:xfrm>
      </p:grpSpPr>
      <p:sp>
        <p:nvSpPr>
          <p:cNvPr id="8" name="Espace réservé du contenu 7">
            <a:extLst>
              <a:ext uri="{FF2B5EF4-FFF2-40B4-BE49-F238E27FC236}">
                <a16:creationId xmlns:a16="http://schemas.microsoft.com/office/drawing/2014/main" id="{4F645543-A56B-0238-36CE-84D72CB49A07}"/>
              </a:ext>
            </a:extLst>
          </p:cNvPr>
          <p:cNvSpPr>
            <a:spLocks noGrp="1"/>
          </p:cNvSpPr>
          <p:nvPr>
            <p:ph sz="quarter" idx="13"/>
          </p:nvPr>
        </p:nvSpPr>
        <p:spPr>
          <a:xfrm>
            <a:off x="-12700" y="0"/>
            <a:ext cx="6096001" cy="6858000"/>
          </a:xfrm>
          <a:prstGeom prst="rect">
            <a:avLst/>
          </a:prstGeom>
          <a:solidFill>
            <a:schemeClr val="bg2">
              <a:lumMod val="90000"/>
            </a:schemeClr>
          </a:solidFill>
        </p:spPr>
        <p:txBody>
          <a:bodyPr wrap="square">
            <a:noAutofit/>
          </a:bodyPr>
          <a:lstStyle>
            <a:lvl1pPr>
              <a:defRPr b="1" i="0">
                <a:latin typeface="Arial" panose="020B0604020202020204" pitchFamily="34" charset="0"/>
              </a:defRPr>
            </a:lvl1pPr>
          </a:lstStyle>
          <a:p>
            <a:pPr lvl="0"/>
            <a:endParaRPr lang="fr-FR"/>
          </a:p>
        </p:txBody>
      </p:sp>
      <p:sp>
        <p:nvSpPr>
          <p:cNvPr id="4" name="Espace réservé du numéro de diapositive 3">
            <a:extLst>
              <a:ext uri="{FF2B5EF4-FFF2-40B4-BE49-F238E27FC236}">
                <a16:creationId xmlns:a16="http://schemas.microsoft.com/office/drawing/2014/main" id="{D0C1619D-5206-69B7-B6DD-39C7F228AEE4}"/>
              </a:ext>
            </a:extLst>
          </p:cNvPr>
          <p:cNvSpPr>
            <a:spLocks noGrp="1"/>
          </p:cNvSpPr>
          <p:nvPr>
            <p:ph type="sldNum" sz="quarter" idx="11"/>
          </p:nvPr>
        </p:nvSpPr>
        <p:spPr/>
        <p:txBody>
          <a:bodyPr/>
          <a:lstStyle>
            <a:lvl1pPr>
              <a:defRPr b="1" i="0">
                <a:latin typeface="Arial" panose="020B0604020202020204" pitchFamily="34" charset="0"/>
              </a:defRPr>
            </a:lvl1pPr>
          </a:lstStyle>
          <a:p>
            <a:fld id="{29BED1D5-2372-4BA3-AEA9-1F7A0F9A5921}" type="slidenum">
              <a:rPr lang="fr-FR" smtClean="0"/>
              <a:pPr/>
              <a:t>‹#›</a:t>
            </a:fld>
            <a:endParaRPr lang="fr-FR"/>
          </a:p>
        </p:txBody>
      </p:sp>
      <p:sp>
        <p:nvSpPr>
          <p:cNvPr id="10" name="Rectangle 9">
            <a:extLst>
              <a:ext uri="{FF2B5EF4-FFF2-40B4-BE49-F238E27FC236}">
                <a16:creationId xmlns:a16="http://schemas.microsoft.com/office/drawing/2014/main" id="{1B5968E5-2246-CA5B-AD17-3C0051161C6F}"/>
              </a:ext>
            </a:extLst>
          </p:cNvPr>
          <p:cNvSpPr/>
          <p:nvPr userDrawn="1"/>
        </p:nvSpPr>
        <p:spPr>
          <a:xfrm>
            <a:off x="6083300" y="6384486"/>
            <a:ext cx="6108699" cy="47351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i="0">
              <a:latin typeface="Arial" panose="020B0604020202020204" pitchFamily="34" charset="0"/>
            </a:endParaRPr>
          </a:p>
        </p:txBody>
      </p:sp>
      <p:sp>
        <p:nvSpPr>
          <p:cNvPr id="5" name="Titre 1">
            <a:extLst>
              <a:ext uri="{FF2B5EF4-FFF2-40B4-BE49-F238E27FC236}">
                <a16:creationId xmlns:a16="http://schemas.microsoft.com/office/drawing/2014/main" id="{6DCD1A5C-8FDE-FC57-CEA2-D5B18169DBA5}"/>
              </a:ext>
            </a:extLst>
          </p:cNvPr>
          <p:cNvSpPr>
            <a:spLocks noGrp="1"/>
          </p:cNvSpPr>
          <p:nvPr>
            <p:ph type="title" hasCustomPrompt="1"/>
          </p:nvPr>
        </p:nvSpPr>
        <p:spPr>
          <a:xfrm rot="16200000">
            <a:off x="-1753834" y="2875003"/>
            <a:ext cx="5855881" cy="1107996"/>
          </a:xfrm>
        </p:spPr>
        <p:txBody>
          <a:bodyPr/>
          <a:lstStyle>
            <a:lvl1pPr algn="ctr">
              <a:defRPr sz="8000" b="1" i="0" cap="all" baseline="0">
                <a:solidFill>
                  <a:schemeClr val="bg1"/>
                </a:solidFill>
                <a:latin typeface="Arial" panose="020B0604020202020204" pitchFamily="34" charset="0"/>
              </a:defRPr>
            </a:lvl1pPr>
          </a:lstStyle>
          <a:p>
            <a:r>
              <a:rPr lang="fr-FR"/>
              <a:t>CONTENTS</a:t>
            </a:r>
          </a:p>
        </p:txBody>
      </p:sp>
      <p:grpSp>
        <p:nvGrpSpPr>
          <p:cNvPr id="9" name="Groupe 8">
            <a:extLst>
              <a:ext uri="{FF2B5EF4-FFF2-40B4-BE49-F238E27FC236}">
                <a16:creationId xmlns:a16="http://schemas.microsoft.com/office/drawing/2014/main" id="{D58E9CF8-1D6A-3097-7AEC-466C816D466D}"/>
              </a:ext>
            </a:extLst>
          </p:cNvPr>
          <p:cNvGrpSpPr/>
          <p:nvPr userDrawn="1"/>
        </p:nvGrpSpPr>
        <p:grpSpPr>
          <a:xfrm>
            <a:off x="9305608" y="0"/>
            <a:ext cx="2841327" cy="6804000"/>
            <a:chOff x="9401222" y="-771342"/>
            <a:chExt cx="2841327" cy="7654964"/>
          </a:xfrm>
        </p:grpSpPr>
        <p:pic>
          <p:nvPicPr>
            <p:cNvPr id="12" name="Graphique 11">
              <a:extLst>
                <a:ext uri="{FF2B5EF4-FFF2-40B4-BE49-F238E27FC236}">
                  <a16:creationId xmlns:a16="http://schemas.microsoft.com/office/drawing/2014/main" id="{17862103-60B6-0670-2F74-10C20D4A19C4}"/>
                </a:ext>
              </a:extLst>
            </p:cNvPr>
            <p:cNvPicPr>
              <a:picLocks noChangeAspect="1"/>
            </p:cNvPicPr>
            <p:nvPr userDrawn="1"/>
          </p:nvPicPr>
          <p:blipFill>
            <a:blip>
              <a:alphaModFix amt="50000"/>
              <a:extLst>
                <a:ext uri="{96DAC541-7B7A-43D3-8B79-37D633B846F1}">
                  <asvg:svgBlip xmlns:asvg="http://schemas.microsoft.com/office/drawing/2016/SVG/main" r:embed="rId2"/>
                </a:ext>
              </a:extLst>
            </a:blip>
            <a:srcRect l="129" t="23229" r="18189" b="23574"/>
            <a:stretch>
              <a:fillRect/>
            </a:stretch>
          </p:blipFill>
          <p:spPr>
            <a:xfrm flipV="1">
              <a:off x="9423622" y="3550972"/>
              <a:ext cx="2797456" cy="3332650"/>
            </a:xfrm>
            <a:prstGeom prst="rect">
              <a:avLst/>
            </a:prstGeom>
          </p:spPr>
        </p:pic>
        <p:pic>
          <p:nvPicPr>
            <p:cNvPr id="13" name="Graphique 12">
              <a:extLst>
                <a:ext uri="{FF2B5EF4-FFF2-40B4-BE49-F238E27FC236}">
                  <a16:creationId xmlns:a16="http://schemas.microsoft.com/office/drawing/2014/main" id="{2C03E755-9E5E-930C-87CC-D3E333C09060}"/>
                </a:ext>
              </a:extLst>
            </p:cNvPr>
            <p:cNvPicPr>
              <a:picLocks noChangeAspect="1"/>
            </p:cNvPicPr>
            <p:nvPr userDrawn="1"/>
          </p:nvPicPr>
          <p:blipFill>
            <a:blip>
              <a:alphaModFix amt="50000"/>
              <a:extLst>
                <a:ext uri="{96DAC541-7B7A-43D3-8B79-37D633B846F1}">
                  <asvg:svgBlip xmlns:asvg="http://schemas.microsoft.com/office/drawing/2016/SVG/main" r:embed="rId2"/>
                </a:ext>
              </a:extLst>
            </a:blip>
            <a:srcRect t="30740" r="18212" b="-199"/>
            <a:stretch>
              <a:fillRect/>
            </a:stretch>
          </p:blipFill>
          <p:spPr>
            <a:xfrm flipV="1">
              <a:off x="9401222" y="-771342"/>
              <a:ext cx="2841327" cy="4359487"/>
            </a:xfrm>
            <a:prstGeom prst="rect">
              <a:avLst/>
            </a:prstGeom>
          </p:spPr>
        </p:pic>
      </p:grpSp>
    </p:spTree>
    <p:extLst>
      <p:ext uri="{BB962C8B-B14F-4D97-AF65-F5344CB8AC3E}">
        <p14:creationId xmlns:p14="http://schemas.microsoft.com/office/powerpoint/2010/main" val="6374576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pitre-PERES">
    <p:spTree>
      <p:nvGrpSpPr>
        <p:cNvPr id="1" name=""/>
        <p:cNvGrpSpPr/>
        <p:nvPr/>
      </p:nvGrpSpPr>
      <p:grpSpPr>
        <a:xfrm>
          <a:off x="0" y="0"/>
          <a:ext cx="0" cy="0"/>
          <a:chOff x="0" y="0"/>
          <a:chExt cx="0" cy="0"/>
        </a:xfrm>
      </p:grpSpPr>
      <p:pic>
        <p:nvPicPr>
          <p:cNvPr id="7" name="Graphique 6">
            <a:extLst>
              <a:ext uri="{FF2B5EF4-FFF2-40B4-BE49-F238E27FC236}">
                <a16:creationId xmlns:a16="http://schemas.microsoft.com/office/drawing/2014/main" id="{B0130C71-CF11-F8F9-A062-D895874DD577}"/>
              </a:ext>
            </a:extLst>
          </p:cNvPr>
          <p:cNvPicPr>
            <a:picLocks noChangeAspect="1"/>
          </p:cNvPicPr>
          <p:nvPr userDrawn="1"/>
        </p:nvPicPr>
        <p:blipFill>
          <a:blip>
            <a:extLst>
              <a:ext uri="{96DAC541-7B7A-43D3-8B79-37D633B846F1}">
                <asvg:svgBlip xmlns:asvg="http://schemas.microsoft.com/office/drawing/2016/SVG/main" r:embed="rId2"/>
              </a:ext>
            </a:extLst>
          </a:blip>
          <a:srcRect l="10662" t="40" b="32890"/>
          <a:stretch>
            <a:fillRect/>
          </a:stretch>
        </p:blipFill>
        <p:spPr>
          <a:xfrm rot="10800000" flipH="1" flipV="1">
            <a:off x="6483957" y="1686"/>
            <a:ext cx="5708044" cy="6856314"/>
          </a:xfrm>
          <a:prstGeom prst="rect">
            <a:avLst/>
          </a:prstGeom>
        </p:spPr>
      </p:pic>
      <p:sp>
        <p:nvSpPr>
          <p:cNvPr id="4" name="Espace réservé du numéro de diapositive 3">
            <a:extLst>
              <a:ext uri="{FF2B5EF4-FFF2-40B4-BE49-F238E27FC236}">
                <a16:creationId xmlns:a16="http://schemas.microsoft.com/office/drawing/2014/main" id="{559226CF-57C8-7030-FAB0-B2E5C8FF5218}"/>
              </a:ext>
            </a:extLst>
          </p:cNvPr>
          <p:cNvSpPr>
            <a:spLocks noGrp="1"/>
          </p:cNvSpPr>
          <p:nvPr>
            <p:ph type="sldNum" sz="quarter" idx="11"/>
          </p:nvPr>
        </p:nvSpPr>
        <p:spPr/>
        <p:txBody>
          <a:bodyPr/>
          <a:lstStyle>
            <a:lvl1pPr>
              <a:defRPr b="1" i="0">
                <a:latin typeface="Arial" panose="020B0604020202020204" pitchFamily="34" charset="0"/>
              </a:defRPr>
            </a:lvl1pPr>
          </a:lstStyle>
          <a:p>
            <a:fld id="{29BED1D5-2372-4BA3-AEA9-1F7A0F9A5921}" type="slidenum">
              <a:rPr lang="fr-FR" smtClean="0"/>
              <a:pPr/>
              <a:t>‹#›</a:t>
            </a:fld>
            <a:endParaRPr lang="fr-FR" dirty="0"/>
          </a:p>
        </p:txBody>
      </p:sp>
      <p:cxnSp>
        <p:nvCxnSpPr>
          <p:cNvPr id="9" name="Connecteur droit 8">
            <a:extLst>
              <a:ext uri="{FF2B5EF4-FFF2-40B4-BE49-F238E27FC236}">
                <a16:creationId xmlns:a16="http://schemas.microsoft.com/office/drawing/2014/main" id="{6C636A68-2296-A483-6193-164AFE6B4187}"/>
              </a:ext>
            </a:extLst>
          </p:cNvPr>
          <p:cNvCxnSpPr>
            <a:cxnSpLocks/>
          </p:cNvCxnSpPr>
          <p:nvPr userDrawn="1"/>
        </p:nvCxnSpPr>
        <p:spPr>
          <a:xfrm>
            <a:off x="5390342" y="311008"/>
            <a:ext cx="0" cy="4523403"/>
          </a:xfrm>
          <a:prstGeom prst="line">
            <a:avLst/>
          </a:prstGeom>
          <a:ln>
            <a:gradFill flip="none" rotWithShape="1">
              <a:gsLst>
                <a:gs pos="50000">
                  <a:srgbClr val="00966F">
                    <a:alpha val="60000"/>
                  </a:srgbClr>
                </a:gs>
                <a:gs pos="0">
                  <a:srgbClr val="00966F">
                    <a:alpha val="0"/>
                  </a:srgbClr>
                </a:gs>
                <a:gs pos="100000">
                  <a:srgbClr val="00966F">
                    <a:alpha val="0"/>
                  </a:srgbClr>
                </a:gs>
              </a:gsLst>
              <a:lin ang="5400000" scaled="1"/>
              <a:tileRect/>
            </a:gradFill>
          </a:ln>
        </p:spPr>
        <p:style>
          <a:lnRef idx="1">
            <a:schemeClr val="accent1"/>
          </a:lnRef>
          <a:fillRef idx="0">
            <a:schemeClr val="accent1"/>
          </a:fillRef>
          <a:effectRef idx="0">
            <a:schemeClr val="accent1"/>
          </a:effectRef>
          <a:fontRef idx="minor">
            <a:schemeClr val="tx1"/>
          </a:fontRef>
        </p:style>
      </p:cxnSp>
      <p:pic>
        <p:nvPicPr>
          <p:cNvPr id="14" name="Graphique 13">
            <a:extLst>
              <a:ext uri="{FF2B5EF4-FFF2-40B4-BE49-F238E27FC236}">
                <a16:creationId xmlns:a16="http://schemas.microsoft.com/office/drawing/2014/main" id="{8DC3EE0C-C499-F52F-DB3C-D22F44DC7B6C}"/>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46038" y="94263"/>
            <a:ext cx="1906603" cy="623543"/>
          </a:xfrm>
          <a:prstGeom prst="rect">
            <a:avLst/>
          </a:prstGeom>
        </p:spPr>
      </p:pic>
      <p:sp>
        <p:nvSpPr>
          <p:cNvPr id="17" name="Espace réservé du texte 15">
            <a:extLst>
              <a:ext uri="{FF2B5EF4-FFF2-40B4-BE49-F238E27FC236}">
                <a16:creationId xmlns:a16="http://schemas.microsoft.com/office/drawing/2014/main" id="{A86A394F-2307-D400-F360-1B188E5F01DC}"/>
              </a:ext>
            </a:extLst>
          </p:cNvPr>
          <p:cNvSpPr>
            <a:spLocks noGrp="1"/>
          </p:cNvSpPr>
          <p:nvPr>
            <p:ph type="body" sz="quarter" idx="13" hasCustomPrompt="1"/>
          </p:nvPr>
        </p:nvSpPr>
        <p:spPr>
          <a:xfrm>
            <a:off x="854075" y="1711485"/>
            <a:ext cx="515977" cy="309327"/>
          </a:xfrm>
          <a:prstGeom prst="rect">
            <a:avLst/>
          </a:prstGeom>
        </p:spPr>
        <p:txBody>
          <a:bodyPr>
            <a:normAutofit/>
          </a:bodyPr>
          <a:lstStyle>
            <a:lvl1pPr>
              <a:defRPr sz="1800" b="1" i="0">
                <a:solidFill>
                  <a:schemeClr val="accent6"/>
                </a:solidFill>
                <a:latin typeface="Arial" panose="020B0604020202020204" pitchFamily="34" charset="0"/>
              </a:defRPr>
            </a:lvl1pPr>
          </a:lstStyle>
          <a:p>
            <a:pPr lvl="0"/>
            <a:r>
              <a:rPr lang="fr-FR" dirty="0"/>
              <a:t>XX</a:t>
            </a:r>
          </a:p>
        </p:txBody>
      </p:sp>
      <p:sp>
        <p:nvSpPr>
          <p:cNvPr id="27" name="Espace réservé pour une image  26">
            <a:extLst>
              <a:ext uri="{FF2B5EF4-FFF2-40B4-BE49-F238E27FC236}">
                <a16:creationId xmlns:a16="http://schemas.microsoft.com/office/drawing/2014/main" id="{449FFEE2-837F-FD67-D7DB-C60FA279C03C}"/>
              </a:ext>
            </a:extLst>
          </p:cNvPr>
          <p:cNvSpPr>
            <a:spLocks noGrp="1"/>
          </p:cNvSpPr>
          <p:nvPr>
            <p:ph type="pic" sz="quarter" idx="14"/>
          </p:nvPr>
        </p:nvSpPr>
        <p:spPr>
          <a:xfrm>
            <a:off x="7626350" y="561975"/>
            <a:ext cx="4157663" cy="6296025"/>
          </a:xfrm>
          <a:prstGeom prst="rect">
            <a:avLst/>
          </a:prstGeom>
          <a:solidFill>
            <a:schemeClr val="bg1">
              <a:lumMod val="95000"/>
            </a:schemeClr>
          </a:solidFill>
        </p:spPr>
        <p:txBody>
          <a:bodyPr/>
          <a:lstStyle>
            <a:lvl1pPr>
              <a:defRPr b="1" i="0">
                <a:latin typeface="Arial" panose="020B0604020202020204" pitchFamily="34" charset="0"/>
              </a:defRPr>
            </a:lvl1pPr>
          </a:lstStyle>
          <a:p>
            <a:endParaRPr lang="fr-FR" dirty="0"/>
          </a:p>
        </p:txBody>
      </p:sp>
      <p:cxnSp>
        <p:nvCxnSpPr>
          <p:cNvPr id="5" name="Connecteur droit 4">
            <a:extLst>
              <a:ext uri="{FF2B5EF4-FFF2-40B4-BE49-F238E27FC236}">
                <a16:creationId xmlns:a16="http://schemas.microsoft.com/office/drawing/2014/main" id="{90D15AA6-0C6C-47BF-6CDD-D40B4D51D64A}"/>
              </a:ext>
            </a:extLst>
          </p:cNvPr>
          <p:cNvCxnSpPr>
            <a:cxnSpLocks/>
          </p:cNvCxnSpPr>
          <p:nvPr userDrawn="1"/>
        </p:nvCxnSpPr>
        <p:spPr>
          <a:xfrm>
            <a:off x="6483957" y="0"/>
            <a:ext cx="0" cy="6858000"/>
          </a:xfrm>
          <a:prstGeom prst="line">
            <a:avLst/>
          </a:prstGeom>
          <a:ln>
            <a:gradFill flip="none" rotWithShape="1">
              <a:gsLst>
                <a:gs pos="50000">
                  <a:srgbClr val="00966F">
                    <a:alpha val="60000"/>
                  </a:srgbClr>
                </a:gs>
                <a:gs pos="0">
                  <a:srgbClr val="00966F">
                    <a:alpha val="0"/>
                  </a:srgbClr>
                </a:gs>
                <a:gs pos="100000">
                  <a:srgbClr val="00966F">
                    <a:alpha val="0"/>
                  </a:srgbClr>
                </a:gs>
              </a:gsLst>
              <a:lin ang="5400000" scaled="1"/>
              <a:tileRect/>
            </a:gra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03D2F1D8-2B6C-975B-A79A-BE27E7DAC400}"/>
              </a:ext>
            </a:extLst>
          </p:cNvPr>
          <p:cNvSpPr/>
          <p:nvPr userDrawn="1"/>
        </p:nvSpPr>
        <p:spPr>
          <a:xfrm>
            <a:off x="854075" y="3947586"/>
            <a:ext cx="209550" cy="45719"/>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i="0" dirty="0">
              <a:latin typeface="Arial" panose="020B0604020202020204" pitchFamily="34" charset="0"/>
            </a:endParaRPr>
          </a:p>
        </p:txBody>
      </p:sp>
      <p:cxnSp>
        <p:nvCxnSpPr>
          <p:cNvPr id="18" name="Connecteur droit 17">
            <a:extLst>
              <a:ext uri="{FF2B5EF4-FFF2-40B4-BE49-F238E27FC236}">
                <a16:creationId xmlns:a16="http://schemas.microsoft.com/office/drawing/2014/main" id="{09ADDC62-2F54-C89B-D04D-E0DA0AB0EE35}"/>
              </a:ext>
            </a:extLst>
          </p:cNvPr>
          <p:cNvCxnSpPr>
            <a:cxnSpLocks/>
          </p:cNvCxnSpPr>
          <p:nvPr userDrawn="1"/>
        </p:nvCxnSpPr>
        <p:spPr>
          <a:xfrm flipH="1">
            <a:off x="0" y="2286000"/>
            <a:ext cx="6286500" cy="0"/>
          </a:xfrm>
          <a:prstGeom prst="line">
            <a:avLst/>
          </a:prstGeom>
          <a:ln>
            <a:gradFill flip="none" rotWithShape="1">
              <a:gsLst>
                <a:gs pos="50000">
                  <a:srgbClr val="006A4E">
                    <a:alpha val="60000"/>
                  </a:srgbClr>
                </a:gs>
                <a:gs pos="0">
                  <a:schemeClr val="accent1">
                    <a:alpha val="0"/>
                  </a:schemeClr>
                </a:gs>
                <a:gs pos="100000">
                  <a:schemeClr val="accent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9" name="Connecteur droit 18">
            <a:extLst>
              <a:ext uri="{FF2B5EF4-FFF2-40B4-BE49-F238E27FC236}">
                <a16:creationId xmlns:a16="http://schemas.microsoft.com/office/drawing/2014/main" id="{32A9C633-53D8-F0FD-686F-BC6F905F0843}"/>
              </a:ext>
            </a:extLst>
          </p:cNvPr>
          <p:cNvCxnSpPr>
            <a:cxnSpLocks/>
          </p:cNvCxnSpPr>
          <p:nvPr userDrawn="1"/>
        </p:nvCxnSpPr>
        <p:spPr>
          <a:xfrm flipH="1">
            <a:off x="0" y="3581400"/>
            <a:ext cx="6096000" cy="0"/>
          </a:xfrm>
          <a:prstGeom prst="line">
            <a:avLst/>
          </a:prstGeom>
          <a:ln>
            <a:gradFill flip="none" rotWithShape="1">
              <a:gsLst>
                <a:gs pos="50000">
                  <a:srgbClr val="006A4E">
                    <a:alpha val="60000"/>
                  </a:srgbClr>
                </a:gs>
                <a:gs pos="0">
                  <a:schemeClr val="accent1">
                    <a:alpha val="0"/>
                  </a:schemeClr>
                </a:gs>
                <a:gs pos="100000">
                  <a:schemeClr val="accent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20" name="Connecteur droit 19">
            <a:extLst>
              <a:ext uri="{FF2B5EF4-FFF2-40B4-BE49-F238E27FC236}">
                <a16:creationId xmlns:a16="http://schemas.microsoft.com/office/drawing/2014/main" id="{C8DAA2E7-17D9-8A34-2FED-C6C589FE3A9E}"/>
              </a:ext>
            </a:extLst>
          </p:cNvPr>
          <p:cNvCxnSpPr>
            <a:cxnSpLocks/>
          </p:cNvCxnSpPr>
          <p:nvPr userDrawn="1"/>
        </p:nvCxnSpPr>
        <p:spPr>
          <a:xfrm>
            <a:off x="0" y="5702300"/>
            <a:ext cx="5981700" cy="0"/>
          </a:xfrm>
          <a:prstGeom prst="line">
            <a:avLst/>
          </a:prstGeom>
          <a:ln>
            <a:gradFill flip="none" rotWithShape="1">
              <a:gsLst>
                <a:gs pos="50000">
                  <a:srgbClr val="006A4E">
                    <a:alpha val="60000"/>
                  </a:srgbClr>
                </a:gs>
                <a:gs pos="0">
                  <a:schemeClr val="accent1">
                    <a:alpha val="0"/>
                  </a:schemeClr>
                </a:gs>
                <a:gs pos="100000">
                  <a:schemeClr val="accent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32" name="ZoneTexte 31">
            <a:extLst>
              <a:ext uri="{FF2B5EF4-FFF2-40B4-BE49-F238E27FC236}">
                <a16:creationId xmlns:a16="http://schemas.microsoft.com/office/drawing/2014/main" id="{A5CFFFCC-85C2-3E32-0A36-2C777EDA33D3}"/>
              </a:ext>
            </a:extLst>
          </p:cNvPr>
          <p:cNvSpPr txBox="1"/>
          <p:nvPr userDrawn="1"/>
        </p:nvSpPr>
        <p:spPr>
          <a:xfrm>
            <a:off x="854076" y="4294803"/>
            <a:ext cx="3994225" cy="553998"/>
          </a:xfrm>
          <a:prstGeom prst="rect">
            <a:avLst/>
          </a:prstGeom>
          <a:noFill/>
        </p:spPr>
        <p:txBody>
          <a:bodyPr wrap="square" lIns="0" tIns="0" rIns="0" bIns="0">
            <a:spAutoFit/>
          </a:bodyPr>
          <a:lstStyle/>
          <a:p>
            <a:r>
              <a:rPr lang="fr-FR" sz="1800" b="1" i="0" kern="1200" dirty="0">
                <a:solidFill>
                  <a:schemeClr val="accent6"/>
                </a:solidFill>
                <a:latin typeface="Arial" panose="020B0604020202020204" pitchFamily="34" charset="0"/>
                <a:ea typeface="+mn-ea"/>
                <a:cs typeface="+mn-cs"/>
              </a:rPr>
              <a:t>Real Assets : Private </a:t>
            </a:r>
            <a:r>
              <a:rPr lang="fr-FR" sz="1800" b="1" i="0" kern="1200" dirty="0" err="1">
                <a:solidFill>
                  <a:schemeClr val="accent6"/>
                </a:solidFill>
                <a:latin typeface="Arial" panose="020B0604020202020204" pitchFamily="34" charset="0"/>
                <a:ea typeface="+mn-ea"/>
                <a:cs typeface="+mn-cs"/>
              </a:rPr>
              <a:t>Equity</a:t>
            </a:r>
            <a:r>
              <a:rPr lang="fr-FR" sz="1800" b="1" i="0" kern="1200" dirty="0">
                <a:solidFill>
                  <a:schemeClr val="accent6"/>
                </a:solidFill>
                <a:latin typeface="Arial" panose="020B0604020202020204" pitchFamily="34" charset="0"/>
                <a:ea typeface="+mn-ea"/>
                <a:cs typeface="+mn-cs"/>
              </a:rPr>
              <a:t> / </a:t>
            </a:r>
            <a:r>
              <a:rPr lang="fr-FR" sz="1800" b="1" i="0" kern="1200" dirty="0" err="1">
                <a:solidFill>
                  <a:schemeClr val="accent6"/>
                </a:solidFill>
                <a:latin typeface="Arial" panose="020B0604020202020204" pitchFamily="34" charset="0"/>
                <a:ea typeface="+mn-ea"/>
                <a:cs typeface="+mn-cs"/>
              </a:rPr>
              <a:t>Immo</a:t>
            </a:r>
            <a:r>
              <a:rPr lang="fr-FR" sz="1800" b="1" i="0" kern="1200" dirty="0">
                <a:solidFill>
                  <a:schemeClr val="accent6"/>
                </a:solidFill>
                <a:latin typeface="Arial" panose="020B0604020202020204" pitchFamily="34" charset="0"/>
                <a:ea typeface="+mn-ea"/>
                <a:cs typeface="+mn-cs"/>
              </a:rPr>
              <a:t> / Infrastructure </a:t>
            </a:r>
          </a:p>
        </p:txBody>
      </p:sp>
      <p:sp>
        <p:nvSpPr>
          <p:cNvPr id="33" name="Rectangle 32">
            <a:extLst>
              <a:ext uri="{FF2B5EF4-FFF2-40B4-BE49-F238E27FC236}">
                <a16:creationId xmlns:a16="http://schemas.microsoft.com/office/drawing/2014/main" id="{5A7F50D0-3EB9-9C6D-774F-A870EA45F757}"/>
              </a:ext>
            </a:extLst>
          </p:cNvPr>
          <p:cNvSpPr/>
          <p:nvPr userDrawn="1"/>
        </p:nvSpPr>
        <p:spPr>
          <a:xfrm>
            <a:off x="439660" y="6553195"/>
            <a:ext cx="209550" cy="45719"/>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i="0" dirty="0">
              <a:latin typeface="Arial" panose="020B0604020202020204" pitchFamily="34" charset="0"/>
            </a:endParaRPr>
          </a:p>
        </p:txBody>
      </p:sp>
      <p:sp>
        <p:nvSpPr>
          <p:cNvPr id="15" name="Rectangle 14">
            <a:extLst>
              <a:ext uri="{FF2B5EF4-FFF2-40B4-BE49-F238E27FC236}">
                <a16:creationId xmlns:a16="http://schemas.microsoft.com/office/drawing/2014/main" id="{32F7F75C-20FF-FB82-1A9E-3659C8D09152}"/>
              </a:ext>
            </a:extLst>
          </p:cNvPr>
          <p:cNvSpPr/>
          <p:nvPr userDrawn="1"/>
        </p:nvSpPr>
        <p:spPr>
          <a:xfrm>
            <a:off x="304800" y="6273800"/>
            <a:ext cx="502772" cy="58420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i="0" dirty="0">
              <a:latin typeface="Arial" panose="020B0604020202020204" pitchFamily="34" charset="0"/>
            </a:endParaRPr>
          </a:p>
        </p:txBody>
      </p:sp>
    </p:spTree>
    <p:extLst>
      <p:ext uri="{BB962C8B-B14F-4D97-AF65-F5344CB8AC3E}">
        <p14:creationId xmlns:p14="http://schemas.microsoft.com/office/powerpoint/2010/main" val="41234130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hapitre-DIGITAL ASSETS">
    <p:spTree>
      <p:nvGrpSpPr>
        <p:cNvPr id="1" name=""/>
        <p:cNvGrpSpPr/>
        <p:nvPr/>
      </p:nvGrpSpPr>
      <p:grpSpPr>
        <a:xfrm>
          <a:off x="0" y="0"/>
          <a:ext cx="0" cy="0"/>
          <a:chOff x="0" y="0"/>
          <a:chExt cx="0" cy="0"/>
        </a:xfrm>
      </p:grpSpPr>
      <p:pic>
        <p:nvPicPr>
          <p:cNvPr id="22" name="Graphique 21">
            <a:extLst>
              <a:ext uri="{FF2B5EF4-FFF2-40B4-BE49-F238E27FC236}">
                <a16:creationId xmlns:a16="http://schemas.microsoft.com/office/drawing/2014/main" id="{3E138632-F56F-B2FA-79D1-E45B1C9810CC}"/>
              </a:ext>
            </a:extLst>
          </p:cNvPr>
          <p:cNvPicPr>
            <a:picLocks noChangeAspect="1"/>
          </p:cNvPicPr>
          <p:nvPr userDrawn="1"/>
        </p:nvPicPr>
        <p:blipFill>
          <a:blip>
            <a:extLst>
              <a:ext uri="{96DAC541-7B7A-43D3-8B79-37D633B846F1}">
                <asvg:svgBlip xmlns:asvg="http://schemas.microsoft.com/office/drawing/2016/SVG/main" r:embed="rId2"/>
              </a:ext>
            </a:extLst>
          </a:blip>
          <a:srcRect l="7634" r="51317"/>
          <a:stretch>
            <a:fillRect/>
          </a:stretch>
        </p:blipFill>
        <p:spPr>
          <a:xfrm>
            <a:off x="5061037" y="0"/>
            <a:ext cx="7130963" cy="6858000"/>
          </a:xfrm>
          <a:prstGeom prst="rect">
            <a:avLst/>
          </a:prstGeom>
        </p:spPr>
      </p:pic>
      <p:sp>
        <p:nvSpPr>
          <p:cNvPr id="15" name="Espace réservé pour une image  26">
            <a:extLst>
              <a:ext uri="{FF2B5EF4-FFF2-40B4-BE49-F238E27FC236}">
                <a16:creationId xmlns:a16="http://schemas.microsoft.com/office/drawing/2014/main" id="{3F5AF066-326B-3A23-981C-28CE26A34E49}"/>
              </a:ext>
            </a:extLst>
          </p:cNvPr>
          <p:cNvSpPr>
            <a:spLocks noGrp="1"/>
          </p:cNvSpPr>
          <p:nvPr>
            <p:ph type="pic" sz="quarter" idx="14"/>
          </p:nvPr>
        </p:nvSpPr>
        <p:spPr>
          <a:xfrm>
            <a:off x="7626350" y="561975"/>
            <a:ext cx="4157663" cy="6296025"/>
          </a:xfrm>
          <a:prstGeom prst="rect">
            <a:avLst/>
          </a:prstGeom>
          <a:solidFill>
            <a:schemeClr val="bg1">
              <a:lumMod val="95000"/>
            </a:schemeClr>
          </a:solidFill>
        </p:spPr>
        <p:txBody>
          <a:bodyPr/>
          <a:lstStyle>
            <a:lvl1pPr>
              <a:defRPr b="1" i="0">
                <a:latin typeface="Arial" panose="020B0604020202020204" pitchFamily="34" charset="0"/>
              </a:defRPr>
            </a:lvl1pPr>
          </a:lstStyle>
          <a:p>
            <a:endParaRPr lang="fr-FR" dirty="0"/>
          </a:p>
        </p:txBody>
      </p:sp>
      <p:cxnSp>
        <p:nvCxnSpPr>
          <p:cNvPr id="9" name="Connecteur droit 8">
            <a:extLst>
              <a:ext uri="{FF2B5EF4-FFF2-40B4-BE49-F238E27FC236}">
                <a16:creationId xmlns:a16="http://schemas.microsoft.com/office/drawing/2014/main" id="{6C636A68-2296-A483-6193-164AFE6B4187}"/>
              </a:ext>
            </a:extLst>
          </p:cNvPr>
          <p:cNvCxnSpPr>
            <a:cxnSpLocks/>
          </p:cNvCxnSpPr>
          <p:nvPr userDrawn="1"/>
        </p:nvCxnSpPr>
        <p:spPr>
          <a:xfrm>
            <a:off x="4135845" y="0"/>
            <a:ext cx="0" cy="6858000"/>
          </a:xfrm>
          <a:prstGeom prst="line">
            <a:avLst/>
          </a:prstGeom>
          <a:ln>
            <a:gradFill flip="none" rotWithShape="1">
              <a:gsLst>
                <a:gs pos="50000">
                  <a:srgbClr val="00966F">
                    <a:alpha val="60000"/>
                  </a:srgbClr>
                </a:gs>
                <a:gs pos="0">
                  <a:srgbClr val="00966F">
                    <a:alpha val="0"/>
                  </a:srgbClr>
                </a:gs>
                <a:gs pos="100000">
                  <a:srgbClr val="00966F">
                    <a:alpha val="0"/>
                  </a:srgbClr>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0" name="Connecteur droit 9">
            <a:extLst>
              <a:ext uri="{FF2B5EF4-FFF2-40B4-BE49-F238E27FC236}">
                <a16:creationId xmlns:a16="http://schemas.microsoft.com/office/drawing/2014/main" id="{F090C732-2177-DEC5-EE50-FD6C555A9F83}"/>
              </a:ext>
            </a:extLst>
          </p:cNvPr>
          <p:cNvCxnSpPr>
            <a:cxnSpLocks/>
          </p:cNvCxnSpPr>
          <p:nvPr userDrawn="1"/>
        </p:nvCxnSpPr>
        <p:spPr>
          <a:xfrm flipH="1">
            <a:off x="0" y="2111828"/>
            <a:ext cx="6817283" cy="0"/>
          </a:xfrm>
          <a:prstGeom prst="line">
            <a:avLst/>
          </a:prstGeom>
          <a:ln>
            <a:gradFill flip="none" rotWithShape="1">
              <a:gsLst>
                <a:gs pos="50000">
                  <a:srgbClr val="00966F">
                    <a:alpha val="60000"/>
                  </a:srgbClr>
                </a:gs>
                <a:gs pos="0">
                  <a:srgbClr val="00966F">
                    <a:alpha val="0"/>
                  </a:srgbClr>
                </a:gs>
                <a:gs pos="100000">
                  <a:srgbClr val="00966F">
                    <a:alpha val="0"/>
                  </a:srgb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1" name="Connecteur droit 10">
            <a:extLst>
              <a:ext uri="{FF2B5EF4-FFF2-40B4-BE49-F238E27FC236}">
                <a16:creationId xmlns:a16="http://schemas.microsoft.com/office/drawing/2014/main" id="{0DBA10D4-61C1-C3AA-D918-D32FB2E4E861}"/>
              </a:ext>
            </a:extLst>
          </p:cNvPr>
          <p:cNvCxnSpPr>
            <a:cxnSpLocks/>
          </p:cNvCxnSpPr>
          <p:nvPr userDrawn="1"/>
        </p:nvCxnSpPr>
        <p:spPr>
          <a:xfrm>
            <a:off x="0" y="4068604"/>
            <a:ext cx="6483956" cy="0"/>
          </a:xfrm>
          <a:prstGeom prst="line">
            <a:avLst/>
          </a:prstGeom>
          <a:ln>
            <a:gradFill flip="none" rotWithShape="1">
              <a:gsLst>
                <a:gs pos="50000">
                  <a:srgbClr val="00966F">
                    <a:alpha val="60000"/>
                  </a:srgbClr>
                </a:gs>
                <a:gs pos="0">
                  <a:srgbClr val="00966F">
                    <a:alpha val="0"/>
                  </a:srgbClr>
                </a:gs>
                <a:gs pos="100000">
                  <a:srgbClr val="00966F">
                    <a:alpha val="0"/>
                  </a:srgbClr>
                </a:gs>
              </a:gsLst>
              <a:lin ang="0" scaled="1"/>
              <a:tileRect/>
            </a:gradFill>
          </a:ln>
        </p:spPr>
        <p:style>
          <a:lnRef idx="1">
            <a:schemeClr val="accent1"/>
          </a:lnRef>
          <a:fillRef idx="0">
            <a:schemeClr val="accent1"/>
          </a:fillRef>
          <a:effectRef idx="0">
            <a:schemeClr val="accent1"/>
          </a:effectRef>
          <a:fontRef idx="minor">
            <a:schemeClr val="tx1"/>
          </a:fontRef>
        </p:style>
      </p:cxnSp>
      <p:pic>
        <p:nvPicPr>
          <p:cNvPr id="14" name="Graphique 13">
            <a:extLst>
              <a:ext uri="{FF2B5EF4-FFF2-40B4-BE49-F238E27FC236}">
                <a16:creationId xmlns:a16="http://schemas.microsoft.com/office/drawing/2014/main" id="{8DC3EE0C-C499-F52F-DB3C-D22F44DC7B6C}"/>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46038" y="94263"/>
            <a:ext cx="1906603" cy="623543"/>
          </a:xfrm>
          <a:prstGeom prst="rect">
            <a:avLst/>
          </a:prstGeom>
        </p:spPr>
      </p:pic>
      <p:sp>
        <p:nvSpPr>
          <p:cNvPr id="17" name="Espace réservé du texte 15">
            <a:extLst>
              <a:ext uri="{FF2B5EF4-FFF2-40B4-BE49-F238E27FC236}">
                <a16:creationId xmlns:a16="http://schemas.microsoft.com/office/drawing/2014/main" id="{A86A394F-2307-D400-F360-1B188E5F01DC}"/>
              </a:ext>
            </a:extLst>
          </p:cNvPr>
          <p:cNvSpPr>
            <a:spLocks noGrp="1"/>
          </p:cNvSpPr>
          <p:nvPr>
            <p:ph type="body" sz="quarter" idx="13" hasCustomPrompt="1"/>
          </p:nvPr>
        </p:nvSpPr>
        <p:spPr>
          <a:xfrm>
            <a:off x="854075" y="1429807"/>
            <a:ext cx="515977" cy="309327"/>
          </a:xfrm>
          <a:prstGeom prst="rect">
            <a:avLst/>
          </a:prstGeom>
        </p:spPr>
        <p:txBody>
          <a:bodyPr>
            <a:normAutofit/>
          </a:bodyPr>
          <a:lstStyle>
            <a:lvl1pPr>
              <a:defRPr sz="1800" b="1" i="0">
                <a:solidFill>
                  <a:schemeClr val="accent6"/>
                </a:solidFill>
                <a:latin typeface="Arial" panose="020B0604020202020204" pitchFamily="34" charset="0"/>
              </a:defRPr>
            </a:lvl1pPr>
          </a:lstStyle>
          <a:p>
            <a:pPr lvl="0"/>
            <a:r>
              <a:rPr lang="fr-FR" dirty="0"/>
              <a:t>XX</a:t>
            </a:r>
          </a:p>
        </p:txBody>
      </p:sp>
      <p:sp>
        <p:nvSpPr>
          <p:cNvPr id="7" name="Rectangle 6">
            <a:extLst>
              <a:ext uri="{FF2B5EF4-FFF2-40B4-BE49-F238E27FC236}">
                <a16:creationId xmlns:a16="http://schemas.microsoft.com/office/drawing/2014/main" id="{EF3EF4B1-D841-5B0E-F40E-12562C046375}"/>
              </a:ext>
            </a:extLst>
          </p:cNvPr>
          <p:cNvSpPr/>
          <p:nvPr userDrawn="1"/>
        </p:nvSpPr>
        <p:spPr>
          <a:xfrm>
            <a:off x="854075" y="4692573"/>
            <a:ext cx="209550" cy="45719"/>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i="0" dirty="0">
              <a:latin typeface="Arial" panose="020B0604020202020204" pitchFamily="34" charset="0"/>
            </a:endParaRPr>
          </a:p>
        </p:txBody>
      </p:sp>
      <p:sp>
        <p:nvSpPr>
          <p:cNvPr id="13" name="ZoneTexte 12">
            <a:extLst>
              <a:ext uri="{FF2B5EF4-FFF2-40B4-BE49-F238E27FC236}">
                <a16:creationId xmlns:a16="http://schemas.microsoft.com/office/drawing/2014/main" id="{18B8C92D-13A8-1A93-0017-F1A212065727}"/>
              </a:ext>
            </a:extLst>
          </p:cNvPr>
          <p:cNvSpPr txBox="1"/>
          <p:nvPr userDrawn="1"/>
        </p:nvSpPr>
        <p:spPr>
          <a:xfrm>
            <a:off x="854076" y="5039790"/>
            <a:ext cx="3994225" cy="276999"/>
          </a:xfrm>
          <a:prstGeom prst="rect">
            <a:avLst/>
          </a:prstGeom>
          <a:noFill/>
        </p:spPr>
        <p:txBody>
          <a:bodyPr wrap="square" lIns="0" tIns="0" rIns="0" bIns="0">
            <a:spAutoFit/>
          </a:bodyPr>
          <a:lstStyle/>
          <a:p>
            <a:r>
              <a:rPr lang="fr-FR" sz="1800" b="1" i="0" kern="1200" dirty="0">
                <a:solidFill>
                  <a:schemeClr val="accent6"/>
                </a:solidFill>
                <a:latin typeface="Arial" panose="020B0604020202020204" pitchFamily="34" charset="0"/>
                <a:ea typeface="+mn-ea"/>
                <a:cs typeface="+mn-cs"/>
              </a:rPr>
              <a:t>TOKENISATION</a:t>
            </a:r>
          </a:p>
        </p:txBody>
      </p:sp>
      <p:sp>
        <p:nvSpPr>
          <p:cNvPr id="19" name="Rectangle 18">
            <a:extLst>
              <a:ext uri="{FF2B5EF4-FFF2-40B4-BE49-F238E27FC236}">
                <a16:creationId xmlns:a16="http://schemas.microsoft.com/office/drawing/2014/main" id="{54AFEB75-4F9E-BD13-E2D0-7222981A204D}"/>
              </a:ext>
            </a:extLst>
          </p:cNvPr>
          <p:cNvSpPr/>
          <p:nvPr userDrawn="1"/>
        </p:nvSpPr>
        <p:spPr>
          <a:xfrm>
            <a:off x="304800" y="6273800"/>
            <a:ext cx="502772" cy="58420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i="0" dirty="0">
              <a:latin typeface="Arial" panose="020B0604020202020204" pitchFamily="34" charset="0"/>
            </a:endParaRPr>
          </a:p>
        </p:txBody>
      </p:sp>
      <p:cxnSp>
        <p:nvCxnSpPr>
          <p:cNvPr id="2" name="Connecteur droit 1">
            <a:extLst>
              <a:ext uri="{FF2B5EF4-FFF2-40B4-BE49-F238E27FC236}">
                <a16:creationId xmlns:a16="http://schemas.microsoft.com/office/drawing/2014/main" id="{9A9AE0C7-206A-6972-F7F7-6E68CA94334D}"/>
              </a:ext>
            </a:extLst>
          </p:cNvPr>
          <p:cNvCxnSpPr>
            <a:cxnSpLocks/>
          </p:cNvCxnSpPr>
          <p:nvPr userDrawn="1"/>
        </p:nvCxnSpPr>
        <p:spPr>
          <a:xfrm>
            <a:off x="0" y="5702300"/>
            <a:ext cx="5981700" cy="0"/>
          </a:xfrm>
          <a:prstGeom prst="line">
            <a:avLst/>
          </a:prstGeom>
          <a:ln>
            <a:gradFill flip="none" rotWithShape="1">
              <a:gsLst>
                <a:gs pos="50000">
                  <a:srgbClr val="006A4E">
                    <a:alpha val="60000"/>
                  </a:srgbClr>
                </a:gs>
                <a:gs pos="0">
                  <a:schemeClr val="accent1">
                    <a:alpha val="0"/>
                  </a:schemeClr>
                </a:gs>
                <a:gs pos="100000">
                  <a:schemeClr val="accent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70581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hapitre-Market solutions">
    <p:spTree>
      <p:nvGrpSpPr>
        <p:cNvPr id="1" name=""/>
        <p:cNvGrpSpPr/>
        <p:nvPr/>
      </p:nvGrpSpPr>
      <p:grpSpPr>
        <a:xfrm>
          <a:off x="0" y="0"/>
          <a:ext cx="0" cy="0"/>
          <a:chOff x="0" y="0"/>
          <a:chExt cx="0" cy="0"/>
        </a:xfrm>
      </p:grpSpPr>
      <p:pic>
        <p:nvPicPr>
          <p:cNvPr id="7" name="Graphique 6">
            <a:extLst>
              <a:ext uri="{FF2B5EF4-FFF2-40B4-BE49-F238E27FC236}">
                <a16:creationId xmlns:a16="http://schemas.microsoft.com/office/drawing/2014/main" id="{AE3DAFCD-DBBB-6107-2B9B-EE59FAA1DCF7}"/>
              </a:ext>
            </a:extLst>
          </p:cNvPr>
          <p:cNvPicPr>
            <a:picLocks noChangeAspect="1"/>
          </p:cNvPicPr>
          <p:nvPr userDrawn="1"/>
        </p:nvPicPr>
        <p:blipFill>
          <a:blip>
            <a:extLst>
              <a:ext uri="{96DAC541-7B7A-43D3-8B79-37D633B846F1}">
                <asvg:svgBlip xmlns:asvg="http://schemas.microsoft.com/office/drawing/2016/SVG/main" r:embed="rId2"/>
              </a:ext>
            </a:extLst>
          </a:blip>
          <a:srcRect l="2183" t="5135" r="-9570" b="10367"/>
          <a:stretch>
            <a:fillRect/>
          </a:stretch>
        </p:blipFill>
        <p:spPr>
          <a:xfrm rot="10800000">
            <a:off x="4878422" y="1"/>
            <a:ext cx="6162510" cy="6857999"/>
          </a:xfrm>
          <a:prstGeom prst="rect">
            <a:avLst/>
          </a:prstGeom>
        </p:spPr>
      </p:pic>
      <p:sp>
        <p:nvSpPr>
          <p:cNvPr id="4" name="Espace réservé du numéro de diapositive 3">
            <a:extLst>
              <a:ext uri="{FF2B5EF4-FFF2-40B4-BE49-F238E27FC236}">
                <a16:creationId xmlns:a16="http://schemas.microsoft.com/office/drawing/2014/main" id="{559226CF-57C8-7030-FAB0-B2E5C8FF5218}"/>
              </a:ext>
            </a:extLst>
          </p:cNvPr>
          <p:cNvSpPr>
            <a:spLocks noGrp="1"/>
          </p:cNvSpPr>
          <p:nvPr>
            <p:ph type="sldNum" sz="quarter" idx="11"/>
          </p:nvPr>
        </p:nvSpPr>
        <p:spPr/>
        <p:txBody>
          <a:bodyPr/>
          <a:lstStyle>
            <a:lvl1pPr>
              <a:defRPr b="1" i="0">
                <a:latin typeface="Arial" panose="020B0604020202020204" pitchFamily="34" charset="0"/>
              </a:defRPr>
            </a:lvl1pPr>
          </a:lstStyle>
          <a:p>
            <a:fld id="{29BED1D5-2372-4BA3-AEA9-1F7A0F9A5921}" type="slidenum">
              <a:rPr lang="fr-FR" smtClean="0"/>
              <a:pPr/>
              <a:t>‹#›</a:t>
            </a:fld>
            <a:endParaRPr lang="fr-FR" dirty="0"/>
          </a:p>
        </p:txBody>
      </p:sp>
      <p:cxnSp>
        <p:nvCxnSpPr>
          <p:cNvPr id="9" name="Connecteur droit 8">
            <a:extLst>
              <a:ext uri="{FF2B5EF4-FFF2-40B4-BE49-F238E27FC236}">
                <a16:creationId xmlns:a16="http://schemas.microsoft.com/office/drawing/2014/main" id="{6C636A68-2296-A483-6193-164AFE6B4187}"/>
              </a:ext>
            </a:extLst>
          </p:cNvPr>
          <p:cNvCxnSpPr>
            <a:cxnSpLocks/>
          </p:cNvCxnSpPr>
          <p:nvPr userDrawn="1"/>
        </p:nvCxnSpPr>
        <p:spPr>
          <a:xfrm>
            <a:off x="5431927" y="0"/>
            <a:ext cx="0" cy="6858000"/>
          </a:xfrm>
          <a:prstGeom prst="line">
            <a:avLst/>
          </a:prstGeom>
          <a:ln>
            <a:gradFill flip="none" rotWithShape="1">
              <a:gsLst>
                <a:gs pos="50000">
                  <a:srgbClr val="00966F">
                    <a:alpha val="60000"/>
                  </a:srgbClr>
                </a:gs>
                <a:gs pos="0">
                  <a:srgbClr val="00966F">
                    <a:alpha val="0"/>
                  </a:srgbClr>
                </a:gs>
                <a:gs pos="100000">
                  <a:srgbClr val="00966F">
                    <a:alpha val="0"/>
                  </a:srgbClr>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0" name="Connecteur droit 9">
            <a:extLst>
              <a:ext uri="{FF2B5EF4-FFF2-40B4-BE49-F238E27FC236}">
                <a16:creationId xmlns:a16="http://schemas.microsoft.com/office/drawing/2014/main" id="{F090C732-2177-DEC5-EE50-FD6C555A9F83}"/>
              </a:ext>
            </a:extLst>
          </p:cNvPr>
          <p:cNvCxnSpPr>
            <a:cxnSpLocks/>
          </p:cNvCxnSpPr>
          <p:nvPr userDrawn="1"/>
        </p:nvCxnSpPr>
        <p:spPr>
          <a:xfrm flipH="1">
            <a:off x="0" y="1771381"/>
            <a:ext cx="6817283" cy="0"/>
          </a:xfrm>
          <a:prstGeom prst="line">
            <a:avLst/>
          </a:prstGeom>
          <a:ln>
            <a:gradFill flip="none" rotWithShape="1">
              <a:gsLst>
                <a:gs pos="50000">
                  <a:srgbClr val="00966F">
                    <a:alpha val="60000"/>
                  </a:srgbClr>
                </a:gs>
                <a:gs pos="0">
                  <a:srgbClr val="00966F">
                    <a:alpha val="0"/>
                  </a:srgbClr>
                </a:gs>
                <a:gs pos="100000">
                  <a:srgbClr val="00966F">
                    <a:alpha val="0"/>
                  </a:srgb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1" name="Connecteur droit 10">
            <a:extLst>
              <a:ext uri="{FF2B5EF4-FFF2-40B4-BE49-F238E27FC236}">
                <a16:creationId xmlns:a16="http://schemas.microsoft.com/office/drawing/2014/main" id="{0DBA10D4-61C1-C3AA-D918-D32FB2E4E861}"/>
              </a:ext>
            </a:extLst>
          </p:cNvPr>
          <p:cNvCxnSpPr>
            <a:cxnSpLocks/>
          </p:cNvCxnSpPr>
          <p:nvPr userDrawn="1"/>
        </p:nvCxnSpPr>
        <p:spPr>
          <a:xfrm>
            <a:off x="0" y="4203302"/>
            <a:ext cx="6483956" cy="0"/>
          </a:xfrm>
          <a:prstGeom prst="line">
            <a:avLst/>
          </a:prstGeom>
          <a:ln>
            <a:gradFill flip="none" rotWithShape="1">
              <a:gsLst>
                <a:gs pos="50000">
                  <a:srgbClr val="00966F">
                    <a:alpha val="60000"/>
                  </a:srgbClr>
                </a:gs>
                <a:gs pos="0">
                  <a:srgbClr val="00966F">
                    <a:alpha val="0"/>
                  </a:srgbClr>
                </a:gs>
                <a:gs pos="100000">
                  <a:srgbClr val="00966F">
                    <a:alpha val="0"/>
                  </a:srgbClr>
                </a:gs>
              </a:gsLst>
              <a:lin ang="0" scaled="1"/>
              <a:tileRect/>
            </a:gradFill>
          </a:ln>
        </p:spPr>
        <p:style>
          <a:lnRef idx="1">
            <a:schemeClr val="accent1"/>
          </a:lnRef>
          <a:fillRef idx="0">
            <a:schemeClr val="accent1"/>
          </a:fillRef>
          <a:effectRef idx="0">
            <a:schemeClr val="accent1"/>
          </a:effectRef>
          <a:fontRef idx="minor">
            <a:schemeClr val="tx1"/>
          </a:fontRef>
        </p:style>
      </p:cxnSp>
      <p:pic>
        <p:nvPicPr>
          <p:cNvPr id="14" name="Graphique 13">
            <a:extLst>
              <a:ext uri="{FF2B5EF4-FFF2-40B4-BE49-F238E27FC236}">
                <a16:creationId xmlns:a16="http://schemas.microsoft.com/office/drawing/2014/main" id="{8DC3EE0C-C499-F52F-DB3C-D22F44DC7B6C}"/>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46038" y="94263"/>
            <a:ext cx="1906603" cy="623543"/>
          </a:xfrm>
          <a:prstGeom prst="rect">
            <a:avLst/>
          </a:prstGeom>
        </p:spPr>
      </p:pic>
      <p:sp>
        <p:nvSpPr>
          <p:cNvPr id="17" name="Espace réservé du texte 15">
            <a:extLst>
              <a:ext uri="{FF2B5EF4-FFF2-40B4-BE49-F238E27FC236}">
                <a16:creationId xmlns:a16="http://schemas.microsoft.com/office/drawing/2014/main" id="{A86A394F-2307-D400-F360-1B188E5F01DC}"/>
              </a:ext>
            </a:extLst>
          </p:cNvPr>
          <p:cNvSpPr>
            <a:spLocks noGrp="1"/>
          </p:cNvSpPr>
          <p:nvPr>
            <p:ph type="body" sz="quarter" idx="13" hasCustomPrompt="1"/>
          </p:nvPr>
        </p:nvSpPr>
        <p:spPr>
          <a:xfrm>
            <a:off x="854075" y="1045803"/>
            <a:ext cx="515977" cy="309327"/>
          </a:xfrm>
          <a:prstGeom prst="rect">
            <a:avLst/>
          </a:prstGeom>
        </p:spPr>
        <p:txBody>
          <a:bodyPr>
            <a:normAutofit/>
          </a:bodyPr>
          <a:lstStyle>
            <a:lvl1pPr>
              <a:defRPr sz="1800" b="1" i="0">
                <a:solidFill>
                  <a:schemeClr val="accent1"/>
                </a:solidFill>
                <a:latin typeface="Arial" panose="020B0604020202020204" pitchFamily="34" charset="0"/>
              </a:defRPr>
            </a:lvl1pPr>
          </a:lstStyle>
          <a:p>
            <a:pPr lvl="0"/>
            <a:r>
              <a:rPr lang="fr-FR" dirty="0"/>
              <a:t>XX</a:t>
            </a:r>
          </a:p>
        </p:txBody>
      </p:sp>
      <p:sp>
        <p:nvSpPr>
          <p:cNvPr id="27" name="Espace réservé pour une image  26">
            <a:extLst>
              <a:ext uri="{FF2B5EF4-FFF2-40B4-BE49-F238E27FC236}">
                <a16:creationId xmlns:a16="http://schemas.microsoft.com/office/drawing/2014/main" id="{449FFEE2-837F-FD67-D7DB-C60FA279C03C}"/>
              </a:ext>
            </a:extLst>
          </p:cNvPr>
          <p:cNvSpPr>
            <a:spLocks noGrp="1"/>
          </p:cNvSpPr>
          <p:nvPr>
            <p:ph type="pic" sz="quarter" idx="14"/>
          </p:nvPr>
        </p:nvSpPr>
        <p:spPr>
          <a:xfrm>
            <a:off x="7626350" y="561975"/>
            <a:ext cx="4157663" cy="6296025"/>
          </a:xfrm>
          <a:prstGeom prst="rect">
            <a:avLst/>
          </a:prstGeom>
          <a:solidFill>
            <a:schemeClr val="bg1">
              <a:lumMod val="95000"/>
            </a:schemeClr>
          </a:solidFill>
        </p:spPr>
        <p:txBody>
          <a:bodyPr/>
          <a:lstStyle>
            <a:lvl1pPr>
              <a:defRPr b="1" i="0">
                <a:latin typeface="Arial" panose="020B0604020202020204" pitchFamily="34" charset="0"/>
              </a:defRPr>
            </a:lvl1pPr>
          </a:lstStyle>
          <a:p>
            <a:endParaRPr lang="fr-FR" dirty="0"/>
          </a:p>
        </p:txBody>
      </p:sp>
      <p:sp>
        <p:nvSpPr>
          <p:cNvPr id="15" name="ZoneTexte 14">
            <a:extLst>
              <a:ext uri="{FF2B5EF4-FFF2-40B4-BE49-F238E27FC236}">
                <a16:creationId xmlns:a16="http://schemas.microsoft.com/office/drawing/2014/main" id="{689A2AC5-DFF1-749D-2097-757EC4BA93A2}"/>
              </a:ext>
            </a:extLst>
          </p:cNvPr>
          <p:cNvSpPr txBox="1"/>
          <p:nvPr userDrawn="1"/>
        </p:nvSpPr>
        <p:spPr>
          <a:xfrm>
            <a:off x="997975" y="4632836"/>
            <a:ext cx="4120093" cy="248766"/>
          </a:xfrm>
          <a:prstGeom prst="rect">
            <a:avLst/>
          </a:prstGeom>
          <a:noFill/>
        </p:spPr>
        <p:txBody>
          <a:bodyPr wrap="square" lIns="0" tIns="0" rIns="0" bIns="0">
            <a:noAutofit/>
          </a:bodyPr>
          <a:lstStyle/>
          <a:p>
            <a:r>
              <a:rPr lang="fr-FR" sz="1800" b="1" i="0" kern="1200" dirty="0">
                <a:solidFill>
                  <a:schemeClr val="accent6"/>
                </a:solidFill>
                <a:latin typeface="Arial" panose="020B0604020202020204" pitchFamily="34" charset="0"/>
                <a:ea typeface="+mn-ea"/>
                <a:cs typeface="+mn-cs"/>
              </a:rPr>
              <a:t>FX / </a:t>
            </a:r>
            <a:r>
              <a:rPr lang="fr-FR" sz="1800" b="1" i="0" kern="1200" dirty="0" err="1">
                <a:solidFill>
                  <a:schemeClr val="accent6"/>
                </a:solidFill>
                <a:latin typeface="Arial" panose="020B0604020202020204" pitchFamily="34" charset="0"/>
                <a:ea typeface="+mn-ea"/>
                <a:cs typeface="+mn-cs"/>
              </a:rPr>
              <a:t>Markets</a:t>
            </a:r>
            <a:r>
              <a:rPr lang="fr-FR" sz="1800" b="1" i="0" kern="1200" dirty="0">
                <a:solidFill>
                  <a:schemeClr val="accent6"/>
                </a:solidFill>
                <a:latin typeface="Arial" panose="020B0604020202020204" pitchFamily="34" charset="0"/>
                <a:ea typeface="+mn-ea"/>
                <a:cs typeface="+mn-cs"/>
              </a:rPr>
              <a:t>/ Securities </a:t>
            </a:r>
            <a:r>
              <a:rPr lang="fr-FR" sz="1800" b="1" i="0" kern="1200" dirty="0" err="1">
                <a:solidFill>
                  <a:schemeClr val="accent6"/>
                </a:solidFill>
                <a:latin typeface="Arial" panose="020B0604020202020204" pitchFamily="34" charset="0"/>
                <a:ea typeface="+mn-ea"/>
                <a:cs typeface="+mn-cs"/>
              </a:rPr>
              <a:t>Lending</a:t>
            </a:r>
            <a:r>
              <a:rPr lang="fr-FR" sz="1800" b="1" i="0" kern="1200" dirty="0">
                <a:solidFill>
                  <a:schemeClr val="accent6"/>
                </a:solidFill>
                <a:latin typeface="Arial" panose="020B0604020202020204" pitchFamily="34" charset="0"/>
                <a:ea typeface="+mn-ea"/>
                <a:cs typeface="+mn-cs"/>
              </a:rPr>
              <a:t> </a:t>
            </a:r>
          </a:p>
        </p:txBody>
      </p:sp>
      <p:sp>
        <p:nvSpPr>
          <p:cNvPr id="19" name="Rectangle 18">
            <a:extLst>
              <a:ext uri="{FF2B5EF4-FFF2-40B4-BE49-F238E27FC236}">
                <a16:creationId xmlns:a16="http://schemas.microsoft.com/office/drawing/2014/main" id="{980BDFC1-92A8-CBA0-745F-400655E85012}"/>
              </a:ext>
            </a:extLst>
          </p:cNvPr>
          <p:cNvSpPr/>
          <p:nvPr userDrawn="1"/>
        </p:nvSpPr>
        <p:spPr>
          <a:xfrm>
            <a:off x="1190438" y="5117540"/>
            <a:ext cx="209550" cy="45719"/>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i="0" dirty="0">
              <a:latin typeface="Arial" panose="020B0604020202020204" pitchFamily="34" charset="0"/>
            </a:endParaRPr>
          </a:p>
        </p:txBody>
      </p:sp>
      <p:sp>
        <p:nvSpPr>
          <p:cNvPr id="22" name="ZoneTexte 21">
            <a:extLst>
              <a:ext uri="{FF2B5EF4-FFF2-40B4-BE49-F238E27FC236}">
                <a16:creationId xmlns:a16="http://schemas.microsoft.com/office/drawing/2014/main" id="{52B35224-5328-C01D-6760-FEC7183C80AC}"/>
              </a:ext>
            </a:extLst>
          </p:cNvPr>
          <p:cNvSpPr txBox="1"/>
          <p:nvPr userDrawn="1"/>
        </p:nvSpPr>
        <p:spPr>
          <a:xfrm>
            <a:off x="1534363" y="4995902"/>
            <a:ext cx="4120093" cy="337661"/>
          </a:xfrm>
          <a:prstGeom prst="rect">
            <a:avLst/>
          </a:prstGeom>
          <a:noFill/>
        </p:spPr>
        <p:txBody>
          <a:bodyPr wrap="square" lIns="0" tIns="0" rIns="0" bIns="0">
            <a:noAutofit/>
          </a:bodyPr>
          <a:lstStyle/>
          <a:p>
            <a:r>
              <a:rPr lang="fr-FR" sz="1800" b="1" i="0" kern="1200" dirty="0">
                <a:solidFill>
                  <a:schemeClr val="accent6"/>
                </a:solidFill>
                <a:latin typeface="Arial" panose="020B0604020202020204" pitchFamily="34" charset="0"/>
                <a:ea typeface="+mn-ea"/>
                <a:cs typeface="+mn-cs"/>
              </a:rPr>
              <a:t>&amp; </a:t>
            </a:r>
            <a:r>
              <a:rPr lang="fr-FR" sz="1800" b="1" i="0" kern="1200" dirty="0" err="1">
                <a:solidFill>
                  <a:schemeClr val="accent6"/>
                </a:solidFill>
                <a:latin typeface="Arial" panose="020B0604020202020204" pitchFamily="34" charset="0"/>
                <a:ea typeface="+mn-ea"/>
                <a:cs typeface="+mn-cs"/>
              </a:rPr>
              <a:t>Commodities</a:t>
            </a:r>
            <a:r>
              <a:rPr lang="fr-FR" sz="1800" b="1" i="0" kern="1200" dirty="0">
                <a:solidFill>
                  <a:schemeClr val="accent6"/>
                </a:solidFill>
                <a:latin typeface="Arial" panose="020B0604020202020204" pitchFamily="34" charset="0"/>
                <a:ea typeface="+mn-ea"/>
                <a:cs typeface="+mn-cs"/>
              </a:rPr>
              <a:t> </a:t>
            </a:r>
          </a:p>
        </p:txBody>
      </p:sp>
      <p:sp>
        <p:nvSpPr>
          <p:cNvPr id="24" name="Rectangle 23">
            <a:extLst>
              <a:ext uri="{FF2B5EF4-FFF2-40B4-BE49-F238E27FC236}">
                <a16:creationId xmlns:a16="http://schemas.microsoft.com/office/drawing/2014/main" id="{38EF8F6D-BB2F-2E03-1BC3-3EB51CDBDB21}"/>
              </a:ext>
            </a:extLst>
          </p:cNvPr>
          <p:cNvSpPr/>
          <p:nvPr userDrawn="1"/>
        </p:nvSpPr>
        <p:spPr>
          <a:xfrm>
            <a:off x="304800" y="6273800"/>
            <a:ext cx="502772" cy="58420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i="0" dirty="0">
              <a:latin typeface="Arial" panose="020B0604020202020204" pitchFamily="34" charset="0"/>
            </a:endParaRPr>
          </a:p>
        </p:txBody>
      </p:sp>
      <p:cxnSp>
        <p:nvCxnSpPr>
          <p:cNvPr id="6" name="Connecteur droit 5">
            <a:extLst>
              <a:ext uri="{FF2B5EF4-FFF2-40B4-BE49-F238E27FC236}">
                <a16:creationId xmlns:a16="http://schemas.microsoft.com/office/drawing/2014/main" id="{D7C33C0D-2F18-EB8B-031C-93146073A463}"/>
              </a:ext>
            </a:extLst>
          </p:cNvPr>
          <p:cNvCxnSpPr>
            <a:cxnSpLocks/>
          </p:cNvCxnSpPr>
          <p:nvPr userDrawn="1"/>
        </p:nvCxnSpPr>
        <p:spPr>
          <a:xfrm>
            <a:off x="0" y="5702300"/>
            <a:ext cx="5981700" cy="0"/>
          </a:xfrm>
          <a:prstGeom prst="line">
            <a:avLst/>
          </a:prstGeom>
          <a:ln>
            <a:gradFill flip="none" rotWithShape="1">
              <a:gsLst>
                <a:gs pos="50000">
                  <a:srgbClr val="006A4E">
                    <a:alpha val="60000"/>
                  </a:srgbClr>
                </a:gs>
                <a:gs pos="0">
                  <a:schemeClr val="accent1">
                    <a:alpha val="0"/>
                  </a:schemeClr>
                </a:gs>
                <a:gs pos="100000">
                  <a:schemeClr val="accent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41931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hapitre-Digital">
    <p:spTree>
      <p:nvGrpSpPr>
        <p:cNvPr id="1" name=""/>
        <p:cNvGrpSpPr/>
        <p:nvPr/>
      </p:nvGrpSpPr>
      <p:grpSpPr>
        <a:xfrm>
          <a:off x="0" y="0"/>
          <a:ext cx="0" cy="0"/>
          <a:chOff x="0" y="0"/>
          <a:chExt cx="0" cy="0"/>
        </a:xfrm>
      </p:grpSpPr>
      <p:pic>
        <p:nvPicPr>
          <p:cNvPr id="7" name="Graphique 6">
            <a:extLst>
              <a:ext uri="{FF2B5EF4-FFF2-40B4-BE49-F238E27FC236}">
                <a16:creationId xmlns:a16="http://schemas.microsoft.com/office/drawing/2014/main" id="{AE3DAFCD-DBBB-6107-2B9B-EE59FAA1DCF7}"/>
              </a:ext>
            </a:extLst>
          </p:cNvPr>
          <p:cNvPicPr>
            <a:picLocks noChangeAspect="1"/>
          </p:cNvPicPr>
          <p:nvPr userDrawn="1"/>
        </p:nvPicPr>
        <p:blipFill>
          <a:blip>
            <a:extLst>
              <a:ext uri="{96DAC541-7B7A-43D3-8B79-37D633B846F1}">
                <asvg:svgBlip xmlns:asvg="http://schemas.microsoft.com/office/drawing/2016/SVG/main" r:embed="rId2"/>
              </a:ext>
            </a:extLst>
          </a:blip>
          <a:srcRect l="2183" t="5135" r="-9570" b="10367"/>
          <a:stretch>
            <a:fillRect/>
          </a:stretch>
        </p:blipFill>
        <p:spPr>
          <a:xfrm rot="10800000">
            <a:off x="4878422" y="1"/>
            <a:ext cx="6162510" cy="6857999"/>
          </a:xfrm>
          <a:prstGeom prst="rect">
            <a:avLst/>
          </a:prstGeom>
        </p:spPr>
      </p:pic>
      <p:sp>
        <p:nvSpPr>
          <p:cNvPr id="4" name="Espace réservé du numéro de diapositive 3">
            <a:extLst>
              <a:ext uri="{FF2B5EF4-FFF2-40B4-BE49-F238E27FC236}">
                <a16:creationId xmlns:a16="http://schemas.microsoft.com/office/drawing/2014/main" id="{559226CF-57C8-7030-FAB0-B2E5C8FF5218}"/>
              </a:ext>
            </a:extLst>
          </p:cNvPr>
          <p:cNvSpPr>
            <a:spLocks noGrp="1"/>
          </p:cNvSpPr>
          <p:nvPr>
            <p:ph type="sldNum" sz="quarter" idx="11"/>
          </p:nvPr>
        </p:nvSpPr>
        <p:spPr/>
        <p:txBody>
          <a:bodyPr/>
          <a:lstStyle>
            <a:lvl1pPr>
              <a:defRPr b="1" i="0">
                <a:latin typeface="Arial" panose="020B0604020202020204" pitchFamily="34" charset="0"/>
              </a:defRPr>
            </a:lvl1pPr>
          </a:lstStyle>
          <a:p>
            <a:fld id="{29BED1D5-2372-4BA3-AEA9-1F7A0F9A5921}" type="slidenum">
              <a:rPr lang="fr-FR" smtClean="0"/>
              <a:pPr/>
              <a:t>‹#›</a:t>
            </a:fld>
            <a:endParaRPr lang="fr-FR" dirty="0"/>
          </a:p>
        </p:txBody>
      </p:sp>
      <p:cxnSp>
        <p:nvCxnSpPr>
          <p:cNvPr id="9" name="Connecteur droit 8">
            <a:extLst>
              <a:ext uri="{FF2B5EF4-FFF2-40B4-BE49-F238E27FC236}">
                <a16:creationId xmlns:a16="http://schemas.microsoft.com/office/drawing/2014/main" id="{6C636A68-2296-A483-6193-164AFE6B4187}"/>
              </a:ext>
            </a:extLst>
          </p:cNvPr>
          <p:cNvCxnSpPr>
            <a:cxnSpLocks/>
          </p:cNvCxnSpPr>
          <p:nvPr userDrawn="1"/>
        </p:nvCxnSpPr>
        <p:spPr>
          <a:xfrm>
            <a:off x="5431927" y="0"/>
            <a:ext cx="0" cy="6858000"/>
          </a:xfrm>
          <a:prstGeom prst="line">
            <a:avLst/>
          </a:prstGeom>
          <a:ln>
            <a:gradFill flip="none" rotWithShape="1">
              <a:gsLst>
                <a:gs pos="50000">
                  <a:srgbClr val="00966F">
                    <a:alpha val="60000"/>
                  </a:srgbClr>
                </a:gs>
                <a:gs pos="0">
                  <a:srgbClr val="00966F">
                    <a:alpha val="0"/>
                  </a:srgbClr>
                </a:gs>
                <a:gs pos="100000">
                  <a:srgbClr val="00966F">
                    <a:alpha val="0"/>
                  </a:srgbClr>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0" name="Connecteur droit 9">
            <a:extLst>
              <a:ext uri="{FF2B5EF4-FFF2-40B4-BE49-F238E27FC236}">
                <a16:creationId xmlns:a16="http://schemas.microsoft.com/office/drawing/2014/main" id="{F090C732-2177-DEC5-EE50-FD6C555A9F83}"/>
              </a:ext>
            </a:extLst>
          </p:cNvPr>
          <p:cNvCxnSpPr>
            <a:cxnSpLocks/>
          </p:cNvCxnSpPr>
          <p:nvPr userDrawn="1"/>
        </p:nvCxnSpPr>
        <p:spPr>
          <a:xfrm flipH="1">
            <a:off x="0" y="1771381"/>
            <a:ext cx="6817283" cy="0"/>
          </a:xfrm>
          <a:prstGeom prst="line">
            <a:avLst/>
          </a:prstGeom>
          <a:ln>
            <a:gradFill flip="none" rotWithShape="1">
              <a:gsLst>
                <a:gs pos="50000">
                  <a:srgbClr val="00966F">
                    <a:alpha val="60000"/>
                  </a:srgbClr>
                </a:gs>
                <a:gs pos="0">
                  <a:srgbClr val="00966F">
                    <a:alpha val="0"/>
                  </a:srgbClr>
                </a:gs>
                <a:gs pos="100000">
                  <a:srgbClr val="00966F">
                    <a:alpha val="0"/>
                  </a:srgb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1" name="Connecteur droit 10">
            <a:extLst>
              <a:ext uri="{FF2B5EF4-FFF2-40B4-BE49-F238E27FC236}">
                <a16:creationId xmlns:a16="http://schemas.microsoft.com/office/drawing/2014/main" id="{0DBA10D4-61C1-C3AA-D918-D32FB2E4E861}"/>
              </a:ext>
            </a:extLst>
          </p:cNvPr>
          <p:cNvCxnSpPr>
            <a:cxnSpLocks/>
          </p:cNvCxnSpPr>
          <p:nvPr userDrawn="1"/>
        </p:nvCxnSpPr>
        <p:spPr>
          <a:xfrm>
            <a:off x="0" y="4203302"/>
            <a:ext cx="6483956" cy="0"/>
          </a:xfrm>
          <a:prstGeom prst="line">
            <a:avLst/>
          </a:prstGeom>
          <a:ln>
            <a:gradFill flip="none" rotWithShape="1">
              <a:gsLst>
                <a:gs pos="50000">
                  <a:srgbClr val="00966F">
                    <a:alpha val="60000"/>
                  </a:srgbClr>
                </a:gs>
                <a:gs pos="0">
                  <a:srgbClr val="00966F">
                    <a:alpha val="0"/>
                  </a:srgbClr>
                </a:gs>
                <a:gs pos="100000">
                  <a:srgbClr val="00966F">
                    <a:alpha val="0"/>
                  </a:srgbClr>
                </a:gs>
              </a:gsLst>
              <a:lin ang="0" scaled="1"/>
              <a:tileRect/>
            </a:gradFill>
          </a:ln>
        </p:spPr>
        <p:style>
          <a:lnRef idx="1">
            <a:schemeClr val="accent1"/>
          </a:lnRef>
          <a:fillRef idx="0">
            <a:schemeClr val="accent1"/>
          </a:fillRef>
          <a:effectRef idx="0">
            <a:schemeClr val="accent1"/>
          </a:effectRef>
          <a:fontRef idx="minor">
            <a:schemeClr val="tx1"/>
          </a:fontRef>
        </p:style>
      </p:cxnSp>
      <p:pic>
        <p:nvPicPr>
          <p:cNvPr id="14" name="Graphique 13">
            <a:extLst>
              <a:ext uri="{FF2B5EF4-FFF2-40B4-BE49-F238E27FC236}">
                <a16:creationId xmlns:a16="http://schemas.microsoft.com/office/drawing/2014/main" id="{8DC3EE0C-C499-F52F-DB3C-D22F44DC7B6C}"/>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46038" y="94263"/>
            <a:ext cx="1906603" cy="623543"/>
          </a:xfrm>
          <a:prstGeom prst="rect">
            <a:avLst/>
          </a:prstGeom>
        </p:spPr>
      </p:pic>
      <p:sp>
        <p:nvSpPr>
          <p:cNvPr id="17" name="Espace réservé du texte 15">
            <a:extLst>
              <a:ext uri="{FF2B5EF4-FFF2-40B4-BE49-F238E27FC236}">
                <a16:creationId xmlns:a16="http://schemas.microsoft.com/office/drawing/2014/main" id="{A86A394F-2307-D400-F360-1B188E5F01DC}"/>
              </a:ext>
            </a:extLst>
          </p:cNvPr>
          <p:cNvSpPr>
            <a:spLocks noGrp="1"/>
          </p:cNvSpPr>
          <p:nvPr>
            <p:ph type="body" sz="quarter" idx="13" hasCustomPrompt="1"/>
          </p:nvPr>
        </p:nvSpPr>
        <p:spPr>
          <a:xfrm>
            <a:off x="854075" y="1045803"/>
            <a:ext cx="515977" cy="309327"/>
          </a:xfrm>
          <a:prstGeom prst="rect">
            <a:avLst/>
          </a:prstGeom>
        </p:spPr>
        <p:txBody>
          <a:bodyPr>
            <a:normAutofit/>
          </a:bodyPr>
          <a:lstStyle>
            <a:lvl1pPr>
              <a:defRPr sz="1800" b="1" i="0">
                <a:solidFill>
                  <a:schemeClr val="accent1"/>
                </a:solidFill>
                <a:latin typeface="Arial" panose="020B0604020202020204" pitchFamily="34" charset="0"/>
              </a:defRPr>
            </a:lvl1pPr>
          </a:lstStyle>
          <a:p>
            <a:pPr lvl="0"/>
            <a:r>
              <a:rPr lang="fr-FR" dirty="0"/>
              <a:t>XX</a:t>
            </a:r>
          </a:p>
        </p:txBody>
      </p:sp>
      <p:sp>
        <p:nvSpPr>
          <p:cNvPr id="27" name="Espace réservé pour une image  26">
            <a:extLst>
              <a:ext uri="{FF2B5EF4-FFF2-40B4-BE49-F238E27FC236}">
                <a16:creationId xmlns:a16="http://schemas.microsoft.com/office/drawing/2014/main" id="{449FFEE2-837F-FD67-D7DB-C60FA279C03C}"/>
              </a:ext>
            </a:extLst>
          </p:cNvPr>
          <p:cNvSpPr>
            <a:spLocks noGrp="1"/>
          </p:cNvSpPr>
          <p:nvPr>
            <p:ph type="pic" sz="quarter" idx="14"/>
          </p:nvPr>
        </p:nvSpPr>
        <p:spPr>
          <a:xfrm>
            <a:off x="7626350" y="561975"/>
            <a:ext cx="4157663" cy="6296025"/>
          </a:xfrm>
          <a:prstGeom prst="rect">
            <a:avLst/>
          </a:prstGeom>
          <a:solidFill>
            <a:schemeClr val="bg1">
              <a:lumMod val="95000"/>
            </a:schemeClr>
          </a:solidFill>
        </p:spPr>
        <p:txBody>
          <a:bodyPr/>
          <a:lstStyle>
            <a:lvl1pPr>
              <a:defRPr b="1" i="0">
                <a:latin typeface="Arial" panose="020B0604020202020204" pitchFamily="34" charset="0"/>
              </a:defRPr>
            </a:lvl1pPr>
          </a:lstStyle>
          <a:p>
            <a:endParaRPr lang="fr-FR" dirty="0"/>
          </a:p>
        </p:txBody>
      </p:sp>
      <p:sp>
        <p:nvSpPr>
          <p:cNvPr id="19" name="Rectangle 18">
            <a:extLst>
              <a:ext uri="{FF2B5EF4-FFF2-40B4-BE49-F238E27FC236}">
                <a16:creationId xmlns:a16="http://schemas.microsoft.com/office/drawing/2014/main" id="{980BDFC1-92A8-CBA0-745F-400655E85012}"/>
              </a:ext>
            </a:extLst>
          </p:cNvPr>
          <p:cNvSpPr/>
          <p:nvPr userDrawn="1"/>
        </p:nvSpPr>
        <p:spPr>
          <a:xfrm>
            <a:off x="1190438" y="5117540"/>
            <a:ext cx="209550" cy="45719"/>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i="0" dirty="0">
              <a:latin typeface="Arial" panose="020B0604020202020204" pitchFamily="34" charset="0"/>
            </a:endParaRPr>
          </a:p>
        </p:txBody>
      </p:sp>
      <p:sp>
        <p:nvSpPr>
          <p:cNvPr id="24" name="Rectangle 23">
            <a:extLst>
              <a:ext uri="{FF2B5EF4-FFF2-40B4-BE49-F238E27FC236}">
                <a16:creationId xmlns:a16="http://schemas.microsoft.com/office/drawing/2014/main" id="{38EF8F6D-BB2F-2E03-1BC3-3EB51CDBDB21}"/>
              </a:ext>
            </a:extLst>
          </p:cNvPr>
          <p:cNvSpPr/>
          <p:nvPr userDrawn="1"/>
        </p:nvSpPr>
        <p:spPr>
          <a:xfrm>
            <a:off x="304800" y="6273800"/>
            <a:ext cx="502772" cy="58420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i="0" dirty="0">
              <a:latin typeface="Arial" panose="020B0604020202020204" pitchFamily="34" charset="0"/>
            </a:endParaRPr>
          </a:p>
        </p:txBody>
      </p:sp>
      <p:cxnSp>
        <p:nvCxnSpPr>
          <p:cNvPr id="6" name="Connecteur droit 5">
            <a:extLst>
              <a:ext uri="{FF2B5EF4-FFF2-40B4-BE49-F238E27FC236}">
                <a16:creationId xmlns:a16="http://schemas.microsoft.com/office/drawing/2014/main" id="{D7C33C0D-2F18-EB8B-031C-93146073A463}"/>
              </a:ext>
            </a:extLst>
          </p:cNvPr>
          <p:cNvCxnSpPr>
            <a:cxnSpLocks/>
          </p:cNvCxnSpPr>
          <p:nvPr userDrawn="1"/>
        </p:nvCxnSpPr>
        <p:spPr>
          <a:xfrm>
            <a:off x="0" y="5702300"/>
            <a:ext cx="5981700" cy="0"/>
          </a:xfrm>
          <a:prstGeom prst="line">
            <a:avLst/>
          </a:prstGeom>
          <a:ln>
            <a:gradFill flip="none" rotWithShape="1">
              <a:gsLst>
                <a:gs pos="50000">
                  <a:srgbClr val="006A4E">
                    <a:alpha val="60000"/>
                  </a:srgbClr>
                </a:gs>
                <a:gs pos="0">
                  <a:schemeClr val="accent1">
                    <a:alpha val="0"/>
                  </a:schemeClr>
                </a:gs>
                <a:gs pos="100000">
                  <a:schemeClr val="accent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250328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Chapitre-autre">
    <p:spTree>
      <p:nvGrpSpPr>
        <p:cNvPr id="1" name=""/>
        <p:cNvGrpSpPr/>
        <p:nvPr/>
      </p:nvGrpSpPr>
      <p:grpSpPr>
        <a:xfrm>
          <a:off x="0" y="0"/>
          <a:ext cx="0" cy="0"/>
          <a:chOff x="0" y="0"/>
          <a:chExt cx="0" cy="0"/>
        </a:xfrm>
      </p:grpSpPr>
      <p:pic>
        <p:nvPicPr>
          <p:cNvPr id="8" name="Graphique 7">
            <a:extLst>
              <a:ext uri="{FF2B5EF4-FFF2-40B4-BE49-F238E27FC236}">
                <a16:creationId xmlns:a16="http://schemas.microsoft.com/office/drawing/2014/main" id="{1B7FCA2D-0460-27B0-1A43-A2895D80D51A}"/>
              </a:ext>
            </a:extLst>
          </p:cNvPr>
          <p:cNvPicPr>
            <a:picLocks noChangeAspect="1"/>
          </p:cNvPicPr>
          <p:nvPr userDrawn="1"/>
        </p:nvPicPr>
        <p:blipFill>
          <a:blip>
            <a:extLst>
              <a:ext uri="{96DAC541-7B7A-43D3-8B79-37D633B846F1}">
                <asvg:svgBlip xmlns:asvg="http://schemas.microsoft.com/office/drawing/2016/SVG/main" r:embed="rId2"/>
              </a:ext>
            </a:extLst>
          </a:blip>
          <a:srcRect l="10662" t="40" b="32890"/>
          <a:stretch>
            <a:fillRect/>
          </a:stretch>
        </p:blipFill>
        <p:spPr>
          <a:xfrm rot="10800000" flipH="1" flipV="1">
            <a:off x="6950078" y="0"/>
            <a:ext cx="5241922" cy="6858000"/>
          </a:xfrm>
          <a:prstGeom prst="rect">
            <a:avLst/>
          </a:prstGeom>
        </p:spPr>
      </p:pic>
      <p:sp>
        <p:nvSpPr>
          <p:cNvPr id="4" name="Espace réservé du numéro de diapositive 3">
            <a:extLst>
              <a:ext uri="{FF2B5EF4-FFF2-40B4-BE49-F238E27FC236}">
                <a16:creationId xmlns:a16="http://schemas.microsoft.com/office/drawing/2014/main" id="{559226CF-57C8-7030-FAB0-B2E5C8FF5218}"/>
              </a:ext>
            </a:extLst>
          </p:cNvPr>
          <p:cNvSpPr>
            <a:spLocks noGrp="1"/>
          </p:cNvSpPr>
          <p:nvPr>
            <p:ph type="sldNum" sz="quarter" idx="11"/>
          </p:nvPr>
        </p:nvSpPr>
        <p:spPr/>
        <p:txBody>
          <a:bodyPr/>
          <a:lstStyle>
            <a:lvl1pPr>
              <a:defRPr b="1" i="0">
                <a:latin typeface="Arial" panose="020B0604020202020204" pitchFamily="34" charset="0"/>
              </a:defRPr>
            </a:lvl1pPr>
          </a:lstStyle>
          <a:p>
            <a:fld id="{29BED1D5-2372-4BA3-AEA9-1F7A0F9A5921}" type="slidenum">
              <a:rPr lang="fr-FR" smtClean="0"/>
              <a:pPr/>
              <a:t>‹#›</a:t>
            </a:fld>
            <a:endParaRPr lang="fr-FR" dirty="0"/>
          </a:p>
        </p:txBody>
      </p:sp>
      <p:cxnSp>
        <p:nvCxnSpPr>
          <p:cNvPr id="9" name="Connecteur droit 8">
            <a:extLst>
              <a:ext uri="{FF2B5EF4-FFF2-40B4-BE49-F238E27FC236}">
                <a16:creationId xmlns:a16="http://schemas.microsoft.com/office/drawing/2014/main" id="{6C636A68-2296-A483-6193-164AFE6B4187}"/>
              </a:ext>
            </a:extLst>
          </p:cNvPr>
          <p:cNvCxnSpPr>
            <a:cxnSpLocks/>
          </p:cNvCxnSpPr>
          <p:nvPr userDrawn="1"/>
        </p:nvCxnSpPr>
        <p:spPr>
          <a:xfrm flipH="1">
            <a:off x="6454883" y="0"/>
            <a:ext cx="29073" cy="6858000"/>
          </a:xfrm>
          <a:prstGeom prst="line">
            <a:avLst/>
          </a:prstGeom>
          <a:ln>
            <a:gradFill flip="none" rotWithShape="1">
              <a:gsLst>
                <a:gs pos="50000">
                  <a:srgbClr val="00966F">
                    <a:alpha val="60000"/>
                  </a:srgbClr>
                </a:gs>
                <a:gs pos="0">
                  <a:srgbClr val="00966F">
                    <a:alpha val="0"/>
                  </a:srgbClr>
                </a:gs>
                <a:gs pos="100000">
                  <a:srgbClr val="00966F">
                    <a:alpha val="0"/>
                  </a:srgbClr>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0" name="Connecteur droit 9">
            <a:extLst>
              <a:ext uri="{FF2B5EF4-FFF2-40B4-BE49-F238E27FC236}">
                <a16:creationId xmlns:a16="http://schemas.microsoft.com/office/drawing/2014/main" id="{F090C732-2177-DEC5-EE50-FD6C555A9F83}"/>
              </a:ext>
            </a:extLst>
          </p:cNvPr>
          <p:cNvCxnSpPr>
            <a:cxnSpLocks/>
          </p:cNvCxnSpPr>
          <p:nvPr userDrawn="1"/>
        </p:nvCxnSpPr>
        <p:spPr>
          <a:xfrm flipH="1">
            <a:off x="0" y="1771381"/>
            <a:ext cx="6817283" cy="0"/>
          </a:xfrm>
          <a:prstGeom prst="line">
            <a:avLst/>
          </a:prstGeom>
          <a:ln>
            <a:gradFill flip="none" rotWithShape="1">
              <a:gsLst>
                <a:gs pos="50000">
                  <a:srgbClr val="00966F">
                    <a:alpha val="60000"/>
                  </a:srgbClr>
                </a:gs>
                <a:gs pos="0">
                  <a:srgbClr val="00966F">
                    <a:alpha val="0"/>
                  </a:srgbClr>
                </a:gs>
                <a:gs pos="100000">
                  <a:srgbClr val="00966F">
                    <a:alpha val="0"/>
                  </a:srgb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1" name="Connecteur droit 10">
            <a:extLst>
              <a:ext uri="{FF2B5EF4-FFF2-40B4-BE49-F238E27FC236}">
                <a16:creationId xmlns:a16="http://schemas.microsoft.com/office/drawing/2014/main" id="{0DBA10D4-61C1-C3AA-D918-D32FB2E4E861}"/>
              </a:ext>
            </a:extLst>
          </p:cNvPr>
          <p:cNvCxnSpPr>
            <a:cxnSpLocks/>
          </p:cNvCxnSpPr>
          <p:nvPr userDrawn="1"/>
        </p:nvCxnSpPr>
        <p:spPr>
          <a:xfrm>
            <a:off x="0" y="4203302"/>
            <a:ext cx="6483956" cy="0"/>
          </a:xfrm>
          <a:prstGeom prst="line">
            <a:avLst/>
          </a:prstGeom>
          <a:ln>
            <a:gradFill flip="none" rotWithShape="1">
              <a:gsLst>
                <a:gs pos="50000">
                  <a:srgbClr val="00966F">
                    <a:alpha val="60000"/>
                  </a:srgbClr>
                </a:gs>
                <a:gs pos="0">
                  <a:srgbClr val="00966F">
                    <a:alpha val="0"/>
                  </a:srgbClr>
                </a:gs>
                <a:gs pos="100000">
                  <a:srgbClr val="00966F">
                    <a:alpha val="0"/>
                  </a:srgbClr>
                </a:gs>
              </a:gsLst>
              <a:lin ang="0" scaled="1"/>
              <a:tileRect/>
            </a:gradFill>
          </a:ln>
        </p:spPr>
        <p:style>
          <a:lnRef idx="1">
            <a:schemeClr val="accent1"/>
          </a:lnRef>
          <a:fillRef idx="0">
            <a:schemeClr val="accent1"/>
          </a:fillRef>
          <a:effectRef idx="0">
            <a:schemeClr val="accent1"/>
          </a:effectRef>
          <a:fontRef idx="minor">
            <a:schemeClr val="tx1"/>
          </a:fontRef>
        </p:style>
      </p:cxnSp>
      <p:pic>
        <p:nvPicPr>
          <p:cNvPr id="14" name="Graphique 13">
            <a:extLst>
              <a:ext uri="{FF2B5EF4-FFF2-40B4-BE49-F238E27FC236}">
                <a16:creationId xmlns:a16="http://schemas.microsoft.com/office/drawing/2014/main" id="{8DC3EE0C-C499-F52F-DB3C-D22F44DC7B6C}"/>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46038" y="94263"/>
            <a:ext cx="1906603" cy="623543"/>
          </a:xfrm>
          <a:prstGeom prst="rect">
            <a:avLst/>
          </a:prstGeom>
        </p:spPr>
      </p:pic>
      <p:sp>
        <p:nvSpPr>
          <p:cNvPr id="17" name="Espace réservé du texte 15">
            <a:extLst>
              <a:ext uri="{FF2B5EF4-FFF2-40B4-BE49-F238E27FC236}">
                <a16:creationId xmlns:a16="http://schemas.microsoft.com/office/drawing/2014/main" id="{A86A394F-2307-D400-F360-1B188E5F01DC}"/>
              </a:ext>
            </a:extLst>
          </p:cNvPr>
          <p:cNvSpPr>
            <a:spLocks noGrp="1"/>
          </p:cNvSpPr>
          <p:nvPr>
            <p:ph type="body" sz="quarter" idx="13" hasCustomPrompt="1"/>
          </p:nvPr>
        </p:nvSpPr>
        <p:spPr>
          <a:xfrm>
            <a:off x="854075" y="1045803"/>
            <a:ext cx="515977" cy="309327"/>
          </a:xfrm>
          <a:prstGeom prst="rect">
            <a:avLst/>
          </a:prstGeom>
        </p:spPr>
        <p:txBody>
          <a:bodyPr>
            <a:normAutofit/>
          </a:bodyPr>
          <a:lstStyle>
            <a:lvl1pPr>
              <a:defRPr sz="1800" b="1" i="0">
                <a:solidFill>
                  <a:schemeClr val="accent1"/>
                </a:solidFill>
                <a:latin typeface="Arial" panose="020B0604020202020204" pitchFamily="34" charset="0"/>
              </a:defRPr>
            </a:lvl1pPr>
          </a:lstStyle>
          <a:p>
            <a:pPr lvl="0"/>
            <a:r>
              <a:rPr lang="fr-FR" dirty="0"/>
              <a:t>XX</a:t>
            </a:r>
          </a:p>
        </p:txBody>
      </p:sp>
      <p:sp>
        <p:nvSpPr>
          <p:cNvPr id="27" name="Espace réservé pour une image  26">
            <a:extLst>
              <a:ext uri="{FF2B5EF4-FFF2-40B4-BE49-F238E27FC236}">
                <a16:creationId xmlns:a16="http://schemas.microsoft.com/office/drawing/2014/main" id="{449FFEE2-837F-FD67-D7DB-C60FA279C03C}"/>
              </a:ext>
            </a:extLst>
          </p:cNvPr>
          <p:cNvSpPr>
            <a:spLocks noGrp="1"/>
          </p:cNvSpPr>
          <p:nvPr>
            <p:ph type="pic" sz="quarter" idx="14"/>
          </p:nvPr>
        </p:nvSpPr>
        <p:spPr>
          <a:xfrm>
            <a:off x="7626350" y="561975"/>
            <a:ext cx="4157663" cy="6296025"/>
          </a:xfrm>
          <a:prstGeom prst="rect">
            <a:avLst/>
          </a:prstGeom>
          <a:solidFill>
            <a:schemeClr val="bg1">
              <a:lumMod val="95000"/>
            </a:schemeClr>
          </a:solidFill>
        </p:spPr>
        <p:txBody>
          <a:bodyPr/>
          <a:lstStyle>
            <a:lvl1pPr>
              <a:defRPr b="1" i="0">
                <a:latin typeface="Arial" panose="020B0604020202020204" pitchFamily="34" charset="0"/>
              </a:defRPr>
            </a:lvl1pPr>
          </a:lstStyle>
          <a:p>
            <a:endParaRPr lang="fr-FR" dirty="0"/>
          </a:p>
        </p:txBody>
      </p:sp>
      <p:sp>
        <p:nvSpPr>
          <p:cNvPr id="19" name="Rectangle 18">
            <a:extLst>
              <a:ext uri="{FF2B5EF4-FFF2-40B4-BE49-F238E27FC236}">
                <a16:creationId xmlns:a16="http://schemas.microsoft.com/office/drawing/2014/main" id="{980BDFC1-92A8-CBA0-745F-400655E85012}"/>
              </a:ext>
            </a:extLst>
          </p:cNvPr>
          <p:cNvSpPr/>
          <p:nvPr userDrawn="1"/>
        </p:nvSpPr>
        <p:spPr>
          <a:xfrm>
            <a:off x="1190438" y="5117540"/>
            <a:ext cx="209550" cy="45719"/>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i="0" dirty="0">
              <a:latin typeface="Arial" panose="020B0604020202020204" pitchFamily="34" charset="0"/>
            </a:endParaRPr>
          </a:p>
        </p:txBody>
      </p:sp>
      <p:sp>
        <p:nvSpPr>
          <p:cNvPr id="24" name="Rectangle 23">
            <a:extLst>
              <a:ext uri="{FF2B5EF4-FFF2-40B4-BE49-F238E27FC236}">
                <a16:creationId xmlns:a16="http://schemas.microsoft.com/office/drawing/2014/main" id="{38EF8F6D-BB2F-2E03-1BC3-3EB51CDBDB21}"/>
              </a:ext>
            </a:extLst>
          </p:cNvPr>
          <p:cNvSpPr/>
          <p:nvPr userDrawn="1"/>
        </p:nvSpPr>
        <p:spPr>
          <a:xfrm>
            <a:off x="304800" y="6273800"/>
            <a:ext cx="502772" cy="58420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i="0" dirty="0">
              <a:latin typeface="Arial" panose="020B0604020202020204" pitchFamily="34" charset="0"/>
            </a:endParaRPr>
          </a:p>
        </p:txBody>
      </p:sp>
      <p:cxnSp>
        <p:nvCxnSpPr>
          <p:cNvPr id="6" name="Connecteur droit 5">
            <a:extLst>
              <a:ext uri="{FF2B5EF4-FFF2-40B4-BE49-F238E27FC236}">
                <a16:creationId xmlns:a16="http://schemas.microsoft.com/office/drawing/2014/main" id="{D7C33C0D-2F18-EB8B-031C-93146073A463}"/>
              </a:ext>
            </a:extLst>
          </p:cNvPr>
          <p:cNvCxnSpPr>
            <a:cxnSpLocks/>
          </p:cNvCxnSpPr>
          <p:nvPr userDrawn="1"/>
        </p:nvCxnSpPr>
        <p:spPr>
          <a:xfrm>
            <a:off x="0" y="5702300"/>
            <a:ext cx="5981700" cy="0"/>
          </a:xfrm>
          <a:prstGeom prst="line">
            <a:avLst/>
          </a:prstGeom>
          <a:ln>
            <a:gradFill flip="none" rotWithShape="1">
              <a:gsLst>
                <a:gs pos="50000">
                  <a:srgbClr val="006A4E">
                    <a:alpha val="60000"/>
                  </a:srgbClr>
                </a:gs>
                <a:gs pos="0">
                  <a:schemeClr val="accent1">
                    <a:alpha val="0"/>
                  </a:schemeClr>
                </a:gs>
                <a:gs pos="100000">
                  <a:schemeClr val="accent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5" name="Espace réservé du texte 15">
            <a:extLst>
              <a:ext uri="{FF2B5EF4-FFF2-40B4-BE49-F238E27FC236}">
                <a16:creationId xmlns:a16="http://schemas.microsoft.com/office/drawing/2014/main" id="{01CF68C2-EFDF-843F-C6F9-3D1E511506E1}"/>
              </a:ext>
            </a:extLst>
          </p:cNvPr>
          <p:cNvSpPr>
            <a:spLocks noGrp="1"/>
          </p:cNvSpPr>
          <p:nvPr>
            <p:ph type="body" sz="quarter" idx="12" hasCustomPrompt="1"/>
          </p:nvPr>
        </p:nvSpPr>
        <p:spPr>
          <a:xfrm>
            <a:off x="739778" y="4329733"/>
            <a:ext cx="5241922" cy="958749"/>
          </a:xfrm>
          <a:prstGeom prst="rect">
            <a:avLst/>
          </a:prstGeom>
        </p:spPr>
        <p:txBody>
          <a:bodyPr>
            <a:noAutofit/>
          </a:bodyPr>
          <a:lstStyle>
            <a:lvl1pPr>
              <a:defRPr sz="1800" b="1" i="0">
                <a:solidFill>
                  <a:schemeClr val="accent6"/>
                </a:solidFill>
                <a:latin typeface="Arial" panose="020B0604020202020204" pitchFamily="34" charset="0"/>
              </a:defRPr>
            </a:lvl1pPr>
          </a:lstStyle>
          <a:p>
            <a:pPr lvl="0"/>
            <a:r>
              <a:rPr lang="fr-FR" dirty="0"/>
              <a:t>Écrivez ici le sous-titre de votre chapitre</a:t>
            </a:r>
          </a:p>
        </p:txBody>
      </p:sp>
      <p:sp>
        <p:nvSpPr>
          <p:cNvPr id="2" name="Titre 1">
            <a:extLst>
              <a:ext uri="{FF2B5EF4-FFF2-40B4-BE49-F238E27FC236}">
                <a16:creationId xmlns:a16="http://schemas.microsoft.com/office/drawing/2014/main" id="{7CD8FA5F-E98F-950D-40EC-78B2BA879680}"/>
              </a:ext>
            </a:extLst>
          </p:cNvPr>
          <p:cNvSpPr>
            <a:spLocks noGrp="1"/>
          </p:cNvSpPr>
          <p:nvPr>
            <p:ph type="title" hasCustomPrompt="1"/>
          </p:nvPr>
        </p:nvSpPr>
        <p:spPr>
          <a:xfrm>
            <a:off x="854634" y="2076913"/>
            <a:ext cx="5241365" cy="1661993"/>
          </a:xfrm>
        </p:spPr>
        <p:txBody>
          <a:bodyPr/>
          <a:lstStyle>
            <a:lvl1pPr>
              <a:lnSpc>
                <a:spcPct val="90000"/>
              </a:lnSpc>
              <a:defRPr lang="fr-FR" sz="6000" b="1" i="0" kern="1200" cap="all" spc="200" baseline="0" smtClean="0">
                <a:solidFill>
                  <a:schemeClr val="accent1"/>
                </a:solidFill>
                <a:latin typeface="Arial" panose="020B0604020202020204" pitchFamily="34" charset="0"/>
                <a:ea typeface="+mn-ea"/>
                <a:cs typeface="+mn-cs"/>
              </a:defRPr>
            </a:lvl1pPr>
          </a:lstStyle>
          <a:p>
            <a:r>
              <a:rPr lang="fr-FR" dirty="0" err="1"/>
              <a:t>Chapter</a:t>
            </a:r>
            <a:r>
              <a:rPr lang="fr-FR" dirty="0"/>
              <a:t> Title</a:t>
            </a:r>
          </a:p>
        </p:txBody>
      </p:sp>
    </p:spTree>
    <p:extLst>
      <p:ext uri="{BB962C8B-B14F-4D97-AF65-F5344CB8AC3E}">
        <p14:creationId xmlns:p14="http://schemas.microsoft.com/office/powerpoint/2010/main" val="946655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hapitre-Commodities">
    <p:spTree>
      <p:nvGrpSpPr>
        <p:cNvPr id="1" name=""/>
        <p:cNvGrpSpPr/>
        <p:nvPr/>
      </p:nvGrpSpPr>
      <p:grpSpPr>
        <a:xfrm>
          <a:off x="0" y="0"/>
          <a:ext cx="0" cy="0"/>
          <a:chOff x="0" y="0"/>
          <a:chExt cx="0" cy="0"/>
        </a:xfrm>
      </p:grpSpPr>
      <p:pic>
        <p:nvPicPr>
          <p:cNvPr id="2" name="Graphique 1">
            <a:extLst>
              <a:ext uri="{FF2B5EF4-FFF2-40B4-BE49-F238E27FC236}">
                <a16:creationId xmlns:a16="http://schemas.microsoft.com/office/drawing/2014/main" id="{EEB6A40F-290F-15B5-8ED5-A80F8E3ABFF3}"/>
              </a:ext>
            </a:extLst>
          </p:cNvPr>
          <p:cNvPicPr>
            <a:picLocks noChangeAspect="1"/>
          </p:cNvPicPr>
          <p:nvPr userDrawn="1"/>
        </p:nvPicPr>
        <p:blipFill>
          <a:blip>
            <a:extLst>
              <a:ext uri="{96DAC541-7B7A-43D3-8B79-37D633B846F1}">
                <asvg:svgBlip xmlns:asvg="http://schemas.microsoft.com/office/drawing/2016/SVG/main" r:embed="rId2"/>
              </a:ext>
            </a:extLst>
          </a:blip>
          <a:srcRect l="10662" t="40" b="32890"/>
          <a:stretch>
            <a:fillRect/>
          </a:stretch>
        </p:blipFill>
        <p:spPr>
          <a:xfrm rot="10800000" flipH="1" flipV="1">
            <a:off x="6950078" y="0"/>
            <a:ext cx="5241922" cy="6858000"/>
          </a:xfrm>
          <a:prstGeom prst="rect">
            <a:avLst/>
          </a:prstGeom>
        </p:spPr>
      </p:pic>
      <p:sp>
        <p:nvSpPr>
          <p:cNvPr id="4" name="Espace réservé du numéro de diapositive 3">
            <a:extLst>
              <a:ext uri="{FF2B5EF4-FFF2-40B4-BE49-F238E27FC236}">
                <a16:creationId xmlns:a16="http://schemas.microsoft.com/office/drawing/2014/main" id="{559226CF-57C8-7030-FAB0-B2E5C8FF5218}"/>
              </a:ext>
            </a:extLst>
          </p:cNvPr>
          <p:cNvSpPr>
            <a:spLocks noGrp="1"/>
          </p:cNvSpPr>
          <p:nvPr>
            <p:ph type="sldNum" sz="quarter" idx="11"/>
          </p:nvPr>
        </p:nvSpPr>
        <p:spPr/>
        <p:txBody>
          <a:bodyPr/>
          <a:lstStyle>
            <a:lvl1pPr>
              <a:defRPr b="1" i="0">
                <a:latin typeface="Arial" panose="020B0604020202020204" pitchFamily="34" charset="0"/>
              </a:defRPr>
            </a:lvl1pPr>
          </a:lstStyle>
          <a:p>
            <a:fld id="{29BED1D5-2372-4BA3-AEA9-1F7A0F9A5921}" type="slidenum">
              <a:rPr lang="fr-FR" smtClean="0"/>
              <a:pPr/>
              <a:t>‹#›</a:t>
            </a:fld>
            <a:endParaRPr lang="fr-FR" dirty="0"/>
          </a:p>
        </p:txBody>
      </p:sp>
      <p:pic>
        <p:nvPicPr>
          <p:cNvPr id="14" name="Graphique 13">
            <a:extLst>
              <a:ext uri="{FF2B5EF4-FFF2-40B4-BE49-F238E27FC236}">
                <a16:creationId xmlns:a16="http://schemas.microsoft.com/office/drawing/2014/main" id="{8DC3EE0C-C499-F52F-DB3C-D22F44DC7B6C}"/>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46038" y="94263"/>
            <a:ext cx="1906603" cy="623543"/>
          </a:xfrm>
          <a:prstGeom prst="rect">
            <a:avLst/>
          </a:prstGeom>
        </p:spPr>
      </p:pic>
      <p:sp>
        <p:nvSpPr>
          <p:cNvPr id="16" name="Espace réservé du texte 15">
            <a:extLst>
              <a:ext uri="{FF2B5EF4-FFF2-40B4-BE49-F238E27FC236}">
                <a16:creationId xmlns:a16="http://schemas.microsoft.com/office/drawing/2014/main" id="{52636251-EDCE-65A0-369A-2F10D1A2F22C}"/>
              </a:ext>
            </a:extLst>
          </p:cNvPr>
          <p:cNvSpPr>
            <a:spLocks noGrp="1"/>
          </p:cNvSpPr>
          <p:nvPr>
            <p:ph type="body" sz="quarter" idx="12" hasCustomPrompt="1"/>
          </p:nvPr>
        </p:nvSpPr>
        <p:spPr>
          <a:xfrm>
            <a:off x="739778" y="4329733"/>
            <a:ext cx="5241922" cy="958749"/>
          </a:xfrm>
          <a:prstGeom prst="rect">
            <a:avLst/>
          </a:prstGeom>
        </p:spPr>
        <p:txBody>
          <a:bodyPr>
            <a:noAutofit/>
          </a:bodyPr>
          <a:lstStyle>
            <a:lvl1pPr>
              <a:defRPr sz="1800" b="1" i="0">
                <a:solidFill>
                  <a:schemeClr val="accent6"/>
                </a:solidFill>
                <a:latin typeface="Arial" panose="020B0604020202020204" pitchFamily="34" charset="0"/>
              </a:defRPr>
            </a:lvl1pPr>
          </a:lstStyle>
          <a:p>
            <a:pPr lvl="0"/>
            <a:r>
              <a:rPr lang="en-US" dirty="0"/>
              <a:t>Write the subtitle of your chapter here</a:t>
            </a:r>
            <a:endParaRPr lang="fr-FR" dirty="0"/>
          </a:p>
        </p:txBody>
      </p:sp>
      <p:sp>
        <p:nvSpPr>
          <p:cNvPr id="27" name="Espace réservé pour une image  26">
            <a:extLst>
              <a:ext uri="{FF2B5EF4-FFF2-40B4-BE49-F238E27FC236}">
                <a16:creationId xmlns:a16="http://schemas.microsoft.com/office/drawing/2014/main" id="{449FFEE2-837F-FD67-D7DB-C60FA279C03C}"/>
              </a:ext>
            </a:extLst>
          </p:cNvPr>
          <p:cNvSpPr>
            <a:spLocks noGrp="1"/>
          </p:cNvSpPr>
          <p:nvPr>
            <p:ph type="pic" sz="quarter" idx="14"/>
          </p:nvPr>
        </p:nvSpPr>
        <p:spPr>
          <a:xfrm>
            <a:off x="7626350" y="561975"/>
            <a:ext cx="4157663" cy="6296025"/>
          </a:xfrm>
          <a:prstGeom prst="rect">
            <a:avLst/>
          </a:prstGeom>
          <a:solidFill>
            <a:schemeClr val="bg1">
              <a:lumMod val="95000"/>
            </a:schemeClr>
          </a:solidFill>
        </p:spPr>
        <p:txBody>
          <a:bodyPr/>
          <a:lstStyle>
            <a:lvl1pPr>
              <a:defRPr b="1" i="0">
                <a:latin typeface="Arial" panose="020B0604020202020204" pitchFamily="34" charset="0"/>
              </a:defRPr>
            </a:lvl1pPr>
          </a:lstStyle>
          <a:p>
            <a:endParaRPr lang="fr-FR" dirty="0"/>
          </a:p>
        </p:txBody>
      </p:sp>
      <p:cxnSp>
        <p:nvCxnSpPr>
          <p:cNvPr id="15" name="Connecteur droit 14">
            <a:extLst>
              <a:ext uri="{FF2B5EF4-FFF2-40B4-BE49-F238E27FC236}">
                <a16:creationId xmlns:a16="http://schemas.microsoft.com/office/drawing/2014/main" id="{20E0A570-24DD-96AB-7BF9-BBF8A27A0053}"/>
              </a:ext>
            </a:extLst>
          </p:cNvPr>
          <p:cNvCxnSpPr>
            <a:cxnSpLocks/>
          </p:cNvCxnSpPr>
          <p:nvPr userDrawn="1"/>
        </p:nvCxnSpPr>
        <p:spPr>
          <a:xfrm>
            <a:off x="3464560" y="0"/>
            <a:ext cx="0" cy="2286000"/>
          </a:xfrm>
          <a:prstGeom prst="line">
            <a:avLst/>
          </a:prstGeom>
          <a:ln>
            <a:gradFill flip="none" rotWithShape="1">
              <a:gsLst>
                <a:gs pos="50000">
                  <a:srgbClr val="00966F">
                    <a:alpha val="60000"/>
                  </a:srgbClr>
                </a:gs>
                <a:gs pos="0">
                  <a:srgbClr val="00966F">
                    <a:alpha val="0"/>
                  </a:srgbClr>
                </a:gs>
                <a:gs pos="100000">
                  <a:srgbClr val="00966F"/>
                </a:gs>
              </a:gsLst>
              <a:lin ang="5400000" scaled="1"/>
              <a:tileRect/>
            </a:gradFill>
          </a:ln>
        </p:spPr>
        <p:style>
          <a:lnRef idx="1">
            <a:schemeClr val="accent1"/>
          </a:lnRef>
          <a:fillRef idx="0">
            <a:schemeClr val="accent1"/>
          </a:fillRef>
          <a:effectRef idx="0">
            <a:schemeClr val="accent1"/>
          </a:effectRef>
          <a:fontRef idx="minor">
            <a:schemeClr val="tx1"/>
          </a:fontRef>
        </p:style>
      </p:cxnSp>
      <p:sp>
        <p:nvSpPr>
          <p:cNvPr id="18" name="Espace réservé du texte 15">
            <a:extLst>
              <a:ext uri="{FF2B5EF4-FFF2-40B4-BE49-F238E27FC236}">
                <a16:creationId xmlns:a16="http://schemas.microsoft.com/office/drawing/2014/main" id="{45C4011D-8250-8BFB-4C26-8707B896A388}"/>
              </a:ext>
            </a:extLst>
          </p:cNvPr>
          <p:cNvSpPr>
            <a:spLocks noGrp="1"/>
          </p:cNvSpPr>
          <p:nvPr>
            <p:ph type="body" sz="quarter" idx="13" hasCustomPrompt="1"/>
          </p:nvPr>
        </p:nvSpPr>
        <p:spPr>
          <a:xfrm>
            <a:off x="854075" y="1711485"/>
            <a:ext cx="515977" cy="309327"/>
          </a:xfrm>
          <a:prstGeom prst="rect">
            <a:avLst/>
          </a:prstGeom>
        </p:spPr>
        <p:txBody>
          <a:bodyPr>
            <a:normAutofit/>
          </a:bodyPr>
          <a:lstStyle>
            <a:lvl1pPr>
              <a:defRPr sz="1800" b="1" i="0">
                <a:solidFill>
                  <a:schemeClr val="accent6"/>
                </a:solidFill>
                <a:latin typeface="Arial" panose="020B0604020202020204" pitchFamily="34" charset="0"/>
              </a:defRPr>
            </a:lvl1pPr>
          </a:lstStyle>
          <a:p>
            <a:pPr lvl="0"/>
            <a:r>
              <a:rPr lang="fr-FR" dirty="0"/>
              <a:t>XX</a:t>
            </a:r>
          </a:p>
        </p:txBody>
      </p:sp>
      <p:cxnSp>
        <p:nvCxnSpPr>
          <p:cNvPr id="20" name="Connecteur droit 19">
            <a:extLst>
              <a:ext uri="{FF2B5EF4-FFF2-40B4-BE49-F238E27FC236}">
                <a16:creationId xmlns:a16="http://schemas.microsoft.com/office/drawing/2014/main" id="{6AA3D8CC-C799-4234-CE49-B2392C3719C1}"/>
              </a:ext>
            </a:extLst>
          </p:cNvPr>
          <p:cNvCxnSpPr>
            <a:cxnSpLocks/>
          </p:cNvCxnSpPr>
          <p:nvPr userDrawn="1"/>
        </p:nvCxnSpPr>
        <p:spPr>
          <a:xfrm flipH="1">
            <a:off x="0" y="2286000"/>
            <a:ext cx="6286500" cy="0"/>
          </a:xfrm>
          <a:prstGeom prst="line">
            <a:avLst/>
          </a:prstGeom>
          <a:ln>
            <a:gradFill flip="none" rotWithShape="1">
              <a:gsLst>
                <a:gs pos="50000">
                  <a:srgbClr val="006A4E">
                    <a:alpha val="60000"/>
                  </a:srgbClr>
                </a:gs>
                <a:gs pos="0">
                  <a:schemeClr val="accent1">
                    <a:alpha val="0"/>
                  </a:schemeClr>
                </a:gs>
                <a:gs pos="100000">
                  <a:schemeClr val="accent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21" name="Connecteur droit 20">
            <a:extLst>
              <a:ext uri="{FF2B5EF4-FFF2-40B4-BE49-F238E27FC236}">
                <a16:creationId xmlns:a16="http://schemas.microsoft.com/office/drawing/2014/main" id="{E1F80B64-ADA4-094E-316B-CD8B7811EEE7}"/>
              </a:ext>
            </a:extLst>
          </p:cNvPr>
          <p:cNvCxnSpPr>
            <a:cxnSpLocks/>
          </p:cNvCxnSpPr>
          <p:nvPr userDrawn="1"/>
        </p:nvCxnSpPr>
        <p:spPr>
          <a:xfrm flipH="1">
            <a:off x="0" y="3581400"/>
            <a:ext cx="6096000" cy="0"/>
          </a:xfrm>
          <a:prstGeom prst="line">
            <a:avLst/>
          </a:prstGeom>
          <a:ln>
            <a:gradFill flip="none" rotWithShape="1">
              <a:gsLst>
                <a:gs pos="50000">
                  <a:srgbClr val="006A4E">
                    <a:alpha val="60000"/>
                  </a:srgbClr>
                </a:gs>
                <a:gs pos="0">
                  <a:schemeClr val="accent1">
                    <a:alpha val="0"/>
                  </a:schemeClr>
                </a:gs>
                <a:gs pos="100000">
                  <a:schemeClr val="accent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22" name="Connecteur droit 21">
            <a:extLst>
              <a:ext uri="{FF2B5EF4-FFF2-40B4-BE49-F238E27FC236}">
                <a16:creationId xmlns:a16="http://schemas.microsoft.com/office/drawing/2014/main" id="{1C33A7A6-00B2-358C-1B57-A93ABE7766BF}"/>
              </a:ext>
            </a:extLst>
          </p:cNvPr>
          <p:cNvCxnSpPr>
            <a:cxnSpLocks/>
          </p:cNvCxnSpPr>
          <p:nvPr userDrawn="1"/>
        </p:nvCxnSpPr>
        <p:spPr>
          <a:xfrm>
            <a:off x="0" y="5702300"/>
            <a:ext cx="5981700" cy="0"/>
          </a:xfrm>
          <a:prstGeom prst="line">
            <a:avLst/>
          </a:prstGeom>
          <a:ln>
            <a:gradFill flip="none" rotWithShape="1">
              <a:gsLst>
                <a:gs pos="50000">
                  <a:srgbClr val="006A4E">
                    <a:alpha val="60000"/>
                  </a:srgbClr>
                </a:gs>
                <a:gs pos="0">
                  <a:schemeClr val="accent1">
                    <a:alpha val="0"/>
                  </a:schemeClr>
                </a:gs>
                <a:gs pos="100000">
                  <a:schemeClr val="accent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35" name="Rectangle 34">
            <a:extLst>
              <a:ext uri="{FF2B5EF4-FFF2-40B4-BE49-F238E27FC236}">
                <a16:creationId xmlns:a16="http://schemas.microsoft.com/office/drawing/2014/main" id="{0B4C085B-EAA1-DCE8-6E3D-80539A256427}"/>
              </a:ext>
            </a:extLst>
          </p:cNvPr>
          <p:cNvSpPr/>
          <p:nvPr userDrawn="1"/>
        </p:nvSpPr>
        <p:spPr>
          <a:xfrm>
            <a:off x="304800" y="6273800"/>
            <a:ext cx="502772" cy="58420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i="0" dirty="0">
              <a:latin typeface="Arial" panose="020B0604020202020204" pitchFamily="34" charset="0"/>
            </a:endParaRPr>
          </a:p>
        </p:txBody>
      </p:sp>
      <p:cxnSp>
        <p:nvCxnSpPr>
          <p:cNvPr id="190" name="Connecteur droit 189">
            <a:extLst>
              <a:ext uri="{FF2B5EF4-FFF2-40B4-BE49-F238E27FC236}">
                <a16:creationId xmlns:a16="http://schemas.microsoft.com/office/drawing/2014/main" id="{25F47FFB-31CD-807C-9129-74805D45809A}"/>
              </a:ext>
            </a:extLst>
          </p:cNvPr>
          <p:cNvCxnSpPr>
            <a:cxnSpLocks/>
          </p:cNvCxnSpPr>
          <p:nvPr userDrawn="1"/>
        </p:nvCxnSpPr>
        <p:spPr>
          <a:xfrm flipV="1">
            <a:off x="3464560" y="5702300"/>
            <a:ext cx="0" cy="1155700"/>
          </a:xfrm>
          <a:prstGeom prst="line">
            <a:avLst/>
          </a:prstGeom>
          <a:ln>
            <a:gradFill flip="none" rotWithShape="1">
              <a:gsLst>
                <a:gs pos="50000">
                  <a:srgbClr val="00966F">
                    <a:alpha val="60000"/>
                  </a:srgbClr>
                </a:gs>
                <a:gs pos="0">
                  <a:srgbClr val="00966F">
                    <a:alpha val="0"/>
                  </a:srgbClr>
                </a:gs>
                <a:gs pos="100000">
                  <a:srgbClr val="00966F"/>
                </a:gs>
              </a:gsLst>
              <a:lin ang="5400000" scaled="1"/>
              <a:tileRect/>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98632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ETF">
    <p:spTree>
      <p:nvGrpSpPr>
        <p:cNvPr id="1" name=""/>
        <p:cNvGrpSpPr/>
        <p:nvPr/>
      </p:nvGrpSpPr>
      <p:grpSpPr>
        <a:xfrm>
          <a:off x="0" y="0"/>
          <a:ext cx="0" cy="0"/>
          <a:chOff x="0" y="0"/>
          <a:chExt cx="0" cy="0"/>
        </a:xfrm>
      </p:grpSpPr>
      <p:pic>
        <p:nvPicPr>
          <p:cNvPr id="19" name="Graphique 18">
            <a:extLst>
              <a:ext uri="{FF2B5EF4-FFF2-40B4-BE49-F238E27FC236}">
                <a16:creationId xmlns:a16="http://schemas.microsoft.com/office/drawing/2014/main" id="{0CCA373D-4876-D709-BD99-3D0FE483A40C}"/>
              </a:ext>
            </a:extLst>
          </p:cNvPr>
          <p:cNvPicPr>
            <a:picLocks noChangeAspect="1"/>
          </p:cNvPicPr>
          <p:nvPr userDrawn="1"/>
        </p:nvPicPr>
        <p:blipFill>
          <a:blip>
            <a:extLst>
              <a:ext uri="{96DAC541-7B7A-43D3-8B79-37D633B846F1}">
                <asvg:svgBlip xmlns:asvg="http://schemas.microsoft.com/office/drawing/2016/SVG/main" r:embed="rId2"/>
              </a:ext>
            </a:extLst>
          </a:blip>
          <a:srcRect r="4262"/>
          <a:stretch>
            <a:fillRect/>
          </a:stretch>
        </p:blipFill>
        <p:spPr>
          <a:xfrm>
            <a:off x="5469792" y="-1"/>
            <a:ext cx="6722207" cy="6870571"/>
          </a:xfrm>
          <a:prstGeom prst="rect">
            <a:avLst/>
          </a:prstGeom>
        </p:spPr>
      </p:pic>
      <p:sp>
        <p:nvSpPr>
          <p:cNvPr id="4" name="Espace réservé du numéro de diapositive 3">
            <a:extLst>
              <a:ext uri="{FF2B5EF4-FFF2-40B4-BE49-F238E27FC236}">
                <a16:creationId xmlns:a16="http://schemas.microsoft.com/office/drawing/2014/main" id="{559226CF-57C8-7030-FAB0-B2E5C8FF5218}"/>
              </a:ext>
            </a:extLst>
          </p:cNvPr>
          <p:cNvSpPr>
            <a:spLocks noGrp="1"/>
          </p:cNvSpPr>
          <p:nvPr>
            <p:ph type="sldNum" sz="quarter" idx="11"/>
          </p:nvPr>
        </p:nvSpPr>
        <p:spPr/>
        <p:txBody>
          <a:bodyPr/>
          <a:lstStyle>
            <a:lvl1pPr>
              <a:defRPr b="1" i="0">
                <a:latin typeface="Arial" panose="020B0604020202020204" pitchFamily="34" charset="0"/>
              </a:defRPr>
            </a:lvl1pPr>
          </a:lstStyle>
          <a:p>
            <a:fld id="{29BED1D5-2372-4BA3-AEA9-1F7A0F9A5921}" type="slidenum">
              <a:rPr lang="fr-FR" smtClean="0"/>
              <a:pPr/>
              <a:t>‹#›</a:t>
            </a:fld>
            <a:endParaRPr lang="fr-FR" dirty="0"/>
          </a:p>
        </p:txBody>
      </p:sp>
      <p:sp>
        <p:nvSpPr>
          <p:cNvPr id="27" name="Espace réservé pour une image  26">
            <a:extLst>
              <a:ext uri="{FF2B5EF4-FFF2-40B4-BE49-F238E27FC236}">
                <a16:creationId xmlns:a16="http://schemas.microsoft.com/office/drawing/2014/main" id="{449FFEE2-837F-FD67-D7DB-C60FA279C03C}"/>
              </a:ext>
            </a:extLst>
          </p:cNvPr>
          <p:cNvSpPr>
            <a:spLocks noGrp="1"/>
          </p:cNvSpPr>
          <p:nvPr>
            <p:ph type="pic" sz="quarter" idx="14"/>
          </p:nvPr>
        </p:nvSpPr>
        <p:spPr>
          <a:xfrm>
            <a:off x="7626350" y="561975"/>
            <a:ext cx="4157663" cy="6296025"/>
          </a:xfrm>
          <a:prstGeom prst="rect">
            <a:avLst/>
          </a:prstGeom>
          <a:solidFill>
            <a:schemeClr val="bg1">
              <a:lumMod val="95000"/>
            </a:schemeClr>
          </a:solidFill>
        </p:spPr>
        <p:txBody>
          <a:bodyPr/>
          <a:lstStyle>
            <a:lvl1pPr>
              <a:defRPr b="1" i="0">
                <a:latin typeface="Arial" panose="020B0604020202020204" pitchFamily="34" charset="0"/>
              </a:defRPr>
            </a:lvl1pPr>
          </a:lstStyle>
          <a:p>
            <a:endParaRPr lang="fr-FR" dirty="0"/>
          </a:p>
        </p:txBody>
      </p:sp>
      <p:pic>
        <p:nvPicPr>
          <p:cNvPr id="6" name="Graphique 5">
            <a:extLst>
              <a:ext uri="{FF2B5EF4-FFF2-40B4-BE49-F238E27FC236}">
                <a16:creationId xmlns:a16="http://schemas.microsoft.com/office/drawing/2014/main" id="{CAF85ABC-ADDD-D88F-852D-2BB3D352A69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46038" y="94263"/>
            <a:ext cx="1906603" cy="623543"/>
          </a:xfrm>
          <a:prstGeom prst="rect">
            <a:avLst/>
          </a:prstGeom>
        </p:spPr>
      </p:pic>
      <p:sp>
        <p:nvSpPr>
          <p:cNvPr id="7" name="Espace réservé du texte 15">
            <a:extLst>
              <a:ext uri="{FF2B5EF4-FFF2-40B4-BE49-F238E27FC236}">
                <a16:creationId xmlns:a16="http://schemas.microsoft.com/office/drawing/2014/main" id="{B79193A2-BBD2-1762-EB74-D93691A4A168}"/>
              </a:ext>
            </a:extLst>
          </p:cNvPr>
          <p:cNvSpPr>
            <a:spLocks noGrp="1"/>
          </p:cNvSpPr>
          <p:nvPr>
            <p:ph type="body" sz="quarter" idx="12" hasCustomPrompt="1"/>
          </p:nvPr>
        </p:nvSpPr>
        <p:spPr>
          <a:xfrm>
            <a:off x="739778" y="4329733"/>
            <a:ext cx="5241922" cy="958749"/>
          </a:xfrm>
          <a:prstGeom prst="rect">
            <a:avLst/>
          </a:prstGeom>
        </p:spPr>
        <p:txBody>
          <a:bodyPr>
            <a:noAutofit/>
          </a:bodyPr>
          <a:lstStyle>
            <a:lvl1pPr>
              <a:defRPr sz="1800" b="1" i="0">
                <a:solidFill>
                  <a:schemeClr val="accent6"/>
                </a:solidFill>
                <a:latin typeface="Arial" panose="020B0604020202020204" pitchFamily="34" charset="0"/>
              </a:defRPr>
            </a:lvl1pPr>
          </a:lstStyle>
          <a:p>
            <a:pPr lvl="0"/>
            <a:r>
              <a:rPr lang="fr-FR" dirty="0"/>
              <a:t>Écrivez ici le sous-titre de votre chapitre</a:t>
            </a:r>
          </a:p>
        </p:txBody>
      </p:sp>
      <p:cxnSp>
        <p:nvCxnSpPr>
          <p:cNvPr id="8" name="Connecteur droit 7">
            <a:extLst>
              <a:ext uri="{FF2B5EF4-FFF2-40B4-BE49-F238E27FC236}">
                <a16:creationId xmlns:a16="http://schemas.microsoft.com/office/drawing/2014/main" id="{B824406A-5A85-9EBE-7579-9AC61379BC14}"/>
              </a:ext>
            </a:extLst>
          </p:cNvPr>
          <p:cNvCxnSpPr>
            <a:cxnSpLocks/>
          </p:cNvCxnSpPr>
          <p:nvPr userDrawn="1"/>
        </p:nvCxnSpPr>
        <p:spPr>
          <a:xfrm>
            <a:off x="3464560" y="0"/>
            <a:ext cx="0" cy="6858000"/>
          </a:xfrm>
          <a:prstGeom prst="line">
            <a:avLst/>
          </a:prstGeom>
          <a:ln>
            <a:gradFill flip="none" rotWithShape="1">
              <a:gsLst>
                <a:gs pos="50000">
                  <a:srgbClr val="00966F">
                    <a:alpha val="60000"/>
                  </a:srgbClr>
                </a:gs>
                <a:gs pos="0">
                  <a:srgbClr val="00966F">
                    <a:alpha val="0"/>
                  </a:srgbClr>
                </a:gs>
                <a:gs pos="100000">
                  <a:srgbClr val="00966F">
                    <a:alpha val="0"/>
                  </a:srgbClr>
                </a:gs>
              </a:gsLst>
              <a:lin ang="5400000" scaled="1"/>
              <a:tileRect/>
            </a:gradFill>
          </a:ln>
        </p:spPr>
        <p:style>
          <a:lnRef idx="1">
            <a:schemeClr val="accent1"/>
          </a:lnRef>
          <a:fillRef idx="0">
            <a:schemeClr val="accent1"/>
          </a:fillRef>
          <a:effectRef idx="0">
            <a:schemeClr val="accent1"/>
          </a:effectRef>
          <a:fontRef idx="minor">
            <a:schemeClr val="tx1"/>
          </a:fontRef>
        </p:style>
      </p:cxnSp>
      <p:sp>
        <p:nvSpPr>
          <p:cNvPr id="13" name="Espace réservé du texte 15">
            <a:extLst>
              <a:ext uri="{FF2B5EF4-FFF2-40B4-BE49-F238E27FC236}">
                <a16:creationId xmlns:a16="http://schemas.microsoft.com/office/drawing/2014/main" id="{8AF56B3A-7A1C-7036-3C97-B59EDBE89B22}"/>
              </a:ext>
            </a:extLst>
          </p:cNvPr>
          <p:cNvSpPr>
            <a:spLocks noGrp="1"/>
          </p:cNvSpPr>
          <p:nvPr>
            <p:ph type="body" sz="quarter" idx="13" hasCustomPrompt="1"/>
          </p:nvPr>
        </p:nvSpPr>
        <p:spPr>
          <a:xfrm>
            <a:off x="854075" y="1711485"/>
            <a:ext cx="515977" cy="309327"/>
          </a:xfrm>
          <a:prstGeom prst="rect">
            <a:avLst/>
          </a:prstGeom>
        </p:spPr>
        <p:txBody>
          <a:bodyPr>
            <a:normAutofit/>
          </a:bodyPr>
          <a:lstStyle>
            <a:lvl1pPr>
              <a:defRPr sz="1800" b="1" i="0">
                <a:solidFill>
                  <a:schemeClr val="accent6"/>
                </a:solidFill>
                <a:latin typeface="Arial" panose="020B0604020202020204" pitchFamily="34" charset="0"/>
              </a:defRPr>
            </a:lvl1pPr>
          </a:lstStyle>
          <a:p>
            <a:pPr lvl="0"/>
            <a:r>
              <a:rPr lang="fr-FR" dirty="0"/>
              <a:t>XX</a:t>
            </a:r>
          </a:p>
        </p:txBody>
      </p:sp>
      <p:cxnSp>
        <p:nvCxnSpPr>
          <p:cNvPr id="18" name="Connecteur droit 17">
            <a:extLst>
              <a:ext uri="{FF2B5EF4-FFF2-40B4-BE49-F238E27FC236}">
                <a16:creationId xmlns:a16="http://schemas.microsoft.com/office/drawing/2014/main" id="{A1A11F4E-5643-331D-12F0-AAF512CC8EA3}"/>
              </a:ext>
            </a:extLst>
          </p:cNvPr>
          <p:cNvCxnSpPr>
            <a:cxnSpLocks/>
          </p:cNvCxnSpPr>
          <p:nvPr userDrawn="1"/>
        </p:nvCxnSpPr>
        <p:spPr>
          <a:xfrm flipH="1">
            <a:off x="0" y="2286000"/>
            <a:ext cx="6286500" cy="0"/>
          </a:xfrm>
          <a:prstGeom prst="line">
            <a:avLst/>
          </a:prstGeom>
          <a:ln>
            <a:gradFill flip="none" rotWithShape="1">
              <a:gsLst>
                <a:gs pos="50000">
                  <a:srgbClr val="006A4E">
                    <a:alpha val="60000"/>
                  </a:srgbClr>
                </a:gs>
                <a:gs pos="0">
                  <a:schemeClr val="accent1">
                    <a:alpha val="0"/>
                  </a:schemeClr>
                </a:gs>
                <a:gs pos="100000">
                  <a:schemeClr val="accent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20" name="Connecteur droit 19">
            <a:extLst>
              <a:ext uri="{FF2B5EF4-FFF2-40B4-BE49-F238E27FC236}">
                <a16:creationId xmlns:a16="http://schemas.microsoft.com/office/drawing/2014/main" id="{7CFCDB4B-1A10-0EA7-54FD-A84BD7D5F8F7}"/>
              </a:ext>
            </a:extLst>
          </p:cNvPr>
          <p:cNvCxnSpPr>
            <a:cxnSpLocks/>
          </p:cNvCxnSpPr>
          <p:nvPr userDrawn="1"/>
        </p:nvCxnSpPr>
        <p:spPr>
          <a:xfrm flipH="1">
            <a:off x="0" y="3581400"/>
            <a:ext cx="6096000" cy="0"/>
          </a:xfrm>
          <a:prstGeom prst="line">
            <a:avLst/>
          </a:prstGeom>
          <a:ln>
            <a:gradFill flip="none" rotWithShape="1">
              <a:gsLst>
                <a:gs pos="50000">
                  <a:srgbClr val="006A4E">
                    <a:alpha val="60000"/>
                  </a:srgbClr>
                </a:gs>
                <a:gs pos="0">
                  <a:schemeClr val="accent1">
                    <a:alpha val="0"/>
                  </a:schemeClr>
                </a:gs>
                <a:gs pos="100000">
                  <a:schemeClr val="accent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21" name="Connecteur droit 20">
            <a:extLst>
              <a:ext uri="{FF2B5EF4-FFF2-40B4-BE49-F238E27FC236}">
                <a16:creationId xmlns:a16="http://schemas.microsoft.com/office/drawing/2014/main" id="{758E8170-3840-BD9C-17BB-6B8340FEE66E}"/>
              </a:ext>
            </a:extLst>
          </p:cNvPr>
          <p:cNvCxnSpPr>
            <a:cxnSpLocks/>
          </p:cNvCxnSpPr>
          <p:nvPr userDrawn="1"/>
        </p:nvCxnSpPr>
        <p:spPr>
          <a:xfrm>
            <a:off x="0" y="5702300"/>
            <a:ext cx="5981700" cy="0"/>
          </a:xfrm>
          <a:prstGeom prst="line">
            <a:avLst/>
          </a:prstGeom>
          <a:ln>
            <a:gradFill flip="none" rotWithShape="1">
              <a:gsLst>
                <a:gs pos="50000">
                  <a:srgbClr val="006A4E">
                    <a:alpha val="60000"/>
                  </a:srgbClr>
                </a:gs>
                <a:gs pos="0">
                  <a:schemeClr val="accent1">
                    <a:alpha val="0"/>
                  </a:schemeClr>
                </a:gs>
                <a:gs pos="100000">
                  <a:schemeClr val="accent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1202EDEC-EAA7-6C6C-A4CF-7F98E7E29A32}"/>
              </a:ext>
            </a:extLst>
          </p:cNvPr>
          <p:cNvSpPr/>
          <p:nvPr userDrawn="1"/>
        </p:nvSpPr>
        <p:spPr>
          <a:xfrm>
            <a:off x="304800" y="6273800"/>
            <a:ext cx="502772" cy="58420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i="0" dirty="0">
              <a:latin typeface="Arial" panose="020B0604020202020204" pitchFamily="34" charset="0"/>
            </a:endParaRPr>
          </a:p>
        </p:txBody>
      </p:sp>
    </p:spTree>
    <p:extLst>
      <p:ext uri="{BB962C8B-B14F-4D97-AF65-F5344CB8AC3E}">
        <p14:creationId xmlns:p14="http://schemas.microsoft.com/office/powerpoint/2010/main" val="23376965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Chapitre-Default">
    <p:spTree>
      <p:nvGrpSpPr>
        <p:cNvPr id="1" name=""/>
        <p:cNvGrpSpPr/>
        <p:nvPr/>
      </p:nvGrpSpPr>
      <p:grpSpPr>
        <a:xfrm>
          <a:off x="0" y="0"/>
          <a:ext cx="0" cy="0"/>
          <a:chOff x="0" y="0"/>
          <a:chExt cx="0" cy="0"/>
        </a:xfrm>
      </p:grpSpPr>
      <p:pic>
        <p:nvPicPr>
          <p:cNvPr id="7" name="Graphique 6">
            <a:extLst>
              <a:ext uri="{FF2B5EF4-FFF2-40B4-BE49-F238E27FC236}">
                <a16:creationId xmlns:a16="http://schemas.microsoft.com/office/drawing/2014/main" id="{A05116FC-08E6-1678-5892-02C4E79B3BC1}"/>
              </a:ext>
            </a:extLst>
          </p:cNvPr>
          <p:cNvPicPr>
            <a:picLocks noChangeAspect="1"/>
          </p:cNvPicPr>
          <p:nvPr userDrawn="1"/>
        </p:nvPicPr>
        <p:blipFill>
          <a:blip>
            <a:extLst>
              <a:ext uri="{96DAC541-7B7A-43D3-8B79-37D633B846F1}">
                <asvg:svgBlip xmlns:asvg="http://schemas.microsoft.com/office/drawing/2016/SVG/main" r:embed="rId2"/>
              </a:ext>
            </a:extLst>
          </a:blip>
          <a:srcRect l="10662" t="40" b="32890"/>
          <a:stretch>
            <a:fillRect/>
          </a:stretch>
        </p:blipFill>
        <p:spPr>
          <a:xfrm rot="10800000" flipH="1" flipV="1">
            <a:off x="6950078" y="0"/>
            <a:ext cx="5241922" cy="6858000"/>
          </a:xfrm>
          <a:prstGeom prst="rect">
            <a:avLst/>
          </a:prstGeom>
        </p:spPr>
      </p:pic>
      <p:sp>
        <p:nvSpPr>
          <p:cNvPr id="3" name="Espace réservé du pied de page 2">
            <a:extLst>
              <a:ext uri="{FF2B5EF4-FFF2-40B4-BE49-F238E27FC236}">
                <a16:creationId xmlns:a16="http://schemas.microsoft.com/office/drawing/2014/main" id="{4D4F541E-CAE6-EEA3-EBBB-69D5E3961640}"/>
              </a:ext>
            </a:extLst>
          </p:cNvPr>
          <p:cNvSpPr>
            <a:spLocks noGrp="1"/>
          </p:cNvSpPr>
          <p:nvPr>
            <p:ph type="ftr" sz="quarter" idx="10"/>
          </p:nvPr>
        </p:nvSpPr>
        <p:spPr/>
        <p:txBody>
          <a:bodyPr/>
          <a:lstStyle>
            <a:lvl1pPr>
              <a:defRPr b="1" i="0">
                <a:latin typeface="Arial" panose="020B0604020202020204" pitchFamily="34" charset="0"/>
              </a:defRPr>
            </a:lvl1pPr>
          </a:lstStyle>
          <a:p>
            <a:r>
              <a:rPr lang="fr-FR" dirty="0" err="1"/>
              <a:t>Presentation</a:t>
            </a:r>
            <a:r>
              <a:rPr lang="fr-FR" dirty="0"/>
              <a:t> </a:t>
            </a:r>
            <a:r>
              <a:rPr lang="fr-FR" dirty="0" err="1"/>
              <a:t>title</a:t>
            </a:r>
            <a:endParaRPr lang="fr-FR" dirty="0"/>
          </a:p>
        </p:txBody>
      </p:sp>
      <p:sp>
        <p:nvSpPr>
          <p:cNvPr id="4" name="Espace réservé du numéro de diapositive 3">
            <a:extLst>
              <a:ext uri="{FF2B5EF4-FFF2-40B4-BE49-F238E27FC236}">
                <a16:creationId xmlns:a16="http://schemas.microsoft.com/office/drawing/2014/main" id="{559226CF-57C8-7030-FAB0-B2E5C8FF5218}"/>
              </a:ext>
            </a:extLst>
          </p:cNvPr>
          <p:cNvSpPr>
            <a:spLocks noGrp="1"/>
          </p:cNvSpPr>
          <p:nvPr>
            <p:ph type="sldNum" sz="quarter" idx="11"/>
          </p:nvPr>
        </p:nvSpPr>
        <p:spPr/>
        <p:txBody>
          <a:bodyPr/>
          <a:lstStyle>
            <a:lvl1pPr>
              <a:defRPr b="1" i="0">
                <a:latin typeface="Arial" panose="020B0604020202020204" pitchFamily="34" charset="0"/>
              </a:defRPr>
            </a:lvl1pPr>
          </a:lstStyle>
          <a:p>
            <a:fld id="{29BED1D5-2372-4BA3-AEA9-1F7A0F9A5921}" type="slidenum">
              <a:rPr lang="fr-FR" smtClean="0"/>
              <a:pPr/>
              <a:t>‹#›</a:t>
            </a:fld>
            <a:endParaRPr lang="fr-FR"/>
          </a:p>
        </p:txBody>
      </p:sp>
      <p:cxnSp>
        <p:nvCxnSpPr>
          <p:cNvPr id="9" name="Connecteur droit 8">
            <a:extLst>
              <a:ext uri="{FF2B5EF4-FFF2-40B4-BE49-F238E27FC236}">
                <a16:creationId xmlns:a16="http://schemas.microsoft.com/office/drawing/2014/main" id="{6C636A68-2296-A483-6193-164AFE6B4187}"/>
              </a:ext>
            </a:extLst>
          </p:cNvPr>
          <p:cNvCxnSpPr>
            <a:cxnSpLocks/>
          </p:cNvCxnSpPr>
          <p:nvPr userDrawn="1"/>
        </p:nvCxnSpPr>
        <p:spPr>
          <a:xfrm>
            <a:off x="3032760" y="0"/>
            <a:ext cx="0" cy="6858000"/>
          </a:xfrm>
          <a:prstGeom prst="line">
            <a:avLst/>
          </a:prstGeom>
          <a:ln>
            <a:gradFill flip="none" rotWithShape="1">
              <a:gsLst>
                <a:gs pos="50000">
                  <a:srgbClr val="00966F">
                    <a:alpha val="60000"/>
                  </a:srgbClr>
                </a:gs>
                <a:gs pos="0">
                  <a:srgbClr val="00966F">
                    <a:alpha val="0"/>
                  </a:srgbClr>
                </a:gs>
                <a:gs pos="100000">
                  <a:srgbClr val="00966F">
                    <a:alpha val="0"/>
                  </a:srgbClr>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0" name="Connecteur droit 9">
            <a:extLst>
              <a:ext uri="{FF2B5EF4-FFF2-40B4-BE49-F238E27FC236}">
                <a16:creationId xmlns:a16="http://schemas.microsoft.com/office/drawing/2014/main" id="{F090C732-2177-DEC5-EE50-FD6C555A9F83}"/>
              </a:ext>
            </a:extLst>
          </p:cNvPr>
          <p:cNvCxnSpPr>
            <a:cxnSpLocks/>
          </p:cNvCxnSpPr>
          <p:nvPr userDrawn="1"/>
        </p:nvCxnSpPr>
        <p:spPr>
          <a:xfrm flipH="1">
            <a:off x="0" y="2286000"/>
            <a:ext cx="6817283" cy="0"/>
          </a:xfrm>
          <a:prstGeom prst="line">
            <a:avLst/>
          </a:prstGeom>
          <a:ln>
            <a:gradFill flip="none" rotWithShape="1">
              <a:gsLst>
                <a:gs pos="50000">
                  <a:srgbClr val="00966F">
                    <a:alpha val="60000"/>
                  </a:srgbClr>
                </a:gs>
                <a:gs pos="0">
                  <a:srgbClr val="00966F">
                    <a:alpha val="0"/>
                  </a:srgbClr>
                </a:gs>
                <a:gs pos="100000">
                  <a:srgbClr val="00966F">
                    <a:alpha val="0"/>
                  </a:srgb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1" name="Connecteur droit 10">
            <a:extLst>
              <a:ext uri="{FF2B5EF4-FFF2-40B4-BE49-F238E27FC236}">
                <a16:creationId xmlns:a16="http://schemas.microsoft.com/office/drawing/2014/main" id="{0DBA10D4-61C1-C3AA-D918-D32FB2E4E861}"/>
              </a:ext>
            </a:extLst>
          </p:cNvPr>
          <p:cNvCxnSpPr>
            <a:cxnSpLocks/>
          </p:cNvCxnSpPr>
          <p:nvPr userDrawn="1"/>
        </p:nvCxnSpPr>
        <p:spPr>
          <a:xfrm>
            <a:off x="0" y="4576604"/>
            <a:ext cx="6483956" cy="0"/>
          </a:xfrm>
          <a:prstGeom prst="line">
            <a:avLst/>
          </a:prstGeom>
          <a:ln>
            <a:gradFill flip="none" rotWithShape="1">
              <a:gsLst>
                <a:gs pos="50000">
                  <a:srgbClr val="00966F">
                    <a:alpha val="60000"/>
                  </a:srgbClr>
                </a:gs>
                <a:gs pos="0">
                  <a:srgbClr val="00966F">
                    <a:alpha val="0"/>
                  </a:srgbClr>
                </a:gs>
                <a:gs pos="100000">
                  <a:srgbClr val="00966F">
                    <a:alpha val="0"/>
                  </a:srgb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2" name="Straight Connector 6">
            <a:extLst>
              <a:ext uri="{FF2B5EF4-FFF2-40B4-BE49-F238E27FC236}">
                <a16:creationId xmlns:a16="http://schemas.microsoft.com/office/drawing/2014/main" id="{A27C4C27-0513-9558-6D38-E264400E8A2B}"/>
              </a:ext>
            </a:extLst>
          </p:cNvPr>
          <p:cNvCxnSpPr>
            <a:cxnSpLocks/>
          </p:cNvCxnSpPr>
          <p:nvPr userDrawn="1"/>
        </p:nvCxnSpPr>
        <p:spPr>
          <a:xfrm>
            <a:off x="869800" y="4071874"/>
            <a:ext cx="42862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4" name="Graphique 13">
            <a:extLst>
              <a:ext uri="{FF2B5EF4-FFF2-40B4-BE49-F238E27FC236}">
                <a16:creationId xmlns:a16="http://schemas.microsoft.com/office/drawing/2014/main" id="{8DC3EE0C-C499-F52F-DB3C-D22F44DC7B6C}"/>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46038" y="94263"/>
            <a:ext cx="1906603" cy="623543"/>
          </a:xfrm>
          <a:prstGeom prst="rect">
            <a:avLst/>
          </a:prstGeom>
        </p:spPr>
      </p:pic>
      <p:sp>
        <p:nvSpPr>
          <p:cNvPr id="16" name="Espace réservé du texte 15">
            <a:extLst>
              <a:ext uri="{FF2B5EF4-FFF2-40B4-BE49-F238E27FC236}">
                <a16:creationId xmlns:a16="http://schemas.microsoft.com/office/drawing/2014/main" id="{52636251-EDCE-65A0-369A-2F10D1A2F22C}"/>
              </a:ext>
            </a:extLst>
          </p:cNvPr>
          <p:cNvSpPr>
            <a:spLocks noGrp="1"/>
          </p:cNvSpPr>
          <p:nvPr>
            <p:ph type="body" sz="quarter" idx="12" hasCustomPrompt="1"/>
          </p:nvPr>
        </p:nvSpPr>
        <p:spPr>
          <a:xfrm>
            <a:off x="854075" y="4329733"/>
            <a:ext cx="4594225" cy="1482464"/>
          </a:xfrm>
          <a:prstGeom prst="rect">
            <a:avLst/>
          </a:prstGeom>
        </p:spPr>
        <p:txBody>
          <a:bodyPr>
            <a:noAutofit/>
          </a:bodyPr>
          <a:lstStyle>
            <a:lvl1pPr>
              <a:defRPr sz="1800" b="1" i="0">
                <a:solidFill>
                  <a:schemeClr val="tx2"/>
                </a:solidFill>
                <a:latin typeface="Arial" panose="020B0604020202020204" pitchFamily="34" charset="0"/>
              </a:defRPr>
            </a:lvl1pPr>
          </a:lstStyle>
          <a:p>
            <a:pPr lvl="0"/>
            <a:r>
              <a:rPr lang="en-US"/>
              <a:t>Write the subtitle of your chapter here</a:t>
            </a:r>
            <a:endParaRPr lang="fr-FR"/>
          </a:p>
        </p:txBody>
      </p:sp>
      <p:sp>
        <p:nvSpPr>
          <p:cNvPr id="17" name="Espace réservé du texte 15">
            <a:extLst>
              <a:ext uri="{FF2B5EF4-FFF2-40B4-BE49-F238E27FC236}">
                <a16:creationId xmlns:a16="http://schemas.microsoft.com/office/drawing/2014/main" id="{A86A394F-2307-D400-F360-1B188E5F01DC}"/>
              </a:ext>
            </a:extLst>
          </p:cNvPr>
          <p:cNvSpPr>
            <a:spLocks noGrp="1"/>
          </p:cNvSpPr>
          <p:nvPr>
            <p:ph type="body" sz="quarter" idx="13" hasCustomPrompt="1"/>
          </p:nvPr>
        </p:nvSpPr>
        <p:spPr>
          <a:xfrm>
            <a:off x="854075" y="1560422"/>
            <a:ext cx="515977" cy="309327"/>
          </a:xfrm>
          <a:prstGeom prst="rect">
            <a:avLst/>
          </a:prstGeom>
        </p:spPr>
        <p:txBody>
          <a:bodyPr>
            <a:normAutofit/>
          </a:bodyPr>
          <a:lstStyle>
            <a:lvl1pPr>
              <a:defRPr sz="1800" b="1" i="0">
                <a:solidFill>
                  <a:schemeClr val="accent6"/>
                </a:solidFill>
                <a:latin typeface="Arial" panose="020B0604020202020204" pitchFamily="34" charset="0"/>
              </a:defRPr>
            </a:lvl1pPr>
          </a:lstStyle>
          <a:p>
            <a:pPr lvl="0"/>
            <a:r>
              <a:rPr lang="fr-FR"/>
              <a:t>XX</a:t>
            </a:r>
          </a:p>
        </p:txBody>
      </p:sp>
      <p:sp>
        <p:nvSpPr>
          <p:cNvPr id="27" name="Espace réservé pour une image  26">
            <a:extLst>
              <a:ext uri="{FF2B5EF4-FFF2-40B4-BE49-F238E27FC236}">
                <a16:creationId xmlns:a16="http://schemas.microsoft.com/office/drawing/2014/main" id="{449FFEE2-837F-FD67-D7DB-C60FA279C03C}"/>
              </a:ext>
            </a:extLst>
          </p:cNvPr>
          <p:cNvSpPr>
            <a:spLocks noGrp="1"/>
          </p:cNvSpPr>
          <p:nvPr>
            <p:ph type="pic" sz="quarter" idx="14"/>
          </p:nvPr>
        </p:nvSpPr>
        <p:spPr>
          <a:xfrm>
            <a:off x="7626350" y="561975"/>
            <a:ext cx="4157663" cy="6296025"/>
          </a:xfrm>
          <a:prstGeom prst="rect">
            <a:avLst/>
          </a:prstGeom>
          <a:solidFill>
            <a:schemeClr val="bg1">
              <a:lumMod val="95000"/>
            </a:schemeClr>
          </a:solidFill>
        </p:spPr>
        <p:txBody>
          <a:bodyPr/>
          <a:lstStyle>
            <a:lvl1pPr>
              <a:defRPr b="1" i="0">
                <a:latin typeface="Arial" panose="020B0604020202020204" pitchFamily="34" charset="0"/>
              </a:defRPr>
            </a:lvl1pPr>
          </a:lstStyle>
          <a:p>
            <a:endParaRPr lang="fr-FR"/>
          </a:p>
        </p:txBody>
      </p:sp>
      <p:sp>
        <p:nvSpPr>
          <p:cNvPr id="2" name="Titre 1">
            <a:extLst>
              <a:ext uri="{FF2B5EF4-FFF2-40B4-BE49-F238E27FC236}">
                <a16:creationId xmlns:a16="http://schemas.microsoft.com/office/drawing/2014/main" id="{BFAEBE08-2C3A-D641-57FD-F058F6D0ABAA}"/>
              </a:ext>
            </a:extLst>
          </p:cNvPr>
          <p:cNvSpPr>
            <a:spLocks noGrp="1"/>
          </p:cNvSpPr>
          <p:nvPr>
            <p:ph type="title" hasCustomPrompt="1"/>
          </p:nvPr>
        </p:nvSpPr>
        <p:spPr>
          <a:xfrm>
            <a:off x="854635" y="2076913"/>
            <a:ext cx="5241365" cy="1661993"/>
          </a:xfrm>
        </p:spPr>
        <p:txBody>
          <a:bodyPr/>
          <a:lstStyle>
            <a:lvl1pPr>
              <a:lnSpc>
                <a:spcPct val="90000"/>
              </a:lnSpc>
              <a:defRPr lang="fr-FR" sz="6000" b="1" i="0" kern="1200" cap="all" spc="200" baseline="0" smtClean="0">
                <a:solidFill>
                  <a:schemeClr val="accent1"/>
                </a:solidFill>
                <a:latin typeface="Arial" panose="020B0604020202020204" pitchFamily="34" charset="0"/>
                <a:ea typeface="+mn-ea"/>
                <a:cs typeface="+mn-cs"/>
              </a:defRPr>
            </a:lvl1pPr>
          </a:lstStyle>
          <a:p>
            <a:r>
              <a:rPr lang="fr-FR" dirty="0" err="1"/>
              <a:t>Chapter</a:t>
            </a:r>
            <a:r>
              <a:rPr lang="fr-FR" dirty="0"/>
              <a:t> Title</a:t>
            </a:r>
          </a:p>
        </p:txBody>
      </p:sp>
      <p:cxnSp>
        <p:nvCxnSpPr>
          <p:cNvPr id="5" name="Connecteur droit 4">
            <a:extLst>
              <a:ext uri="{FF2B5EF4-FFF2-40B4-BE49-F238E27FC236}">
                <a16:creationId xmlns:a16="http://schemas.microsoft.com/office/drawing/2014/main" id="{90D15AA6-0C6C-47BF-6CDD-D40B4D51D64A}"/>
              </a:ext>
            </a:extLst>
          </p:cNvPr>
          <p:cNvCxnSpPr>
            <a:cxnSpLocks/>
          </p:cNvCxnSpPr>
          <p:nvPr userDrawn="1"/>
        </p:nvCxnSpPr>
        <p:spPr>
          <a:xfrm>
            <a:off x="6483956" y="0"/>
            <a:ext cx="0" cy="6858000"/>
          </a:xfrm>
          <a:prstGeom prst="line">
            <a:avLst/>
          </a:prstGeom>
          <a:ln>
            <a:gradFill flip="none" rotWithShape="1">
              <a:gsLst>
                <a:gs pos="50000">
                  <a:srgbClr val="00966F">
                    <a:alpha val="60000"/>
                  </a:srgbClr>
                </a:gs>
                <a:gs pos="0">
                  <a:srgbClr val="00966F">
                    <a:alpha val="0"/>
                  </a:srgbClr>
                </a:gs>
                <a:gs pos="100000">
                  <a:srgbClr val="00966F">
                    <a:alpha val="0"/>
                  </a:srgbClr>
                </a:gs>
              </a:gsLst>
              <a:lin ang="5400000" scaled="1"/>
              <a:tileRect/>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707867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_Chapitre-Default-No-image">
    <p:spTree>
      <p:nvGrpSpPr>
        <p:cNvPr id="1" name=""/>
        <p:cNvGrpSpPr/>
        <p:nvPr/>
      </p:nvGrpSpPr>
      <p:grpSpPr>
        <a:xfrm>
          <a:off x="0" y="0"/>
          <a:ext cx="0" cy="0"/>
          <a:chOff x="0" y="0"/>
          <a:chExt cx="0" cy="0"/>
        </a:xfrm>
      </p:grpSpPr>
      <p:pic>
        <p:nvPicPr>
          <p:cNvPr id="7" name="Graphique 6">
            <a:extLst>
              <a:ext uri="{FF2B5EF4-FFF2-40B4-BE49-F238E27FC236}">
                <a16:creationId xmlns:a16="http://schemas.microsoft.com/office/drawing/2014/main" id="{17A2915F-26E0-6B7A-5337-2C5B417461B0}"/>
              </a:ext>
            </a:extLst>
          </p:cNvPr>
          <p:cNvPicPr>
            <a:picLocks noChangeAspect="1"/>
          </p:cNvPicPr>
          <p:nvPr userDrawn="1"/>
        </p:nvPicPr>
        <p:blipFill>
          <a:blip>
            <a:extLst>
              <a:ext uri="{96DAC541-7B7A-43D3-8B79-37D633B846F1}">
                <asvg:svgBlip xmlns:asvg="http://schemas.microsoft.com/office/drawing/2016/SVG/main" r:embed="rId2"/>
              </a:ext>
            </a:extLst>
          </a:blip>
          <a:srcRect l="10662" t="40" b="32890"/>
          <a:stretch>
            <a:fillRect/>
          </a:stretch>
        </p:blipFill>
        <p:spPr>
          <a:xfrm rot="10800000" flipH="1" flipV="1">
            <a:off x="6950078" y="0"/>
            <a:ext cx="5241922" cy="6858000"/>
          </a:xfrm>
          <a:prstGeom prst="rect">
            <a:avLst/>
          </a:prstGeom>
        </p:spPr>
      </p:pic>
      <p:sp>
        <p:nvSpPr>
          <p:cNvPr id="3" name="Espace réservé du pied de page 2">
            <a:extLst>
              <a:ext uri="{FF2B5EF4-FFF2-40B4-BE49-F238E27FC236}">
                <a16:creationId xmlns:a16="http://schemas.microsoft.com/office/drawing/2014/main" id="{4D4F541E-CAE6-EEA3-EBBB-69D5E3961640}"/>
              </a:ext>
            </a:extLst>
          </p:cNvPr>
          <p:cNvSpPr>
            <a:spLocks noGrp="1"/>
          </p:cNvSpPr>
          <p:nvPr>
            <p:ph type="ftr" sz="quarter" idx="10"/>
          </p:nvPr>
        </p:nvSpPr>
        <p:spPr/>
        <p:txBody>
          <a:bodyPr/>
          <a:lstStyle>
            <a:lvl1pPr>
              <a:defRPr b="1" i="0">
                <a:latin typeface="Arial" panose="020B0604020202020204" pitchFamily="34" charset="0"/>
              </a:defRPr>
            </a:lvl1pPr>
          </a:lstStyle>
          <a:p>
            <a:r>
              <a:rPr lang="fr-FR" dirty="0" err="1"/>
              <a:t>Presentation</a:t>
            </a:r>
            <a:r>
              <a:rPr lang="fr-FR" dirty="0"/>
              <a:t> </a:t>
            </a:r>
            <a:r>
              <a:rPr lang="fr-FR" dirty="0" err="1"/>
              <a:t>title</a:t>
            </a:r>
            <a:endParaRPr lang="fr-FR" dirty="0"/>
          </a:p>
        </p:txBody>
      </p:sp>
      <p:sp>
        <p:nvSpPr>
          <p:cNvPr id="4" name="Espace réservé du numéro de diapositive 3">
            <a:extLst>
              <a:ext uri="{FF2B5EF4-FFF2-40B4-BE49-F238E27FC236}">
                <a16:creationId xmlns:a16="http://schemas.microsoft.com/office/drawing/2014/main" id="{559226CF-57C8-7030-FAB0-B2E5C8FF5218}"/>
              </a:ext>
            </a:extLst>
          </p:cNvPr>
          <p:cNvSpPr>
            <a:spLocks noGrp="1"/>
          </p:cNvSpPr>
          <p:nvPr>
            <p:ph type="sldNum" sz="quarter" idx="11"/>
          </p:nvPr>
        </p:nvSpPr>
        <p:spPr/>
        <p:txBody>
          <a:bodyPr/>
          <a:lstStyle>
            <a:lvl1pPr>
              <a:defRPr b="1" i="0">
                <a:latin typeface="Arial" panose="020B0604020202020204" pitchFamily="34" charset="0"/>
              </a:defRPr>
            </a:lvl1pPr>
          </a:lstStyle>
          <a:p>
            <a:fld id="{29BED1D5-2372-4BA3-AEA9-1F7A0F9A5921}" type="slidenum">
              <a:rPr lang="fr-FR" smtClean="0"/>
              <a:pPr/>
              <a:t>‹#›</a:t>
            </a:fld>
            <a:endParaRPr lang="fr-FR"/>
          </a:p>
        </p:txBody>
      </p:sp>
      <p:cxnSp>
        <p:nvCxnSpPr>
          <p:cNvPr id="9" name="Connecteur droit 8">
            <a:extLst>
              <a:ext uri="{FF2B5EF4-FFF2-40B4-BE49-F238E27FC236}">
                <a16:creationId xmlns:a16="http://schemas.microsoft.com/office/drawing/2014/main" id="{6C636A68-2296-A483-6193-164AFE6B4187}"/>
              </a:ext>
            </a:extLst>
          </p:cNvPr>
          <p:cNvCxnSpPr>
            <a:cxnSpLocks/>
          </p:cNvCxnSpPr>
          <p:nvPr userDrawn="1"/>
        </p:nvCxnSpPr>
        <p:spPr>
          <a:xfrm>
            <a:off x="3032760" y="0"/>
            <a:ext cx="0" cy="6858000"/>
          </a:xfrm>
          <a:prstGeom prst="line">
            <a:avLst/>
          </a:prstGeom>
          <a:ln>
            <a:gradFill flip="none" rotWithShape="1">
              <a:gsLst>
                <a:gs pos="50000">
                  <a:srgbClr val="00966F">
                    <a:alpha val="60000"/>
                  </a:srgbClr>
                </a:gs>
                <a:gs pos="0">
                  <a:srgbClr val="00966F">
                    <a:alpha val="0"/>
                  </a:srgbClr>
                </a:gs>
                <a:gs pos="100000">
                  <a:srgbClr val="00966F">
                    <a:alpha val="0"/>
                  </a:srgbClr>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0" name="Connecteur droit 9">
            <a:extLst>
              <a:ext uri="{FF2B5EF4-FFF2-40B4-BE49-F238E27FC236}">
                <a16:creationId xmlns:a16="http://schemas.microsoft.com/office/drawing/2014/main" id="{F090C732-2177-DEC5-EE50-FD6C555A9F83}"/>
              </a:ext>
            </a:extLst>
          </p:cNvPr>
          <p:cNvCxnSpPr>
            <a:cxnSpLocks/>
          </p:cNvCxnSpPr>
          <p:nvPr userDrawn="1"/>
        </p:nvCxnSpPr>
        <p:spPr>
          <a:xfrm flipH="1">
            <a:off x="0" y="2286000"/>
            <a:ext cx="6817283" cy="0"/>
          </a:xfrm>
          <a:prstGeom prst="line">
            <a:avLst/>
          </a:prstGeom>
          <a:ln>
            <a:gradFill flip="none" rotWithShape="1">
              <a:gsLst>
                <a:gs pos="50000">
                  <a:srgbClr val="00966F">
                    <a:alpha val="60000"/>
                  </a:srgbClr>
                </a:gs>
                <a:gs pos="0">
                  <a:srgbClr val="00966F">
                    <a:alpha val="0"/>
                  </a:srgbClr>
                </a:gs>
                <a:gs pos="100000">
                  <a:srgbClr val="00966F">
                    <a:alpha val="0"/>
                  </a:srgb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1" name="Connecteur droit 10">
            <a:extLst>
              <a:ext uri="{FF2B5EF4-FFF2-40B4-BE49-F238E27FC236}">
                <a16:creationId xmlns:a16="http://schemas.microsoft.com/office/drawing/2014/main" id="{0DBA10D4-61C1-C3AA-D918-D32FB2E4E861}"/>
              </a:ext>
            </a:extLst>
          </p:cNvPr>
          <p:cNvCxnSpPr>
            <a:cxnSpLocks/>
          </p:cNvCxnSpPr>
          <p:nvPr userDrawn="1"/>
        </p:nvCxnSpPr>
        <p:spPr>
          <a:xfrm>
            <a:off x="0" y="4576604"/>
            <a:ext cx="6483956" cy="0"/>
          </a:xfrm>
          <a:prstGeom prst="line">
            <a:avLst/>
          </a:prstGeom>
          <a:ln>
            <a:gradFill flip="none" rotWithShape="1">
              <a:gsLst>
                <a:gs pos="50000">
                  <a:srgbClr val="00966F">
                    <a:alpha val="60000"/>
                  </a:srgbClr>
                </a:gs>
                <a:gs pos="0">
                  <a:srgbClr val="00966F">
                    <a:alpha val="0"/>
                  </a:srgbClr>
                </a:gs>
                <a:gs pos="100000">
                  <a:srgbClr val="00966F">
                    <a:alpha val="0"/>
                  </a:srgb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2" name="Straight Connector 6">
            <a:extLst>
              <a:ext uri="{FF2B5EF4-FFF2-40B4-BE49-F238E27FC236}">
                <a16:creationId xmlns:a16="http://schemas.microsoft.com/office/drawing/2014/main" id="{A27C4C27-0513-9558-6D38-E264400E8A2B}"/>
              </a:ext>
            </a:extLst>
          </p:cNvPr>
          <p:cNvCxnSpPr>
            <a:cxnSpLocks/>
          </p:cNvCxnSpPr>
          <p:nvPr userDrawn="1"/>
        </p:nvCxnSpPr>
        <p:spPr>
          <a:xfrm>
            <a:off x="869800" y="4071874"/>
            <a:ext cx="42862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4" name="Graphique 13">
            <a:extLst>
              <a:ext uri="{FF2B5EF4-FFF2-40B4-BE49-F238E27FC236}">
                <a16:creationId xmlns:a16="http://schemas.microsoft.com/office/drawing/2014/main" id="{8DC3EE0C-C499-F52F-DB3C-D22F44DC7B6C}"/>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46038" y="94263"/>
            <a:ext cx="1906603" cy="623543"/>
          </a:xfrm>
          <a:prstGeom prst="rect">
            <a:avLst/>
          </a:prstGeom>
        </p:spPr>
      </p:pic>
      <p:sp>
        <p:nvSpPr>
          <p:cNvPr id="16" name="Espace réservé du texte 15">
            <a:extLst>
              <a:ext uri="{FF2B5EF4-FFF2-40B4-BE49-F238E27FC236}">
                <a16:creationId xmlns:a16="http://schemas.microsoft.com/office/drawing/2014/main" id="{52636251-EDCE-65A0-369A-2F10D1A2F22C}"/>
              </a:ext>
            </a:extLst>
          </p:cNvPr>
          <p:cNvSpPr>
            <a:spLocks noGrp="1"/>
          </p:cNvSpPr>
          <p:nvPr>
            <p:ph type="body" sz="quarter" idx="12" hasCustomPrompt="1"/>
          </p:nvPr>
        </p:nvSpPr>
        <p:spPr>
          <a:xfrm>
            <a:off x="854075" y="4329733"/>
            <a:ext cx="4594225" cy="1482464"/>
          </a:xfrm>
          <a:prstGeom prst="rect">
            <a:avLst/>
          </a:prstGeom>
        </p:spPr>
        <p:txBody>
          <a:bodyPr>
            <a:noAutofit/>
          </a:bodyPr>
          <a:lstStyle>
            <a:lvl1pPr>
              <a:defRPr sz="1800" b="1" i="0">
                <a:solidFill>
                  <a:schemeClr val="tx2"/>
                </a:solidFill>
                <a:latin typeface="Arial" panose="020B0604020202020204" pitchFamily="34" charset="0"/>
              </a:defRPr>
            </a:lvl1pPr>
          </a:lstStyle>
          <a:p>
            <a:pPr lvl="0"/>
            <a:r>
              <a:rPr lang="en-US"/>
              <a:t>Write the subtitle of your chapter here</a:t>
            </a:r>
            <a:endParaRPr lang="fr-FR"/>
          </a:p>
        </p:txBody>
      </p:sp>
      <p:sp>
        <p:nvSpPr>
          <p:cNvPr id="17" name="Espace réservé du texte 15">
            <a:extLst>
              <a:ext uri="{FF2B5EF4-FFF2-40B4-BE49-F238E27FC236}">
                <a16:creationId xmlns:a16="http://schemas.microsoft.com/office/drawing/2014/main" id="{A86A394F-2307-D400-F360-1B188E5F01DC}"/>
              </a:ext>
            </a:extLst>
          </p:cNvPr>
          <p:cNvSpPr>
            <a:spLocks noGrp="1"/>
          </p:cNvSpPr>
          <p:nvPr>
            <p:ph type="body" sz="quarter" idx="13" hasCustomPrompt="1"/>
          </p:nvPr>
        </p:nvSpPr>
        <p:spPr>
          <a:xfrm>
            <a:off x="854075" y="1560422"/>
            <a:ext cx="515977" cy="309327"/>
          </a:xfrm>
          <a:prstGeom prst="rect">
            <a:avLst/>
          </a:prstGeom>
        </p:spPr>
        <p:txBody>
          <a:bodyPr>
            <a:normAutofit/>
          </a:bodyPr>
          <a:lstStyle>
            <a:lvl1pPr>
              <a:defRPr sz="1800" b="1" i="0">
                <a:solidFill>
                  <a:schemeClr val="accent6"/>
                </a:solidFill>
                <a:latin typeface="Arial" panose="020B0604020202020204" pitchFamily="34" charset="0"/>
              </a:defRPr>
            </a:lvl1pPr>
          </a:lstStyle>
          <a:p>
            <a:pPr lvl="0"/>
            <a:r>
              <a:rPr lang="fr-FR"/>
              <a:t>XX</a:t>
            </a:r>
          </a:p>
        </p:txBody>
      </p:sp>
      <p:sp>
        <p:nvSpPr>
          <p:cNvPr id="2" name="Titre 1">
            <a:extLst>
              <a:ext uri="{FF2B5EF4-FFF2-40B4-BE49-F238E27FC236}">
                <a16:creationId xmlns:a16="http://schemas.microsoft.com/office/drawing/2014/main" id="{BFAEBE08-2C3A-D641-57FD-F058F6D0ABAA}"/>
              </a:ext>
            </a:extLst>
          </p:cNvPr>
          <p:cNvSpPr>
            <a:spLocks noGrp="1"/>
          </p:cNvSpPr>
          <p:nvPr>
            <p:ph type="title" hasCustomPrompt="1"/>
          </p:nvPr>
        </p:nvSpPr>
        <p:spPr>
          <a:xfrm>
            <a:off x="854635" y="2076913"/>
            <a:ext cx="5241365" cy="1661993"/>
          </a:xfrm>
        </p:spPr>
        <p:txBody>
          <a:bodyPr/>
          <a:lstStyle>
            <a:lvl1pPr>
              <a:lnSpc>
                <a:spcPct val="90000"/>
              </a:lnSpc>
              <a:defRPr lang="fr-FR" sz="6000" b="1" i="0" kern="1200" cap="all" spc="200" baseline="0" smtClean="0">
                <a:solidFill>
                  <a:schemeClr val="accent1"/>
                </a:solidFill>
                <a:latin typeface="Arial" panose="020B0604020202020204" pitchFamily="34" charset="0"/>
                <a:ea typeface="+mn-ea"/>
                <a:cs typeface="+mn-cs"/>
              </a:defRPr>
            </a:lvl1pPr>
          </a:lstStyle>
          <a:p>
            <a:r>
              <a:rPr lang="fr-FR" dirty="0" err="1"/>
              <a:t>Chapter</a:t>
            </a:r>
            <a:r>
              <a:rPr lang="fr-FR" dirty="0"/>
              <a:t> Title</a:t>
            </a:r>
          </a:p>
        </p:txBody>
      </p:sp>
      <p:cxnSp>
        <p:nvCxnSpPr>
          <p:cNvPr id="5" name="Connecteur droit 4">
            <a:extLst>
              <a:ext uri="{FF2B5EF4-FFF2-40B4-BE49-F238E27FC236}">
                <a16:creationId xmlns:a16="http://schemas.microsoft.com/office/drawing/2014/main" id="{90D15AA6-0C6C-47BF-6CDD-D40B4D51D64A}"/>
              </a:ext>
            </a:extLst>
          </p:cNvPr>
          <p:cNvCxnSpPr>
            <a:cxnSpLocks/>
          </p:cNvCxnSpPr>
          <p:nvPr userDrawn="1"/>
        </p:nvCxnSpPr>
        <p:spPr>
          <a:xfrm>
            <a:off x="6483956" y="0"/>
            <a:ext cx="0" cy="6858000"/>
          </a:xfrm>
          <a:prstGeom prst="line">
            <a:avLst/>
          </a:prstGeom>
          <a:ln>
            <a:gradFill flip="none" rotWithShape="1">
              <a:gsLst>
                <a:gs pos="50000">
                  <a:srgbClr val="00966F">
                    <a:alpha val="60000"/>
                  </a:srgbClr>
                </a:gs>
                <a:gs pos="0">
                  <a:srgbClr val="00966F">
                    <a:alpha val="0"/>
                  </a:srgbClr>
                </a:gs>
                <a:gs pos="100000">
                  <a:srgbClr val="00966F">
                    <a:alpha val="0"/>
                  </a:srgbClr>
                </a:gs>
              </a:gsLst>
              <a:lin ang="5400000" scaled="1"/>
              <a:tileRect/>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611675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re et contenu 1">
    <p:bg>
      <p:bgPr>
        <a:solidFill>
          <a:srgbClr val="FFFFFF"/>
        </a:solidFill>
        <a:effectLst/>
      </p:bgPr>
    </p:bg>
    <p:spTree>
      <p:nvGrpSpPr>
        <p:cNvPr id="1" name=""/>
        <p:cNvGrpSpPr/>
        <p:nvPr/>
      </p:nvGrpSpPr>
      <p:grpSpPr>
        <a:xfrm>
          <a:off x="0" y="0"/>
          <a:ext cx="0" cy="0"/>
          <a:chOff x="0" y="0"/>
          <a:chExt cx="0" cy="0"/>
        </a:xfrm>
      </p:grpSpPr>
      <p:sp>
        <p:nvSpPr>
          <p:cNvPr id="2" name="Espace réservé du pied de page 1">
            <a:extLst>
              <a:ext uri="{FF2B5EF4-FFF2-40B4-BE49-F238E27FC236}">
                <a16:creationId xmlns:a16="http://schemas.microsoft.com/office/drawing/2014/main" id="{76CF4BF7-9EF2-4F50-994E-78E11BE142CF}"/>
              </a:ext>
            </a:extLst>
          </p:cNvPr>
          <p:cNvSpPr>
            <a:spLocks noGrp="1"/>
          </p:cNvSpPr>
          <p:nvPr>
            <p:ph type="ftr" sz="quarter" idx="10"/>
          </p:nvPr>
        </p:nvSpPr>
        <p:spPr/>
        <p:txBody>
          <a:bodyPr/>
          <a:lstStyle>
            <a:lvl1pPr>
              <a:defRPr b="1" i="0">
                <a:latin typeface="Arial" panose="020B0604020202020204" pitchFamily="34" charset="0"/>
              </a:defRPr>
            </a:lvl1pPr>
          </a:lstStyle>
          <a:p>
            <a:r>
              <a:rPr lang="fr-FR" dirty="0" err="1"/>
              <a:t>Presentation</a:t>
            </a:r>
            <a:r>
              <a:rPr lang="fr-FR" dirty="0"/>
              <a:t> </a:t>
            </a:r>
            <a:r>
              <a:rPr lang="fr-FR" dirty="0" err="1"/>
              <a:t>title</a:t>
            </a:r>
            <a:endParaRPr lang="fr-FR" dirty="0"/>
          </a:p>
        </p:txBody>
      </p:sp>
      <p:sp>
        <p:nvSpPr>
          <p:cNvPr id="3" name="Espace réservé du numéro de diapositive 2">
            <a:extLst>
              <a:ext uri="{FF2B5EF4-FFF2-40B4-BE49-F238E27FC236}">
                <a16:creationId xmlns:a16="http://schemas.microsoft.com/office/drawing/2014/main" id="{B3D6BD79-B399-6FD4-6478-F6D34991BA01}"/>
              </a:ext>
            </a:extLst>
          </p:cNvPr>
          <p:cNvSpPr>
            <a:spLocks noGrp="1"/>
          </p:cNvSpPr>
          <p:nvPr>
            <p:ph type="sldNum" sz="quarter" idx="11"/>
          </p:nvPr>
        </p:nvSpPr>
        <p:spPr/>
        <p:txBody>
          <a:bodyPr/>
          <a:lstStyle>
            <a:lvl1pPr>
              <a:defRPr b="1" i="0">
                <a:latin typeface="Arial" panose="020B0604020202020204" pitchFamily="34" charset="0"/>
              </a:defRPr>
            </a:lvl1pPr>
          </a:lstStyle>
          <a:p>
            <a:fld id="{29BED1D5-2372-4BA3-AEA9-1F7A0F9A5921}" type="slidenum">
              <a:rPr lang="fr-FR" smtClean="0"/>
              <a:pPr/>
              <a:t>‹#›</a:t>
            </a:fld>
            <a:endParaRPr lang="fr-FR"/>
          </a:p>
        </p:txBody>
      </p:sp>
      <p:pic>
        <p:nvPicPr>
          <p:cNvPr id="5" name="Graphique 4">
            <a:extLst>
              <a:ext uri="{FF2B5EF4-FFF2-40B4-BE49-F238E27FC236}">
                <a16:creationId xmlns:a16="http://schemas.microsoft.com/office/drawing/2014/main" id="{3C52D4E7-0B21-3731-049E-5C18DBFF51C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46038" y="94263"/>
            <a:ext cx="1906603" cy="623543"/>
          </a:xfrm>
          <a:prstGeom prst="rect">
            <a:avLst/>
          </a:prstGeom>
        </p:spPr>
      </p:pic>
      <p:sp>
        <p:nvSpPr>
          <p:cNvPr id="10" name="Espace réservé du texte 9">
            <a:extLst>
              <a:ext uri="{FF2B5EF4-FFF2-40B4-BE49-F238E27FC236}">
                <a16:creationId xmlns:a16="http://schemas.microsoft.com/office/drawing/2014/main" id="{2494B2AB-7912-6C5A-DF65-5B05F7CFD054}"/>
              </a:ext>
            </a:extLst>
          </p:cNvPr>
          <p:cNvSpPr>
            <a:spLocks noGrp="1"/>
          </p:cNvSpPr>
          <p:nvPr>
            <p:ph type="body" sz="quarter" idx="13" hasCustomPrompt="1"/>
          </p:nvPr>
        </p:nvSpPr>
        <p:spPr>
          <a:xfrm>
            <a:off x="433375" y="1897063"/>
            <a:ext cx="11350638" cy="4376737"/>
          </a:xfrm>
          <a:prstGeom prst="rect">
            <a:avLst/>
          </a:prstGeom>
        </p:spPr>
        <p:txBody>
          <a:bodyPr/>
          <a:lstStyle>
            <a:lvl1pPr>
              <a:defRPr b="1" i="0">
                <a:latin typeface="Arial" panose="020B0604020202020204" pitchFamily="34" charset="0"/>
              </a:defRPr>
            </a:lvl1pPr>
            <a:lvl2pPr>
              <a:defRPr b="0" i="0">
                <a:latin typeface="Arial" panose="020B0604020202020204" pitchFamily="34" charset="0"/>
              </a:defRPr>
            </a:lvl2pPr>
            <a:lvl3pPr>
              <a:defRPr b="0" i="0">
                <a:latin typeface="Arial" panose="020B0604020202020204" pitchFamily="34" charset="0"/>
              </a:defRPr>
            </a:lvl3pPr>
            <a:lvl4pPr>
              <a:defRPr b="0" i="0">
                <a:latin typeface="Arial" panose="020B0604020202020204" pitchFamily="34" charset="0"/>
              </a:defRPr>
            </a:lvl4pPr>
            <a:lvl5pPr>
              <a:defRPr b="0" i="0">
                <a:latin typeface="Arial" panose="020B0604020202020204" pitchFamily="34" charset="0"/>
              </a:defRPr>
            </a:lvl5pPr>
          </a:lstStyle>
          <a:p>
            <a:pPr lvl="0"/>
            <a:r>
              <a:rPr lang="en-US"/>
              <a:t>This is your first level of text, click here to add text</a:t>
            </a:r>
          </a:p>
          <a:p>
            <a:pPr lvl="1"/>
            <a:r>
              <a:rPr lang="en-US"/>
              <a:t>This is the second level of text</a:t>
            </a:r>
          </a:p>
          <a:p>
            <a:pPr lvl="2"/>
            <a:r>
              <a:rPr lang="en-US"/>
              <a:t>Third level of text</a:t>
            </a:r>
          </a:p>
          <a:p>
            <a:pPr lvl="3"/>
            <a:r>
              <a:rPr lang="en-US"/>
              <a:t>This is the fourth level of text</a:t>
            </a:r>
          </a:p>
          <a:p>
            <a:pPr lvl="4"/>
            <a:r>
              <a:rPr lang="en-US"/>
              <a:t>This is the fifth level of text</a:t>
            </a:r>
          </a:p>
        </p:txBody>
      </p:sp>
      <p:sp>
        <p:nvSpPr>
          <p:cNvPr id="11" name="Titre 10">
            <a:extLst>
              <a:ext uri="{FF2B5EF4-FFF2-40B4-BE49-F238E27FC236}">
                <a16:creationId xmlns:a16="http://schemas.microsoft.com/office/drawing/2014/main" id="{C36A98E3-999E-465B-0E98-B8A034BA4E5E}"/>
              </a:ext>
            </a:extLst>
          </p:cNvPr>
          <p:cNvSpPr>
            <a:spLocks noGrp="1"/>
          </p:cNvSpPr>
          <p:nvPr>
            <p:ph type="title" hasCustomPrompt="1"/>
          </p:nvPr>
        </p:nvSpPr>
        <p:spPr/>
        <p:txBody>
          <a:bodyPr/>
          <a:lstStyle>
            <a:lvl1pPr>
              <a:defRPr b="1" i="0">
                <a:latin typeface="Arial" panose="020B0604020202020204" pitchFamily="34" charset="0"/>
              </a:defRPr>
            </a:lvl1pPr>
          </a:lstStyle>
          <a:p>
            <a:r>
              <a:rPr lang="en-US"/>
              <a:t>The title of your slide</a:t>
            </a:r>
            <a:endParaRPr lang="fr-FR"/>
          </a:p>
        </p:txBody>
      </p:sp>
      <p:cxnSp>
        <p:nvCxnSpPr>
          <p:cNvPr id="14" name="Connecteur droit 13">
            <a:extLst>
              <a:ext uri="{FF2B5EF4-FFF2-40B4-BE49-F238E27FC236}">
                <a16:creationId xmlns:a16="http://schemas.microsoft.com/office/drawing/2014/main" id="{60C890D1-C66C-84FF-8832-29E5A3CFF73E}"/>
              </a:ext>
            </a:extLst>
          </p:cNvPr>
          <p:cNvCxnSpPr>
            <a:cxnSpLocks/>
          </p:cNvCxnSpPr>
          <p:nvPr userDrawn="1"/>
        </p:nvCxnSpPr>
        <p:spPr>
          <a:xfrm>
            <a:off x="11784013" y="0"/>
            <a:ext cx="0" cy="6857997"/>
          </a:xfrm>
          <a:prstGeom prst="line">
            <a:avLst/>
          </a:prstGeom>
          <a:ln>
            <a:gradFill flip="none" rotWithShape="1">
              <a:gsLst>
                <a:gs pos="27000">
                  <a:srgbClr val="006A4E">
                    <a:alpha val="60000"/>
                  </a:srgbClr>
                </a:gs>
                <a:gs pos="0">
                  <a:schemeClr val="accent1">
                    <a:alpha val="0"/>
                  </a:schemeClr>
                </a:gs>
                <a:gs pos="100000">
                  <a:schemeClr val="accent1">
                    <a:alpha val="0"/>
                  </a:schemeClr>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6" name="Connecteur droit 15">
            <a:extLst>
              <a:ext uri="{FF2B5EF4-FFF2-40B4-BE49-F238E27FC236}">
                <a16:creationId xmlns:a16="http://schemas.microsoft.com/office/drawing/2014/main" id="{53366CC6-AB6F-7E5B-983C-164CCB1E95FC}"/>
              </a:ext>
            </a:extLst>
          </p:cNvPr>
          <p:cNvCxnSpPr>
            <a:cxnSpLocks/>
          </p:cNvCxnSpPr>
          <p:nvPr userDrawn="1"/>
        </p:nvCxnSpPr>
        <p:spPr>
          <a:xfrm flipH="1">
            <a:off x="0" y="6267937"/>
            <a:ext cx="12209323" cy="0"/>
          </a:xfrm>
          <a:prstGeom prst="line">
            <a:avLst/>
          </a:prstGeom>
          <a:ln>
            <a:gradFill flip="none" rotWithShape="1">
              <a:gsLst>
                <a:gs pos="68000">
                  <a:srgbClr val="006A4E"/>
                </a:gs>
                <a:gs pos="36000">
                  <a:srgbClr val="006A4E">
                    <a:alpha val="60000"/>
                  </a:srgbClr>
                </a:gs>
                <a:gs pos="0">
                  <a:schemeClr val="accent1">
                    <a:alpha val="0"/>
                  </a:schemeClr>
                </a:gs>
                <a:gs pos="100000">
                  <a:schemeClr val="accent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4" name="Espace réservé du texte 14">
            <a:extLst>
              <a:ext uri="{FF2B5EF4-FFF2-40B4-BE49-F238E27FC236}">
                <a16:creationId xmlns:a16="http://schemas.microsoft.com/office/drawing/2014/main" id="{7C1F58B8-4010-B185-AD20-099C1CE9A0C0}"/>
              </a:ext>
            </a:extLst>
          </p:cNvPr>
          <p:cNvSpPr>
            <a:spLocks noGrp="1"/>
          </p:cNvSpPr>
          <p:nvPr>
            <p:ph type="body" sz="quarter" idx="12" hasCustomPrompt="1"/>
          </p:nvPr>
        </p:nvSpPr>
        <p:spPr>
          <a:xfrm>
            <a:off x="442913" y="735890"/>
            <a:ext cx="2201227" cy="327025"/>
          </a:xfrm>
          <a:prstGeom prst="roundRect">
            <a:avLst>
              <a:gd name="adj" fmla="val 5793"/>
            </a:avLst>
          </a:prstGeom>
          <a:solidFill>
            <a:schemeClr val="accent6"/>
          </a:solidFill>
        </p:spPr>
        <p:txBody>
          <a:bodyPr bIns="0" anchor="ctr" anchorCtr="0"/>
          <a:lstStyle>
            <a:lvl1pPr algn="ctr">
              <a:defRPr lang="fr-FR" sz="1000" b="1" i="0" kern="1200" cap="all" spc="300" baseline="0" dirty="0" smtClean="0">
                <a:solidFill>
                  <a:schemeClr val="lt1"/>
                </a:solidFill>
                <a:latin typeface="Arial" panose="020B0604020202020204" pitchFamily="34" charset="0"/>
                <a:ea typeface="+mn-ea"/>
                <a:cs typeface="+mn-cs"/>
              </a:defRPr>
            </a:lvl1pPr>
            <a:lvl2pPr>
              <a:defRPr lang="fr-FR" sz="1000" kern="1200" spc="300" dirty="0" smtClean="0">
                <a:solidFill>
                  <a:schemeClr val="lt1"/>
                </a:solidFill>
                <a:latin typeface="Arial" pitchFamily="34" charset="0"/>
                <a:ea typeface="+mn-ea"/>
                <a:cs typeface="+mn-cs"/>
              </a:defRPr>
            </a:lvl2pPr>
            <a:lvl3pPr>
              <a:defRPr lang="fr-FR" sz="1000" kern="1200" spc="300" dirty="0" smtClean="0">
                <a:solidFill>
                  <a:schemeClr val="lt1"/>
                </a:solidFill>
                <a:latin typeface="Arial" pitchFamily="34" charset="0"/>
                <a:ea typeface="+mn-ea"/>
                <a:cs typeface="+mn-cs"/>
              </a:defRPr>
            </a:lvl3pPr>
            <a:lvl4pPr>
              <a:defRPr lang="fr-FR" sz="1000" kern="1200" spc="300" dirty="0" smtClean="0">
                <a:solidFill>
                  <a:schemeClr val="lt1"/>
                </a:solidFill>
                <a:latin typeface="Arial" pitchFamily="34" charset="0"/>
                <a:ea typeface="+mn-ea"/>
                <a:cs typeface="+mn-cs"/>
              </a:defRPr>
            </a:lvl4pPr>
            <a:lvl5pPr>
              <a:defRPr lang="fr-FR" sz="1000" kern="1200" spc="300" dirty="0">
                <a:solidFill>
                  <a:schemeClr val="lt1"/>
                </a:solidFill>
                <a:latin typeface="Arial" pitchFamily="34" charset="0"/>
                <a:ea typeface="+mn-ea"/>
                <a:cs typeface="+mn-cs"/>
              </a:defRPr>
            </a:lvl5pPr>
          </a:lstStyle>
          <a:p>
            <a:pPr lvl="0"/>
            <a:r>
              <a:rPr lang="fr-FR"/>
              <a:t>YOUR SURTITLE</a:t>
            </a:r>
          </a:p>
        </p:txBody>
      </p:sp>
    </p:spTree>
    <p:extLst>
      <p:ext uri="{BB962C8B-B14F-4D97-AF65-F5344CB8AC3E}">
        <p14:creationId xmlns:p14="http://schemas.microsoft.com/office/powerpoint/2010/main" val="380389353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re et contenu 2">
    <p:bg>
      <p:bgPr>
        <a:solidFill>
          <a:srgbClr val="FFFFFF"/>
        </a:solidFill>
        <a:effectLst/>
      </p:bgPr>
    </p:bg>
    <p:spTree>
      <p:nvGrpSpPr>
        <p:cNvPr id="1" name=""/>
        <p:cNvGrpSpPr/>
        <p:nvPr/>
      </p:nvGrpSpPr>
      <p:grpSpPr>
        <a:xfrm>
          <a:off x="0" y="0"/>
          <a:ext cx="0" cy="0"/>
          <a:chOff x="0" y="0"/>
          <a:chExt cx="0" cy="0"/>
        </a:xfrm>
      </p:grpSpPr>
      <p:sp>
        <p:nvSpPr>
          <p:cNvPr id="2" name="Espace réservé du pied de page 1">
            <a:extLst>
              <a:ext uri="{FF2B5EF4-FFF2-40B4-BE49-F238E27FC236}">
                <a16:creationId xmlns:a16="http://schemas.microsoft.com/office/drawing/2014/main" id="{76CF4BF7-9EF2-4F50-994E-78E11BE142CF}"/>
              </a:ext>
            </a:extLst>
          </p:cNvPr>
          <p:cNvSpPr>
            <a:spLocks noGrp="1"/>
          </p:cNvSpPr>
          <p:nvPr>
            <p:ph type="ftr" sz="quarter" idx="10"/>
          </p:nvPr>
        </p:nvSpPr>
        <p:spPr/>
        <p:txBody>
          <a:bodyPr/>
          <a:lstStyle>
            <a:lvl1pPr>
              <a:defRPr b="1" i="0">
                <a:latin typeface="Arial" panose="020B0604020202020204" pitchFamily="34" charset="0"/>
              </a:defRPr>
            </a:lvl1pPr>
          </a:lstStyle>
          <a:p>
            <a:r>
              <a:rPr lang="fr-FR" dirty="0" err="1"/>
              <a:t>Presentation</a:t>
            </a:r>
            <a:r>
              <a:rPr lang="fr-FR" dirty="0"/>
              <a:t> </a:t>
            </a:r>
            <a:r>
              <a:rPr lang="fr-FR" dirty="0" err="1"/>
              <a:t>title</a:t>
            </a:r>
            <a:endParaRPr lang="fr-FR" dirty="0"/>
          </a:p>
        </p:txBody>
      </p:sp>
      <p:sp>
        <p:nvSpPr>
          <p:cNvPr id="3" name="Espace réservé du numéro de diapositive 2">
            <a:extLst>
              <a:ext uri="{FF2B5EF4-FFF2-40B4-BE49-F238E27FC236}">
                <a16:creationId xmlns:a16="http://schemas.microsoft.com/office/drawing/2014/main" id="{B3D6BD79-B399-6FD4-6478-F6D34991BA01}"/>
              </a:ext>
            </a:extLst>
          </p:cNvPr>
          <p:cNvSpPr>
            <a:spLocks noGrp="1"/>
          </p:cNvSpPr>
          <p:nvPr>
            <p:ph type="sldNum" sz="quarter" idx="11"/>
          </p:nvPr>
        </p:nvSpPr>
        <p:spPr/>
        <p:txBody>
          <a:bodyPr/>
          <a:lstStyle>
            <a:lvl1pPr>
              <a:defRPr b="1" i="0">
                <a:latin typeface="Arial" panose="020B0604020202020204" pitchFamily="34" charset="0"/>
              </a:defRPr>
            </a:lvl1pPr>
          </a:lstStyle>
          <a:p>
            <a:fld id="{29BED1D5-2372-4BA3-AEA9-1F7A0F9A5921}" type="slidenum">
              <a:rPr lang="fr-FR" smtClean="0"/>
              <a:pPr/>
              <a:t>‹#›</a:t>
            </a:fld>
            <a:endParaRPr lang="fr-FR"/>
          </a:p>
        </p:txBody>
      </p:sp>
      <p:pic>
        <p:nvPicPr>
          <p:cNvPr id="5" name="Graphique 4">
            <a:extLst>
              <a:ext uri="{FF2B5EF4-FFF2-40B4-BE49-F238E27FC236}">
                <a16:creationId xmlns:a16="http://schemas.microsoft.com/office/drawing/2014/main" id="{3C52D4E7-0B21-3731-049E-5C18DBFF51C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46038" y="94263"/>
            <a:ext cx="1906603" cy="623543"/>
          </a:xfrm>
          <a:prstGeom prst="rect">
            <a:avLst/>
          </a:prstGeom>
        </p:spPr>
      </p:pic>
      <p:sp>
        <p:nvSpPr>
          <p:cNvPr id="10" name="Espace réservé du texte 9">
            <a:extLst>
              <a:ext uri="{FF2B5EF4-FFF2-40B4-BE49-F238E27FC236}">
                <a16:creationId xmlns:a16="http://schemas.microsoft.com/office/drawing/2014/main" id="{2494B2AB-7912-6C5A-DF65-5B05F7CFD054}"/>
              </a:ext>
            </a:extLst>
          </p:cNvPr>
          <p:cNvSpPr>
            <a:spLocks noGrp="1"/>
          </p:cNvSpPr>
          <p:nvPr>
            <p:ph type="body" sz="quarter" idx="13" hasCustomPrompt="1"/>
          </p:nvPr>
        </p:nvSpPr>
        <p:spPr>
          <a:xfrm>
            <a:off x="433376" y="1897063"/>
            <a:ext cx="5554914" cy="4376737"/>
          </a:xfrm>
          <a:prstGeom prst="rect">
            <a:avLst/>
          </a:prstGeom>
        </p:spPr>
        <p:txBody>
          <a:bodyPr/>
          <a:lstStyle>
            <a:lvl1pPr>
              <a:defRPr b="1" i="0">
                <a:latin typeface="Arial" panose="020B0604020202020204" pitchFamily="34" charset="0"/>
              </a:defRPr>
            </a:lvl1pPr>
            <a:lvl2pPr>
              <a:defRPr b="0" i="0">
                <a:latin typeface="Arial" panose="020B0604020202020204" pitchFamily="34" charset="0"/>
              </a:defRPr>
            </a:lvl2pPr>
            <a:lvl3pPr>
              <a:defRPr b="0" i="0">
                <a:latin typeface="Arial" panose="020B0604020202020204" pitchFamily="34" charset="0"/>
              </a:defRPr>
            </a:lvl3pPr>
            <a:lvl4pPr>
              <a:defRPr b="0" i="0">
                <a:latin typeface="Arial" panose="020B0604020202020204" pitchFamily="34" charset="0"/>
              </a:defRPr>
            </a:lvl4pPr>
            <a:lvl5pPr>
              <a:defRPr b="0" i="0">
                <a:latin typeface="Arial" panose="020B0604020202020204" pitchFamily="34" charset="0"/>
              </a:defRPr>
            </a:lvl5pPr>
          </a:lstStyle>
          <a:p>
            <a:pPr lvl="0"/>
            <a:r>
              <a:rPr lang="en-US" noProof="0"/>
              <a:t>This is your first level of text, click here to add text</a:t>
            </a:r>
          </a:p>
          <a:p>
            <a:pPr lvl="1"/>
            <a:r>
              <a:rPr lang="en-US" noProof="0"/>
              <a:t>This is the second level of text</a:t>
            </a:r>
          </a:p>
          <a:p>
            <a:pPr lvl="2"/>
            <a:r>
              <a:rPr lang="en-US" noProof="0"/>
              <a:t>Third level of text</a:t>
            </a:r>
          </a:p>
          <a:p>
            <a:pPr lvl="3"/>
            <a:r>
              <a:rPr lang="en-US" noProof="0"/>
              <a:t>This is the fourth level of text</a:t>
            </a:r>
          </a:p>
          <a:p>
            <a:pPr lvl="4"/>
            <a:r>
              <a:rPr lang="en-US" noProof="0"/>
              <a:t>This is the fifth level of text</a:t>
            </a:r>
            <a:endParaRPr lang="en-GB" noProof="0"/>
          </a:p>
        </p:txBody>
      </p:sp>
      <p:sp>
        <p:nvSpPr>
          <p:cNvPr id="4" name="Espace réservé du texte 9">
            <a:extLst>
              <a:ext uri="{FF2B5EF4-FFF2-40B4-BE49-F238E27FC236}">
                <a16:creationId xmlns:a16="http://schemas.microsoft.com/office/drawing/2014/main" id="{F9180B6B-AE79-B79E-5404-B635F46B93C7}"/>
              </a:ext>
            </a:extLst>
          </p:cNvPr>
          <p:cNvSpPr>
            <a:spLocks noGrp="1"/>
          </p:cNvSpPr>
          <p:nvPr>
            <p:ph type="body" sz="quarter" idx="14" hasCustomPrompt="1"/>
          </p:nvPr>
        </p:nvSpPr>
        <p:spPr>
          <a:xfrm>
            <a:off x="6096000" y="1897063"/>
            <a:ext cx="5554914" cy="4376737"/>
          </a:xfrm>
          <a:prstGeom prst="rect">
            <a:avLst/>
          </a:prstGeom>
        </p:spPr>
        <p:txBody>
          <a:bodyPr/>
          <a:lstStyle>
            <a:lvl1pPr>
              <a:defRPr b="1" i="0">
                <a:latin typeface="Arial" panose="020B0604020202020204" pitchFamily="34" charset="0"/>
              </a:defRPr>
            </a:lvl1pPr>
            <a:lvl2pPr>
              <a:defRPr b="0" i="0">
                <a:latin typeface="Arial" panose="020B0604020202020204" pitchFamily="34" charset="0"/>
              </a:defRPr>
            </a:lvl2pPr>
            <a:lvl3pPr>
              <a:defRPr b="0" i="0">
                <a:latin typeface="Arial" panose="020B0604020202020204" pitchFamily="34" charset="0"/>
              </a:defRPr>
            </a:lvl3pPr>
            <a:lvl4pPr>
              <a:defRPr b="0" i="0">
                <a:latin typeface="Arial" panose="020B0604020202020204" pitchFamily="34" charset="0"/>
              </a:defRPr>
            </a:lvl4pPr>
            <a:lvl5pPr>
              <a:defRPr b="0" i="0">
                <a:latin typeface="Arial" panose="020B0604020202020204" pitchFamily="34" charset="0"/>
              </a:defRPr>
            </a:lvl5pPr>
          </a:lstStyle>
          <a:p>
            <a:pPr lvl="0"/>
            <a:r>
              <a:rPr lang="en-US" noProof="0"/>
              <a:t>This is your first level of text, click here to add text</a:t>
            </a:r>
          </a:p>
          <a:p>
            <a:pPr lvl="1"/>
            <a:r>
              <a:rPr lang="en-US" noProof="0"/>
              <a:t>This is the second level of text</a:t>
            </a:r>
          </a:p>
          <a:p>
            <a:pPr lvl="2"/>
            <a:r>
              <a:rPr lang="en-US" noProof="0"/>
              <a:t>Third level of text</a:t>
            </a:r>
          </a:p>
          <a:p>
            <a:pPr lvl="3"/>
            <a:r>
              <a:rPr lang="en-US" noProof="0"/>
              <a:t>This is the fourth level of text</a:t>
            </a:r>
          </a:p>
          <a:p>
            <a:pPr lvl="4"/>
            <a:r>
              <a:rPr lang="en-US" noProof="0"/>
              <a:t>This is the fifth level of text</a:t>
            </a:r>
            <a:endParaRPr lang="en-GB" noProof="0"/>
          </a:p>
        </p:txBody>
      </p:sp>
      <p:sp>
        <p:nvSpPr>
          <p:cNvPr id="8" name="Titre 7">
            <a:extLst>
              <a:ext uri="{FF2B5EF4-FFF2-40B4-BE49-F238E27FC236}">
                <a16:creationId xmlns:a16="http://schemas.microsoft.com/office/drawing/2014/main" id="{8E30C77D-F02A-FFE3-324B-329188D9DD3F}"/>
              </a:ext>
            </a:extLst>
          </p:cNvPr>
          <p:cNvSpPr>
            <a:spLocks noGrp="1"/>
          </p:cNvSpPr>
          <p:nvPr>
            <p:ph type="title" hasCustomPrompt="1"/>
          </p:nvPr>
        </p:nvSpPr>
        <p:spPr/>
        <p:txBody>
          <a:bodyPr anchor="t" anchorCtr="0"/>
          <a:lstStyle>
            <a:lvl1pPr>
              <a:defRPr b="1" i="0">
                <a:latin typeface="Arial" panose="020B0604020202020204" pitchFamily="34" charset="0"/>
              </a:defRPr>
            </a:lvl1pPr>
          </a:lstStyle>
          <a:p>
            <a:r>
              <a:rPr lang="en-US"/>
              <a:t>The title of your slide</a:t>
            </a:r>
            <a:endParaRPr lang="fr-FR"/>
          </a:p>
        </p:txBody>
      </p:sp>
      <p:cxnSp>
        <p:nvCxnSpPr>
          <p:cNvPr id="9" name="Connecteur droit 8">
            <a:extLst>
              <a:ext uri="{FF2B5EF4-FFF2-40B4-BE49-F238E27FC236}">
                <a16:creationId xmlns:a16="http://schemas.microsoft.com/office/drawing/2014/main" id="{FAAD02B7-07EE-2D41-5544-01FBE2194AA7}"/>
              </a:ext>
            </a:extLst>
          </p:cNvPr>
          <p:cNvCxnSpPr>
            <a:cxnSpLocks/>
          </p:cNvCxnSpPr>
          <p:nvPr userDrawn="1"/>
        </p:nvCxnSpPr>
        <p:spPr>
          <a:xfrm flipH="1">
            <a:off x="0" y="6267937"/>
            <a:ext cx="12209323" cy="0"/>
          </a:xfrm>
          <a:prstGeom prst="line">
            <a:avLst/>
          </a:prstGeom>
          <a:ln>
            <a:gradFill flip="none" rotWithShape="1">
              <a:gsLst>
                <a:gs pos="68000">
                  <a:srgbClr val="006A4E"/>
                </a:gs>
                <a:gs pos="36000">
                  <a:srgbClr val="006A4E">
                    <a:alpha val="60000"/>
                  </a:srgbClr>
                </a:gs>
                <a:gs pos="0">
                  <a:schemeClr val="accent1">
                    <a:alpha val="0"/>
                  </a:schemeClr>
                </a:gs>
                <a:gs pos="100000">
                  <a:schemeClr val="accent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1" name="Connecteur droit 10">
            <a:extLst>
              <a:ext uri="{FF2B5EF4-FFF2-40B4-BE49-F238E27FC236}">
                <a16:creationId xmlns:a16="http://schemas.microsoft.com/office/drawing/2014/main" id="{9D376C8D-7310-2519-5D6C-1110DC606EE8}"/>
              </a:ext>
            </a:extLst>
          </p:cNvPr>
          <p:cNvCxnSpPr>
            <a:cxnSpLocks/>
          </p:cNvCxnSpPr>
          <p:nvPr userDrawn="1"/>
        </p:nvCxnSpPr>
        <p:spPr>
          <a:xfrm>
            <a:off x="11784013" y="0"/>
            <a:ext cx="0" cy="6857997"/>
          </a:xfrm>
          <a:prstGeom prst="line">
            <a:avLst/>
          </a:prstGeom>
          <a:ln>
            <a:gradFill flip="none" rotWithShape="1">
              <a:gsLst>
                <a:gs pos="27000">
                  <a:srgbClr val="006A4E">
                    <a:alpha val="60000"/>
                  </a:srgbClr>
                </a:gs>
                <a:gs pos="0">
                  <a:schemeClr val="accent1">
                    <a:alpha val="0"/>
                  </a:schemeClr>
                </a:gs>
                <a:gs pos="100000">
                  <a:schemeClr val="accent1">
                    <a:alpha val="0"/>
                  </a:schemeClr>
                </a:gs>
              </a:gsLst>
              <a:lin ang="5400000" scaled="1"/>
              <a:tileRect/>
            </a:gradFill>
          </a:ln>
        </p:spPr>
        <p:style>
          <a:lnRef idx="1">
            <a:schemeClr val="accent1"/>
          </a:lnRef>
          <a:fillRef idx="0">
            <a:schemeClr val="accent1"/>
          </a:fillRef>
          <a:effectRef idx="0">
            <a:schemeClr val="accent1"/>
          </a:effectRef>
          <a:fontRef idx="minor">
            <a:schemeClr val="tx1"/>
          </a:fontRef>
        </p:style>
      </p:cxnSp>
      <p:sp>
        <p:nvSpPr>
          <p:cNvPr id="6" name="Espace réservé du texte 14">
            <a:extLst>
              <a:ext uri="{FF2B5EF4-FFF2-40B4-BE49-F238E27FC236}">
                <a16:creationId xmlns:a16="http://schemas.microsoft.com/office/drawing/2014/main" id="{7994D1AC-F36C-7C55-E901-7CE4F8C0A0CC}"/>
              </a:ext>
            </a:extLst>
          </p:cNvPr>
          <p:cNvSpPr>
            <a:spLocks noGrp="1"/>
          </p:cNvSpPr>
          <p:nvPr>
            <p:ph type="body" sz="quarter" idx="12" hasCustomPrompt="1"/>
          </p:nvPr>
        </p:nvSpPr>
        <p:spPr>
          <a:xfrm>
            <a:off x="442913" y="735890"/>
            <a:ext cx="2201227" cy="327025"/>
          </a:xfrm>
          <a:prstGeom prst="roundRect">
            <a:avLst>
              <a:gd name="adj" fmla="val 5793"/>
            </a:avLst>
          </a:prstGeom>
          <a:solidFill>
            <a:schemeClr val="accent6"/>
          </a:solidFill>
        </p:spPr>
        <p:txBody>
          <a:bodyPr bIns="0" anchor="ctr" anchorCtr="0"/>
          <a:lstStyle>
            <a:lvl1pPr algn="ctr">
              <a:defRPr lang="fr-FR" sz="1000" b="1" i="0" kern="1200" cap="all" spc="300" baseline="0" dirty="0" smtClean="0">
                <a:solidFill>
                  <a:schemeClr val="lt1"/>
                </a:solidFill>
                <a:latin typeface="Arial" panose="020B0604020202020204" pitchFamily="34" charset="0"/>
                <a:ea typeface="+mn-ea"/>
                <a:cs typeface="+mn-cs"/>
              </a:defRPr>
            </a:lvl1pPr>
            <a:lvl2pPr>
              <a:defRPr lang="fr-FR" sz="1000" kern="1200" spc="300" dirty="0" smtClean="0">
                <a:solidFill>
                  <a:schemeClr val="lt1"/>
                </a:solidFill>
                <a:latin typeface="Arial" pitchFamily="34" charset="0"/>
                <a:ea typeface="+mn-ea"/>
                <a:cs typeface="+mn-cs"/>
              </a:defRPr>
            </a:lvl2pPr>
            <a:lvl3pPr>
              <a:defRPr lang="fr-FR" sz="1000" kern="1200" spc="300" dirty="0" smtClean="0">
                <a:solidFill>
                  <a:schemeClr val="lt1"/>
                </a:solidFill>
                <a:latin typeface="Arial" pitchFamily="34" charset="0"/>
                <a:ea typeface="+mn-ea"/>
                <a:cs typeface="+mn-cs"/>
              </a:defRPr>
            </a:lvl3pPr>
            <a:lvl4pPr>
              <a:defRPr lang="fr-FR" sz="1000" kern="1200" spc="300" dirty="0" smtClean="0">
                <a:solidFill>
                  <a:schemeClr val="lt1"/>
                </a:solidFill>
                <a:latin typeface="Arial" pitchFamily="34" charset="0"/>
                <a:ea typeface="+mn-ea"/>
                <a:cs typeface="+mn-cs"/>
              </a:defRPr>
            </a:lvl4pPr>
            <a:lvl5pPr>
              <a:defRPr lang="fr-FR" sz="1000" kern="1200" spc="300" dirty="0">
                <a:solidFill>
                  <a:schemeClr val="lt1"/>
                </a:solidFill>
                <a:latin typeface="Arial" pitchFamily="34" charset="0"/>
                <a:ea typeface="+mn-ea"/>
                <a:cs typeface="+mn-cs"/>
              </a:defRPr>
            </a:lvl5pPr>
          </a:lstStyle>
          <a:p>
            <a:pPr lvl="0"/>
            <a:r>
              <a:rPr lang="fr-FR"/>
              <a:t>YOUR SURTITLE</a:t>
            </a:r>
          </a:p>
        </p:txBody>
      </p:sp>
    </p:spTree>
    <p:extLst>
      <p:ext uri="{BB962C8B-B14F-4D97-AF65-F5344CB8AC3E}">
        <p14:creationId xmlns:p14="http://schemas.microsoft.com/office/powerpoint/2010/main" val="311303972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re et contenu 3">
    <p:bg>
      <p:bgPr>
        <a:solidFill>
          <a:srgbClr val="FFFFFF"/>
        </a:solidFill>
        <a:effectLst/>
      </p:bgPr>
    </p:bg>
    <p:spTree>
      <p:nvGrpSpPr>
        <p:cNvPr id="1" name=""/>
        <p:cNvGrpSpPr/>
        <p:nvPr/>
      </p:nvGrpSpPr>
      <p:grpSpPr>
        <a:xfrm>
          <a:off x="0" y="0"/>
          <a:ext cx="0" cy="0"/>
          <a:chOff x="0" y="0"/>
          <a:chExt cx="0" cy="0"/>
        </a:xfrm>
      </p:grpSpPr>
      <p:sp>
        <p:nvSpPr>
          <p:cNvPr id="2" name="Espace réservé du pied de page 1">
            <a:extLst>
              <a:ext uri="{FF2B5EF4-FFF2-40B4-BE49-F238E27FC236}">
                <a16:creationId xmlns:a16="http://schemas.microsoft.com/office/drawing/2014/main" id="{76CF4BF7-9EF2-4F50-994E-78E11BE142CF}"/>
              </a:ext>
            </a:extLst>
          </p:cNvPr>
          <p:cNvSpPr>
            <a:spLocks noGrp="1"/>
          </p:cNvSpPr>
          <p:nvPr>
            <p:ph type="ftr" sz="quarter" idx="10"/>
          </p:nvPr>
        </p:nvSpPr>
        <p:spPr/>
        <p:txBody>
          <a:bodyPr/>
          <a:lstStyle>
            <a:lvl1pPr>
              <a:defRPr b="1" i="0">
                <a:latin typeface="Arial" panose="020B0604020202020204" pitchFamily="34" charset="0"/>
              </a:defRPr>
            </a:lvl1pPr>
          </a:lstStyle>
          <a:p>
            <a:r>
              <a:rPr lang="fr-FR" dirty="0" err="1"/>
              <a:t>Presentation</a:t>
            </a:r>
            <a:r>
              <a:rPr lang="fr-FR" dirty="0"/>
              <a:t> </a:t>
            </a:r>
            <a:r>
              <a:rPr lang="fr-FR" dirty="0" err="1"/>
              <a:t>title</a:t>
            </a:r>
            <a:endParaRPr lang="fr-FR" dirty="0"/>
          </a:p>
        </p:txBody>
      </p:sp>
      <p:sp>
        <p:nvSpPr>
          <p:cNvPr id="3" name="Espace réservé du numéro de diapositive 2">
            <a:extLst>
              <a:ext uri="{FF2B5EF4-FFF2-40B4-BE49-F238E27FC236}">
                <a16:creationId xmlns:a16="http://schemas.microsoft.com/office/drawing/2014/main" id="{B3D6BD79-B399-6FD4-6478-F6D34991BA01}"/>
              </a:ext>
            </a:extLst>
          </p:cNvPr>
          <p:cNvSpPr>
            <a:spLocks noGrp="1"/>
          </p:cNvSpPr>
          <p:nvPr>
            <p:ph type="sldNum" sz="quarter" idx="11"/>
          </p:nvPr>
        </p:nvSpPr>
        <p:spPr/>
        <p:txBody>
          <a:bodyPr/>
          <a:lstStyle>
            <a:lvl1pPr>
              <a:defRPr b="1" i="0">
                <a:latin typeface="Arial" panose="020B0604020202020204" pitchFamily="34" charset="0"/>
              </a:defRPr>
            </a:lvl1pPr>
          </a:lstStyle>
          <a:p>
            <a:fld id="{29BED1D5-2372-4BA3-AEA9-1F7A0F9A5921}" type="slidenum">
              <a:rPr lang="fr-FR" smtClean="0"/>
              <a:pPr/>
              <a:t>‹#›</a:t>
            </a:fld>
            <a:endParaRPr lang="fr-FR"/>
          </a:p>
        </p:txBody>
      </p:sp>
      <p:pic>
        <p:nvPicPr>
          <p:cNvPr id="5" name="Graphique 4">
            <a:extLst>
              <a:ext uri="{FF2B5EF4-FFF2-40B4-BE49-F238E27FC236}">
                <a16:creationId xmlns:a16="http://schemas.microsoft.com/office/drawing/2014/main" id="{3C52D4E7-0B21-3731-049E-5C18DBFF51C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46038" y="94263"/>
            <a:ext cx="1906603" cy="623543"/>
          </a:xfrm>
          <a:prstGeom prst="rect">
            <a:avLst/>
          </a:prstGeom>
        </p:spPr>
      </p:pic>
      <p:sp>
        <p:nvSpPr>
          <p:cNvPr id="6" name="Titre 5">
            <a:extLst>
              <a:ext uri="{FF2B5EF4-FFF2-40B4-BE49-F238E27FC236}">
                <a16:creationId xmlns:a16="http://schemas.microsoft.com/office/drawing/2014/main" id="{95A5F27C-9FB5-72FC-4720-CF586DA90926}"/>
              </a:ext>
            </a:extLst>
          </p:cNvPr>
          <p:cNvSpPr>
            <a:spLocks noGrp="1"/>
          </p:cNvSpPr>
          <p:nvPr>
            <p:ph type="title" hasCustomPrompt="1"/>
          </p:nvPr>
        </p:nvSpPr>
        <p:spPr>
          <a:xfrm>
            <a:off x="412159" y="1225279"/>
            <a:ext cx="11371854" cy="498598"/>
          </a:xfrm>
        </p:spPr>
        <p:txBody>
          <a:bodyPr anchor="t" anchorCtr="0"/>
          <a:lstStyle>
            <a:lvl1pPr>
              <a:defRPr b="1" i="0">
                <a:solidFill>
                  <a:schemeClr val="accent1"/>
                </a:solidFill>
                <a:latin typeface="Arial" panose="020B0604020202020204" pitchFamily="34" charset="0"/>
              </a:defRPr>
            </a:lvl1pPr>
          </a:lstStyle>
          <a:p>
            <a:r>
              <a:rPr lang="en-US"/>
              <a:t>The title of your slide</a:t>
            </a:r>
            <a:endParaRPr lang="fr-FR"/>
          </a:p>
        </p:txBody>
      </p:sp>
      <p:sp>
        <p:nvSpPr>
          <p:cNvPr id="10" name="Espace réservé du texte 9">
            <a:extLst>
              <a:ext uri="{FF2B5EF4-FFF2-40B4-BE49-F238E27FC236}">
                <a16:creationId xmlns:a16="http://schemas.microsoft.com/office/drawing/2014/main" id="{2494B2AB-7912-6C5A-DF65-5B05F7CFD054}"/>
              </a:ext>
            </a:extLst>
          </p:cNvPr>
          <p:cNvSpPr>
            <a:spLocks noGrp="1"/>
          </p:cNvSpPr>
          <p:nvPr>
            <p:ph type="body" sz="quarter" idx="13" hasCustomPrompt="1"/>
          </p:nvPr>
        </p:nvSpPr>
        <p:spPr>
          <a:xfrm>
            <a:off x="433376" y="1897063"/>
            <a:ext cx="3485540" cy="4376737"/>
          </a:xfrm>
          <a:prstGeom prst="rect">
            <a:avLst/>
          </a:prstGeom>
        </p:spPr>
        <p:txBody>
          <a:bodyPr/>
          <a:lstStyle>
            <a:lvl1pPr>
              <a:defRPr b="1" i="0">
                <a:latin typeface="Arial" panose="020B0604020202020204" pitchFamily="34" charset="0"/>
              </a:defRPr>
            </a:lvl1pPr>
            <a:lvl2pPr>
              <a:defRPr b="1" i="0">
                <a:latin typeface="Arial" panose="020B0604020202020204" pitchFamily="34" charset="0"/>
              </a:defRPr>
            </a:lvl2pPr>
            <a:lvl3pPr>
              <a:defRPr b="0" i="0">
                <a:latin typeface="Arial" panose="020B0604020202020204" pitchFamily="34" charset="0"/>
              </a:defRPr>
            </a:lvl3pPr>
            <a:lvl4pPr>
              <a:defRPr b="0" i="0">
                <a:latin typeface="Arial" panose="020B0604020202020204" pitchFamily="34" charset="0"/>
              </a:defRPr>
            </a:lvl4pPr>
            <a:lvl5pPr>
              <a:defRPr b="0" i="0">
                <a:latin typeface="Arial" panose="020B0604020202020204" pitchFamily="34" charset="0"/>
              </a:defRPr>
            </a:lvl5pPr>
          </a:lstStyle>
          <a:p>
            <a:pPr lvl="0"/>
            <a:r>
              <a:rPr lang="en-US" noProof="0"/>
              <a:t>This is your first level of text, click here to add text</a:t>
            </a:r>
          </a:p>
          <a:p>
            <a:pPr lvl="1"/>
            <a:r>
              <a:rPr lang="en-US" noProof="0"/>
              <a:t>This is the second level of text</a:t>
            </a:r>
          </a:p>
          <a:p>
            <a:pPr lvl="2"/>
            <a:r>
              <a:rPr lang="en-US" noProof="0"/>
              <a:t>Third level of text</a:t>
            </a:r>
          </a:p>
          <a:p>
            <a:pPr lvl="3"/>
            <a:r>
              <a:rPr lang="en-US" noProof="0"/>
              <a:t>This is the fourth level of text</a:t>
            </a:r>
          </a:p>
          <a:p>
            <a:pPr lvl="4"/>
            <a:r>
              <a:rPr lang="en-US" noProof="0"/>
              <a:t>This is the fifth level of text</a:t>
            </a:r>
            <a:endParaRPr lang="en-GB" noProof="0"/>
          </a:p>
        </p:txBody>
      </p:sp>
      <p:sp>
        <p:nvSpPr>
          <p:cNvPr id="8" name="Espace réservé du texte 9">
            <a:extLst>
              <a:ext uri="{FF2B5EF4-FFF2-40B4-BE49-F238E27FC236}">
                <a16:creationId xmlns:a16="http://schemas.microsoft.com/office/drawing/2014/main" id="{19218BBB-E59A-F071-74FF-67F156228593}"/>
              </a:ext>
            </a:extLst>
          </p:cNvPr>
          <p:cNvSpPr>
            <a:spLocks noGrp="1"/>
          </p:cNvSpPr>
          <p:nvPr>
            <p:ph type="body" sz="quarter" idx="14" hasCustomPrompt="1"/>
          </p:nvPr>
        </p:nvSpPr>
        <p:spPr>
          <a:xfrm>
            <a:off x="4365924" y="1897063"/>
            <a:ext cx="3485540" cy="4376737"/>
          </a:xfrm>
          <a:prstGeom prst="rect">
            <a:avLst/>
          </a:prstGeom>
        </p:spPr>
        <p:txBody>
          <a:bodyPr/>
          <a:lstStyle>
            <a:lvl1pPr>
              <a:defRPr b="1" i="0">
                <a:latin typeface="Arial" panose="020B0604020202020204" pitchFamily="34" charset="0"/>
              </a:defRPr>
            </a:lvl1pPr>
            <a:lvl2pPr>
              <a:defRPr b="1" i="0">
                <a:latin typeface="Arial" panose="020B0604020202020204" pitchFamily="34" charset="0"/>
              </a:defRPr>
            </a:lvl2pPr>
            <a:lvl3pPr>
              <a:defRPr b="0" i="0">
                <a:latin typeface="Arial" panose="020B0604020202020204" pitchFamily="34" charset="0"/>
              </a:defRPr>
            </a:lvl3pPr>
            <a:lvl4pPr>
              <a:defRPr b="0" i="0">
                <a:latin typeface="Arial" panose="020B0604020202020204" pitchFamily="34" charset="0"/>
              </a:defRPr>
            </a:lvl4pPr>
            <a:lvl5pPr>
              <a:defRPr b="0" i="0">
                <a:latin typeface="Arial" panose="020B0604020202020204" pitchFamily="34" charset="0"/>
              </a:defRPr>
            </a:lvl5pPr>
          </a:lstStyle>
          <a:p>
            <a:pPr lvl="0"/>
            <a:r>
              <a:rPr lang="en-US" noProof="0"/>
              <a:t>This is your first level of text, click here to add text</a:t>
            </a:r>
          </a:p>
          <a:p>
            <a:pPr lvl="1"/>
            <a:r>
              <a:rPr lang="en-US" noProof="0"/>
              <a:t>This is the second level of text</a:t>
            </a:r>
          </a:p>
          <a:p>
            <a:pPr lvl="2"/>
            <a:r>
              <a:rPr lang="en-US" noProof="0"/>
              <a:t>Third level of text</a:t>
            </a:r>
          </a:p>
          <a:p>
            <a:pPr lvl="3"/>
            <a:r>
              <a:rPr lang="en-US" noProof="0"/>
              <a:t>This is the fourth level of text</a:t>
            </a:r>
          </a:p>
          <a:p>
            <a:pPr lvl="4"/>
            <a:r>
              <a:rPr lang="en-US" noProof="0"/>
              <a:t>This is the fifth level of text</a:t>
            </a:r>
            <a:endParaRPr lang="en-GB" noProof="0"/>
          </a:p>
        </p:txBody>
      </p:sp>
      <p:sp>
        <p:nvSpPr>
          <p:cNvPr id="9" name="Espace réservé du texte 9">
            <a:extLst>
              <a:ext uri="{FF2B5EF4-FFF2-40B4-BE49-F238E27FC236}">
                <a16:creationId xmlns:a16="http://schemas.microsoft.com/office/drawing/2014/main" id="{5DE56D86-8B40-3862-6EA9-5CCF98899C04}"/>
              </a:ext>
            </a:extLst>
          </p:cNvPr>
          <p:cNvSpPr>
            <a:spLocks noGrp="1"/>
          </p:cNvSpPr>
          <p:nvPr>
            <p:ph type="body" sz="quarter" idx="15" hasCustomPrompt="1"/>
          </p:nvPr>
        </p:nvSpPr>
        <p:spPr>
          <a:xfrm>
            <a:off x="8298473" y="1897063"/>
            <a:ext cx="3485540" cy="4376737"/>
          </a:xfrm>
          <a:prstGeom prst="rect">
            <a:avLst/>
          </a:prstGeom>
        </p:spPr>
        <p:txBody>
          <a:bodyPr/>
          <a:lstStyle>
            <a:lvl1pPr>
              <a:defRPr b="1" i="0">
                <a:latin typeface="Arial" panose="020B0604020202020204" pitchFamily="34" charset="0"/>
              </a:defRPr>
            </a:lvl1pPr>
            <a:lvl2pPr>
              <a:defRPr b="1" i="0">
                <a:latin typeface="Arial" panose="020B0604020202020204" pitchFamily="34" charset="0"/>
              </a:defRPr>
            </a:lvl2pPr>
            <a:lvl3pPr>
              <a:defRPr b="0" i="0">
                <a:latin typeface="Arial" panose="020B0604020202020204" pitchFamily="34" charset="0"/>
              </a:defRPr>
            </a:lvl3pPr>
            <a:lvl4pPr>
              <a:defRPr b="0" i="0">
                <a:latin typeface="Arial" panose="020B0604020202020204" pitchFamily="34" charset="0"/>
              </a:defRPr>
            </a:lvl4pPr>
            <a:lvl5pPr>
              <a:defRPr b="0" i="0">
                <a:latin typeface="Arial" panose="020B0604020202020204" pitchFamily="34" charset="0"/>
              </a:defRPr>
            </a:lvl5pPr>
          </a:lstStyle>
          <a:p>
            <a:pPr lvl="0"/>
            <a:r>
              <a:rPr lang="en-US" noProof="0"/>
              <a:t>This is your first level of text, click here to add text</a:t>
            </a:r>
          </a:p>
          <a:p>
            <a:pPr lvl="1"/>
            <a:r>
              <a:rPr lang="en-US" noProof="0"/>
              <a:t>This is the second level of text</a:t>
            </a:r>
          </a:p>
          <a:p>
            <a:pPr lvl="2"/>
            <a:r>
              <a:rPr lang="en-US" noProof="0"/>
              <a:t>Third level of text</a:t>
            </a:r>
          </a:p>
          <a:p>
            <a:pPr lvl="3"/>
            <a:r>
              <a:rPr lang="en-US" noProof="0"/>
              <a:t>This is the fourth level of text</a:t>
            </a:r>
          </a:p>
          <a:p>
            <a:pPr lvl="4"/>
            <a:r>
              <a:rPr lang="en-US" noProof="0"/>
              <a:t>This is the fifth level of text</a:t>
            </a:r>
            <a:endParaRPr lang="en-GB" noProof="0"/>
          </a:p>
        </p:txBody>
      </p:sp>
      <p:cxnSp>
        <p:nvCxnSpPr>
          <p:cNvPr id="12" name="Connecteur droit 11">
            <a:extLst>
              <a:ext uri="{FF2B5EF4-FFF2-40B4-BE49-F238E27FC236}">
                <a16:creationId xmlns:a16="http://schemas.microsoft.com/office/drawing/2014/main" id="{89B6831B-4CE9-E90E-6336-5EE5AE464497}"/>
              </a:ext>
            </a:extLst>
          </p:cNvPr>
          <p:cNvCxnSpPr>
            <a:cxnSpLocks/>
          </p:cNvCxnSpPr>
          <p:nvPr userDrawn="1"/>
        </p:nvCxnSpPr>
        <p:spPr>
          <a:xfrm>
            <a:off x="11784013" y="0"/>
            <a:ext cx="0" cy="6857997"/>
          </a:xfrm>
          <a:prstGeom prst="line">
            <a:avLst/>
          </a:prstGeom>
          <a:ln>
            <a:gradFill flip="none" rotWithShape="1">
              <a:gsLst>
                <a:gs pos="27000">
                  <a:srgbClr val="006A4E">
                    <a:alpha val="60000"/>
                  </a:srgbClr>
                </a:gs>
                <a:gs pos="0">
                  <a:schemeClr val="accent1">
                    <a:alpha val="0"/>
                  </a:schemeClr>
                </a:gs>
                <a:gs pos="100000">
                  <a:schemeClr val="accent1">
                    <a:alpha val="0"/>
                  </a:schemeClr>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3" name="Connecteur droit 12">
            <a:extLst>
              <a:ext uri="{FF2B5EF4-FFF2-40B4-BE49-F238E27FC236}">
                <a16:creationId xmlns:a16="http://schemas.microsoft.com/office/drawing/2014/main" id="{76676F3C-7B5F-976E-720D-DD137FF40364}"/>
              </a:ext>
            </a:extLst>
          </p:cNvPr>
          <p:cNvCxnSpPr>
            <a:cxnSpLocks/>
          </p:cNvCxnSpPr>
          <p:nvPr userDrawn="1"/>
        </p:nvCxnSpPr>
        <p:spPr>
          <a:xfrm flipH="1">
            <a:off x="0" y="6267937"/>
            <a:ext cx="12209323" cy="0"/>
          </a:xfrm>
          <a:prstGeom prst="line">
            <a:avLst/>
          </a:prstGeom>
          <a:ln>
            <a:gradFill flip="none" rotWithShape="1">
              <a:gsLst>
                <a:gs pos="68000">
                  <a:srgbClr val="006A4E"/>
                </a:gs>
                <a:gs pos="36000">
                  <a:srgbClr val="006A4E">
                    <a:alpha val="60000"/>
                  </a:srgbClr>
                </a:gs>
                <a:gs pos="0">
                  <a:schemeClr val="accent1">
                    <a:alpha val="0"/>
                  </a:schemeClr>
                </a:gs>
                <a:gs pos="100000">
                  <a:schemeClr val="accent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4" name="Espace réservé du texte 14">
            <a:extLst>
              <a:ext uri="{FF2B5EF4-FFF2-40B4-BE49-F238E27FC236}">
                <a16:creationId xmlns:a16="http://schemas.microsoft.com/office/drawing/2014/main" id="{EED7A63E-8B01-74B6-D51E-63D1C352DA5A}"/>
              </a:ext>
            </a:extLst>
          </p:cNvPr>
          <p:cNvSpPr>
            <a:spLocks noGrp="1"/>
          </p:cNvSpPr>
          <p:nvPr>
            <p:ph type="body" sz="quarter" idx="12" hasCustomPrompt="1"/>
          </p:nvPr>
        </p:nvSpPr>
        <p:spPr>
          <a:xfrm>
            <a:off x="442913" y="735890"/>
            <a:ext cx="2201227" cy="327025"/>
          </a:xfrm>
          <a:prstGeom prst="roundRect">
            <a:avLst>
              <a:gd name="adj" fmla="val 5793"/>
            </a:avLst>
          </a:prstGeom>
          <a:solidFill>
            <a:schemeClr val="accent6"/>
          </a:solidFill>
        </p:spPr>
        <p:txBody>
          <a:bodyPr bIns="0" anchor="ctr" anchorCtr="0"/>
          <a:lstStyle>
            <a:lvl1pPr algn="ctr">
              <a:defRPr lang="fr-FR" sz="1000" b="1" i="0" kern="1200" cap="all" spc="300" baseline="0" dirty="0" smtClean="0">
                <a:solidFill>
                  <a:schemeClr val="lt1"/>
                </a:solidFill>
                <a:latin typeface="Arial" panose="020B0604020202020204" pitchFamily="34" charset="0"/>
                <a:ea typeface="+mn-ea"/>
                <a:cs typeface="+mn-cs"/>
              </a:defRPr>
            </a:lvl1pPr>
            <a:lvl2pPr>
              <a:defRPr lang="fr-FR" sz="1000" kern="1200" spc="300" dirty="0" smtClean="0">
                <a:solidFill>
                  <a:schemeClr val="lt1"/>
                </a:solidFill>
                <a:latin typeface="Arial" pitchFamily="34" charset="0"/>
                <a:ea typeface="+mn-ea"/>
                <a:cs typeface="+mn-cs"/>
              </a:defRPr>
            </a:lvl2pPr>
            <a:lvl3pPr>
              <a:defRPr lang="fr-FR" sz="1000" kern="1200" spc="300" dirty="0" smtClean="0">
                <a:solidFill>
                  <a:schemeClr val="lt1"/>
                </a:solidFill>
                <a:latin typeface="Arial" pitchFamily="34" charset="0"/>
                <a:ea typeface="+mn-ea"/>
                <a:cs typeface="+mn-cs"/>
              </a:defRPr>
            </a:lvl3pPr>
            <a:lvl4pPr>
              <a:defRPr lang="fr-FR" sz="1000" kern="1200" spc="300" dirty="0" smtClean="0">
                <a:solidFill>
                  <a:schemeClr val="lt1"/>
                </a:solidFill>
                <a:latin typeface="Arial" pitchFamily="34" charset="0"/>
                <a:ea typeface="+mn-ea"/>
                <a:cs typeface="+mn-cs"/>
              </a:defRPr>
            </a:lvl4pPr>
            <a:lvl5pPr>
              <a:defRPr lang="fr-FR" sz="1000" kern="1200" spc="300" dirty="0">
                <a:solidFill>
                  <a:schemeClr val="lt1"/>
                </a:solidFill>
                <a:latin typeface="Arial" pitchFamily="34" charset="0"/>
                <a:ea typeface="+mn-ea"/>
                <a:cs typeface="+mn-cs"/>
              </a:defRPr>
            </a:lvl5pPr>
          </a:lstStyle>
          <a:p>
            <a:pPr lvl="0"/>
            <a:r>
              <a:rPr lang="fr-FR"/>
              <a:t>YOUR SURTITLE</a:t>
            </a:r>
          </a:p>
        </p:txBody>
      </p:sp>
    </p:spTree>
    <p:extLst>
      <p:ext uri="{BB962C8B-B14F-4D97-AF65-F5344CB8AC3E}">
        <p14:creationId xmlns:p14="http://schemas.microsoft.com/office/powerpoint/2010/main" val="233848643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re et contenu 4">
    <p:bg>
      <p:bgPr>
        <a:solidFill>
          <a:srgbClr val="FFFFFF"/>
        </a:solidFill>
        <a:effectLst/>
      </p:bgPr>
    </p:bg>
    <p:spTree>
      <p:nvGrpSpPr>
        <p:cNvPr id="1" name=""/>
        <p:cNvGrpSpPr/>
        <p:nvPr/>
      </p:nvGrpSpPr>
      <p:grpSpPr>
        <a:xfrm>
          <a:off x="0" y="0"/>
          <a:ext cx="0" cy="0"/>
          <a:chOff x="0" y="0"/>
          <a:chExt cx="0" cy="0"/>
        </a:xfrm>
      </p:grpSpPr>
      <p:sp>
        <p:nvSpPr>
          <p:cNvPr id="2" name="Espace réservé du pied de page 1">
            <a:extLst>
              <a:ext uri="{FF2B5EF4-FFF2-40B4-BE49-F238E27FC236}">
                <a16:creationId xmlns:a16="http://schemas.microsoft.com/office/drawing/2014/main" id="{76CF4BF7-9EF2-4F50-994E-78E11BE142CF}"/>
              </a:ext>
            </a:extLst>
          </p:cNvPr>
          <p:cNvSpPr>
            <a:spLocks noGrp="1"/>
          </p:cNvSpPr>
          <p:nvPr>
            <p:ph type="ftr" sz="quarter" idx="10"/>
          </p:nvPr>
        </p:nvSpPr>
        <p:spPr/>
        <p:txBody>
          <a:bodyPr/>
          <a:lstStyle>
            <a:lvl1pPr>
              <a:defRPr b="1" i="0">
                <a:latin typeface="Arial" panose="020B0604020202020204" pitchFamily="34" charset="0"/>
              </a:defRPr>
            </a:lvl1pPr>
          </a:lstStyle>
          <a:p>
            <a:r>
              <a:rPr lang="fr-FR" dirty="0" err="1"/>
              <a:t>Presentation</a:t>
            </a:r>
            <a:r>
              <a:rPr lang="fr-FR" dirty="0"/>
              <a:t> </a:t>
            </a:r>
            <a:r>
              <a:rPr lang="fr-FR" dirty="0" err="1"/>
              <a:t>title</a:t>
            </a:r>
            <a:endParaRPr lang="fr-FR" dirty="0"/>
          </a:p>
        </p:txBody>
      </p:sp>
      <p:sp>
        <p:nvSpPr>
          <p:cNvPr id="3" name="Espace réservé du numéro de diapositive 2">
            <a:extLst>
              <a:ext uri="{FF2B5EF4-FFF2-40B4-BE49-F238E27FC236}">
                <a16:creationId xmlns:a16="http://schemas.microsoft.com/office/drawing/2014/main" id="{B3D6BD79-B399-6FD4-6478-F6D34991BA01}"/>
              </a:ext>
            </a:extLst>
          </p:cNvPr>
          <p:cNvSpPr>
            <a:spLocks noGrp="1"/>
          </p:cNvSpPr>
          <p:nvPr>
            <p:ph type="sldNum" sz="quarter" idx="11"/>
          </p:nvPr>
        </p:nvSpPr>
        <p:spPr/>
        <p:txBody>
          <a:bodyPr/>
          <a:lstStyle>
            <a:lvl1pPr>
              <a:defRPr b="1" i="0">
                <a:latin typeface="Arial" panose="020B0604020202020204" pitchFamily="34" charset="0"/>
              </a:defRPr>
            </a:lvl1pPr>
          </a:lstStyle>
          <a:p>
            <a:fld id="{29BED1D5-2372-4BA3-AEA9-1F7A0F9A5921}" type="slidenum">
              <a:rPr lang="fr-FR" smtClean="0"/>
              <a:pPr/>
              <a:t>‹#›</a:t>
            </a:fld>
            <a:endParaRPr lang="fr-FR"/>
          </a:p>
        </p:txBody>
      </p:sp>
      <p:pic>
        <p:nvPicPr>
          <p:cNvPr id="5" name="Graphique 4">
            <a:extLst>
              <a:ext uri="{FF2B5EF4-FFF2-40B4-BE49-F238E27FC236}">
                <a16:creationId xmlns:a16="http://schemas.microsoft.com/office/drawing/2014/main" id="{3C52D4E7-0B21-3731-049E-5C18DBFF51C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46038" y="94263"/>
            <a:ext cx="1906603" cy="623543"/>
          </a:xfrm>
          <a:prstGeom prst="rect">
            <a:avLst/>
          </a:prstGeom>
        </p:spPr>
      </p:pic>
      <p:sp>
        <p:nvSpPr>
          <p:cNvPr id="6" name="Titre 5">
            <a:extLst>
              <a:ext uri="{FF2B5EF4-FFF2-40B4-BE49-F238E27FC236}">
                <a16:creationId xmlns:a16="http://schemas.microsoft.com/office/drawing/2014/main" id="{95A5F27C-9FB5-72FC-4720-CF586DA90926}"/>
              </a:ext>
            </a:extLst>
          </p:cNvPr>
          <p:cNvSpPr>
            <a:spLocks noGrp="1"/>
          </p:cNvSpPr>
          <p:nvPr>
            <p:ph type="title" hasCustomPrompt="1"/>
          </p:nvPr>
        </p:nvSpPr>
        <p:spPr>
          <a:xfrm>
            <a:off x="412159" y="1225279"/>
            <a:ext cx="11371854" cy="498598"/>
          </a:xfrm>
        </p:spPr>
        <p:txBody>
          <a:bodyPr/>
          <a:lstStyle>
            <a:lvl1pPr>
              <a:defRPr b="1" i="0">
                <a:latin typeface="Arial" panose="020B0604020202020204" pitchFamily="34" charset="0"/>
              </a:defRPr>
            </a:lvl1pPr>
          </a:lstStyle>
          <a:p>
            <a:r>
              <a:rPr lang="en-US"/>
              <a:t>The title of your slide</a:t>
            </a:r>
            <a:endParaRPr lang="fr-FR"/>
          </a:p>
        </p:txBody>
      </p:sp>
      <p:sp>
        <p:nvSpPr>
          <p:cNvPr id="10" name="Espace réservé du texte 9">
            <a:extLst>
              <a:ext uri="{FF2B5EF4-FFF2-40B4-BE49-F238E27FC236}">
                <a16:creationId xmlns:a16="http://schemas.microsoft.com/office/drawing/2014/main" id="{2494B2AB-7912-6C5A-DF65-5B05F7CFD054}"/>
              </a:ext>
            </a:extLst>
          </p:cNvPr>
          <p:cNvSpPr>
            <a:spLocks noGrp="1"/>
          </p:cNvSpPr>
          <p:nvPr>
            <p:ph type="body" sz="quarter" idx="13" hasCustomPrompt="1"/>
          </p:nvPr>
        </p:nvSpPr>
        <p:spPr>
          <a:xfrm>
            <a:off x="433375" y="1897063"/>
            <a:ext cx="2743200" cy="4376737"/>
          </a:xfrm>
          <a:prstGeom prst="rect">
            <a:avLst/>
          </a:prstGeom>
        </p:spPr>
        <p:txBody>
          <a:bodyPr/>
          <a:lstStyle>
            <a:lvl1pPr>
              <a:defRPr b="1" i="0">
                <a:latin typeface="Arial" panose="020B0604020202020204" pitchFamily="34" charset="0"/>
              </a:defRPr>
            </a:lvl1pPr>
            <a:lvl2pPr>
              <a:defRPr b="0" i="0">
                <a:latin typeface="Arial" panose="020B0604020202020204" pitchFamily="34" charset="0"/>
              </a:defRPr>
            </a:lvl2pPr>
            <a:lvl3pPr>
              <a:defRPr b="0" i="0">
                <a:latin typeface="Arial" panose="020B0604020202020204" pitchFamily="34" charset="0"/>
              </a:defRPr>
            </a:lvl3pPr>
            <a:lvl4pPr>
              <a:defRPr b="0" i="0">
                <a:latin typeface="Arial" panose="020B0604020202020204" pitchFamily="34" charset="0"/>
              </a:defRPr>
            </a:lvl4pPr>
            <a:lvl5pPr>
              <a:defRPr b="0" i="0">
                <a:latin typeface="Arial" panose="020B0604020202020204" pitchFamily="34" charset="0"/>
              </a:defRPr>
            </a:lvl5pPr>
          </a:lstStyle>
          <a:p>
            <a:pPr lvl="0"/>
            <a:r>
              <a:rPr lang="en-US" noProof="0"/>
              <a:t>This is your first level of text, click here to add text</a:t>
            </a:r>
          </a:p>
          <a:p>
            <a:pPr lvl="1"/>
            <a:r>
              <a:rPr lang="en-US" noProof="0"/>
              <a:t>This is the second level of text</a:t>
            </a:r>
          </a:p>
          <a:p>
            <a:pPr lvl="2"/>
            <a:r>
              <a:rPr lang="en-US" noProof="0"/>
              <a:t>Third level of text</a:t>
            </a:r>
          </a:p>
          <a:p>
            <a:pPr lvl="3"/>
            <a:r>
              <a:rPr lang="en-US" noProof="0"/>
              <a:t>This is the fourth level of text</a:t>
            </a:r>
          </a:p>
          <a:p>
            <a:pPr lvl="4"/>
            <a:r>
              <a:rPr lang="en-US" noProof="0"/>
              <a:t>This is the fifth level of text</a:t>
            </a:r>
            <a:endParaRPr lang="en-GB" noProof="0"/>
          </a:p>
        </p:txBody>
      </p:sp>
      <p:sp>
        <p:nvSpPr>
          <p:cNvPr id="4" name="Espace réservé du texte 9">
            <a:extLst>
              <a:ext uri="{FF2B5EF4-FFF2-40B4-BE49-F238E27FC236}">
                <a16:creationId xmlns:a16="http://schemas.microsoft.com/office/drawing/2014/main" id="{CFD9CF5B-56E6-A426-F54A-4F09554A0B02}"/>
              </a:ext>
            </a:extLst>
          </p:cNvPr>
          <p:cNvSpPr>
            <a:spLocks noGrp="1"/>
          </p:cNvSpPr>
          <p:nvPr>
            <p:ph type="body" sz="quarter" idx="14" hasCustomPrompt="1"/>
          </p:nvPr>
        </p:nvSpPr>
        <p:spPr>
          <a:xfrm>
            <a:off x="3302521" y="1897063"/>
            <a:ext cx="2743200" cy="4376737"/>
          </a:xfrm>
          <a:prstGeom prst="rect">
            <a:avLst/>
          </a:prstGeom>
        </p:spPr>
        <p:txBody>
          <a:bodyPr/>
          <a:lstStyle>
            <a:lvl1pPr>
              <a:defRPr b="1" i="0">
                <a:latin typeface="Arial" panose="020B0604020202020204" pitchFamily="34" charset="0"/>
              </a:defRPr>
            </a:lvl1pPr>
            <a:lvl2pPr>
              <a:defRPr b="0" i="0">
                <a:latin typeface="Arial" panose="020B0604020202020204" pitchFamily="34" charset="0"/>
              </a:defRPr>
            </a:lvl2pPr>
            <a:lvl3pPr>
              <a:defRPr b="0" i="0">
                <a:latin typeface="Arial" panose="020B0604020202020204" pitchFamily="34" charset="0"/>
              </a:defRPr>
            </a:lvl3pPr>
            <a:lvl4pPr>
              <a:defRPr b="0" i="0">
                <a:latin typeface="Arial" panose="020B0604020202020204" pitchFamily="34" charset="0"/>
              </a:defRPr>
            </a:lvl4pPr>
            <a:lvl5pPr>
              <a:defRPr b="0" i="0">
                <a:latin typeface="Arial" panose="020B0604020202020204" pitchFamily="34" charset="0"/>
              </a:defRPr>
            </a:lvl5pPr>
          </a:lstStyle>
          <a:p>
            <a:pPr lvl="0"/>
            <a:r>
              <a:rPr lang="en-US" noProof="0"/>
              <a:t>This is your first level of text, click here to add text</a:t>
            </a:r>
          </a:p>
          <a:p>
            <a:pPr lvl="1"/>
            <a:r>
              <a:rPr lang="en-US" noProof="0"/>
              <a:t>This is the second level of text</a:t>
            </a:r>
          </a:p>
          <a:p>
            <a:pPr lvl="2"/>
            <a:r>
              <a:rPr lang="en-US" noProof="0"/>
              <a:t>Third level of text</a:t>
            </a:r>
          </a:p>
          <a:p>
            <a:pPr lvl="3"/>
            <a:r>
              <a:rPr lang="en-US" noProof="0"/>
              <a:t>This is the fourth level of text</a:t>
            </a:r>
          </a:p>
          <a:p>
            <a:pPr lvl="4"/>
            <a:r>
              <a:rPr lang="en-US" noProof="0"/>
              <a:t>This is the fifth level of text</a:t>
            </a:r>
            <a:endParaRPr lang="en-GB" noProof="0"/>
          </a:p>
        </p:txBody>
      </p:sp>
      <p:sp>
        <p:nvSpPr>
          <p:cNvPr id="11" name="Espace réservé du texte 9">
            <a:extLst>
              <a:ext uri="{FF2B5EF4-FFF2-40B4-BE49-F238E27FC236}">
                <a16:creationId xmlns:a16="http://schemas.microsoft.com/office/drawing/2014/main" id="{E669C76A-41D3-7E03-2201-87B5B1DD67B7}"/>
              </a:ext>
            </a:extLst>
          </p:cNvPr>
          <p:cNvSpPr>
            <a:spLocks noGrp="1"/>
          </p:cNvSpPr>
          <p:nvPr>
            <p:ph type="body" sz="quarter" idx="15" hasCustomPrompt="1"/>
          </p:nvPr>
        </p:nvSpPr>
        <p:spPr>
          <a:xfrm>
            <a:off x="6171667" y="1897063"/>
            <a:ext cx="2743200" cy="4376737"/>
          </a:xfrm>
          <a:prstGeom prst="rect">
            <a:avLst/>
          </a:prstGeom>
        </p:spPr>
        <p:txBody>
          <a:bodyPr/>
          <a:lstStyle>
            <a:lvl1pPr>
              <a:defRPr b="1" i="0">
                <a:latin typeface="Arial" panose="020B0604020202020204" pitchFamily="34" charset="0"/>
              </a:defRPr>
            </a:lvl1pPr>
            <a:lvl2pPr>
              <a:defRPr b="0" i="0">
                <a:latin typeface="Arial" panose="020B0604020202020204" pitchFamily="34" charset="0"/>
              </a:defRPr>
            </a:lvl2pPr>
            <a:lvl3pPr>
              <a:defRPr b="0" i="0">
                <a:latin typeface="Arial" panose="020B0604020202020204" pitchFamily="34" charset="0"/>
              </a:defRPr>
            </a:lvl3pPr>
            <a:lvl4pPr>
              <a:defRPr b="0" i="0">
                <a:latin typeface="Arial" panose="020B0604020202020204" pitchFamily="34" charset="0"/>
              </a:defRPr>
            </a:lvl4pPr>
            <a:lvl5pPr>
              <a:defRPr b="0" i="0">
                <a:latin typeface="Arial" panose="020B0604020202020204" pitchFamily="34" charset="0"/>
              </a:defRPr>
            </a:lvl5pPr>
          </a:lstStyle>
          <a:p>
            <a:pPr lvl="0"/>
            <a:r>
              <a:rPr lang="en-US" noProof="0"/>
              <a:t>This is your first level of text, click here to add text</a:t>
            </a:r>
          </a:p>
          <a:p>
            <a:pPr lvl="1"/>
            <a:r>
              <a:rPr lang="en-US" noProof="0"/>
              <a:t>This is the second level of text</a:t>
            </a:r>
          </a:p>
          <a:p>
            <a:pPr lvl="2"/>
            <a:r>
              <a:rPr lang="en-US" noProof="0"/>
              <a:t>Third level of text</a:t>
            </a:r>
          </a:p>
          <a:p>
            <a:pPr lvl="3"/>
            <a:r>
              <a:rPr lang="en-US" noProof="0"/>
              <a:t>This is the fourth level of text</a:t>
            </a:r>
          </a:p>
          <a:p>
            <a:pPr lvl="4"/>
            <a:r>
              <a:rPr lang="en-US" noProof="0"/>
              <a:t>This is the fifth level of text</a:t>
            </a:r>
            <a:endParaRPr lang="en-GB" noProof="0"/>
          </a:p>
        </p:txBody>
      </p:sp>
      <p:sp>
        <p:nvSpPr>
          <p:cNvPr id="12" name="Espace réservé du texte 9">
            <a:extLst>
              <a:ext uri="{FF2B5EF4-FFF2-40B4-BE49-F238E27FC236}">
                <a16:creationId xmlns:a16="http://schemas.microsoft.com/office/drawing/2014/main" id="{9173D0BC-D3A9-E074-16CF-EFB02D4FFE2E}"/>
              </a:ext>
            </a:extLst>
          </p:cNvPr>
          <p:cNvSpPr>
            <a:spLocks noGrp="1"/>
          </p:cNvSpPr>
          <p:nvPr>
            <p:ph type="body" sz="quarter" idx="16" hasCustomPrompt="1"/>
          </p:nvPr>
        </p:nvSpPr>
        <p:spPr>
          <a:xfrm>
            <a:off x="9040813" y="1897063"/>
            <a:ext cx="2743200" cy="4376737"/>
          </a:xfrm>
          <a:prstGeom prst="rect">
            <a:avLst/>
          </a:prstGeom>
        </p:spPr>
        <p:txBody>
          <a:bodyPr/>
          <a:lstStyle>
            <a:lvl1pPr>
              <a:defRPr b="1" i="0">
                <a:latin typeface="Arial" panose="020B0604020202020204" pitchFamily="34" charset="0"/>
              </a:defRPr>
            </a:lvl1pPr>
            <a:lvl2pPr>
              <a:defRPr b="0" i="0">
                <a:latin typeface="Arial" panose="020B0604020202020204" pitchFamily="34" charset="0"/>
              </a:defRPr>
            </a:lvl2pPr>
            <a:lvl3pPr>
              <a:defRPr b="0" i="0">
                <a:latin typeface="Arial" panose="020B0604020202020204" pitchFamily="34" charset="0"/>
              </a:defRPr>
            </a:lvl3pPr>
            <a:lvl4pPr>
              <a:defRPr b="0" i="0">
                <a:latin typeface="Arial" panose="020B0604020202020204" pitchFamily="34" charset="0"/>
              </a:defRPr>
            </a:lvl4pPr>
            <a:lvl5pPr>
              <a:defRPr b="0" i="0">
                <a:latin typeface="Arial" panose="020B0604020202020204" pitchFamily="34" charset="0"/>
              </a:defRPr>
            </a:lvl5pPr>
          </a:lstStyle>
          <a:p>
            <a:pPr lvl="0"/>
            <a:r>
              <a:rPr lang="en-US" noProof="0"/>
              <a:t>This is your first level of text, click here to add text</a:t>
            </a:r>
          </a:p>
          <a:p>
            <a:pPr lvl="1"/>
            <a:r>
              <a:rPr lang="en-US" noProof="0"/>
              <a:t>This is the second level of text</a:t>
            </a:r>
          </a:p>
          <a:p>
            <a:pPr lvl="2"/>
            <a:r>
              <a:rPr lang="en-US" noProof="0"/>
              <a:t>Third level of text</a:t>
            </a:r>
          </a:p>
          <a:p>
            <a:pPr lvl="3"/>
            <a:r>
              <a:rPr lang="en-US" noProof="0"/>
              <a:t>This is the fourth level of text</a:t>
            </a:r>
          </a:p>
          <a:p>
            <a:pPr lvl="4"/>
            <a:r>
              <a:rPr lang="en-US" noProof="0"/>
              <a:t>This is the fifth level of text</a:t>
            </a:r>
            <a:endParaRPr lang="en-GB" noProof="0"/>
          </a:p>
        </p:txBody>
      </p:sp>
      <p:cxnSp>
        <p:nvCxnSpPr>
          <p:cNvPr id="14" name="Connecteur droit 13">
            <a:extLst>
              <a:ext uri="{FF2B5EF4-FFF2-40B4-BE49-F238E27FC236}">
                <a16:creationId xmlns:a16="http://schemas.microsoft.com/office/drawing/2014/main" id="{A771A772-2C1A-1AC2-B1AF-0BB83B40003F}"/>
              </a:ext>
            </a:extLst>
          </p:cNvPr>
          <p:cNvCxnSpPr>
            <a:cxnSpLocks/>
          </p:cNvCxnSpPr>
          <p:nvPr userDrawn="1"/>
        </p:nvCxnSpPr>
        <p:spPr>
          <a:xfrm>
            <a:off x="11784013" y="0"/>
            <a:ext cx="0" cy="6857997"/>
          </a:xfrm>
          <a:prstGeom prst="line">
            <a:avLst/>
          </a:prstGeom>
          <a:ln>
            <a:gradFill flip="none" rotWithShape="1">
              <a:gsLst>
                <a:gs pos="27000">
                  <a:srgbClr val="006A4E">
                    <a:alpha val="60000"/>
                  </a:srgbClr>
                </a:gs>
                <a:gs pos="0">
                  <a:schemeClr val="accent1">
                    <a:alpha val="0"/>
                  </a:schemeClr>
                </a:gs>
                <a:gs pos="100000">
                  <a:schemeClr val="accent1">
                    <a:alpha val="0"/>
                  </a:schemeClr>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5" name="Connecteur droit 14">
            <a:extLst>
              <a:ext uri="{FF2B5EF4-FFF2-40B4-BE49-F238E27FC236}">
                <a16:creationId xmlns:a16="http://schemas.microsoft.com/office/drawing/2014/main" id="{AD14BDB4-A5C5-092F-0460-FAC307E819A7}"/>
              </a:ext>
            </a:extLst>
          </p:cNvPr>
          <p:cNvCxnSpPr>
            <a:cxnSpLocks/>
          </p:cNvCxnSpPr>
          <p:nvPr userDrawn="1"/>
        </p:nvCxnSpPr>
        <p:spPr>
          <a:xfrm flipH="1">
            <a:off x="0" y="6267937"/>
            <a:ext cx="12209323" cy="0"/>
          </a:xfrm>
          <a:prstGeom prst="line">
            <a:avLst/>
          </a:prstGeom>
          <a:ln>
            <a:gradFill flip="none" rotWithShape="1">
              <a:gsLst>
                <a:gs pos="68000">
                  <a:srgbClr val="006A4E"/>
                </a:gs>
                <a:gs pos="36000">
                  <a:srgbClr val="006A4E">
                    <a:alpha val="60000"/>
                  </a:srgbClr>
                </a:gs>
                <a:gs pos="0">
                  <a:schemeClr val="accent1">
                    <a:alpha val="0"/>
                  </a:schemeClr>
                </a:gs>
                <a:gs pos="100000">
                  <a:schemeClr val="accent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8" name="Espace réservé du texte 14">
            <a:extLst>
              <a:ext uri="{FF2B5EF4-FFF2-40B4-BE49-F238E27FC236}">
                <a16:creationId xmlns:a16="http://schemas.microsoft.com/office/drawing/2014/main" id="{3C2FEABE-1E74-F204-5CEB-C2F0991A14F6}"/>
              </a:ext>
            </a:extLst>
          </p:cNvPr>
          <p:cNvSpPr>
            <a:spLocks noGrp="1"/>
          </p:cNvSpPr>
          <p:nvPr>
            <p:ph type="body" sz="quarter" idx="12" hasCustomPrompt="1"/>
          </p:nvPr>
        </p:nvSpPr>
        <p:spPr>
          <a:xfrm>
            <a:off x="442913" y="735890"/>
            <a:ext cx="2201227" cy="327025"/>
          </a:xfrm>
          <a:prstGeom prst="roundRect">
            <a:avLst>
              <a:gd name="adj" fmla="val 5793"/>
            </a:avLst>
          </a:prstGeom>
          <a:solidFill>
            <a:schemeClr val="accent6"/>
          </a:solidFill>
        </p:spPr>
        <p:txBody>
          <a:bodyPr bIns="0" anchor="ctr" anchorCtr="0"/>
          <a:lstStyle>
            <a:lvl1pPr algn="ctr">
              <a:defRPr lang="fr-FR" sz="1000" b="1" i="0" kern="1200" cap="all" spc="300" baseline="0" dirty="0" smtClean="0">
                <a:solidFill>
                  <a:schemeClr val="lt1"/>
                </a:solidFill>
                <a:latin typeface="Arial" panose="020B0604020202020204" pitchFamily="34" charset="0"/>
                <a:ea typeface="+mn-ea"/>
                <a:cs typeface="+mn-cs"/>
              </a:defRPr>
            </a:lvl1pPr>
            <a:lvl2pPr>
              <a:defRPr lang="fr-FR" sz="1000" kern="1200" spc="300" dirty="0" smtClean="0">
                <a:solidFill>
                  <a:schemeClr val="lt1"/>
                </a:solidFill>
                <a:latin typeface="Arial" pitchFamily="34" charset="0"/>
                <a:ea typeface="+mn-ea"/>
                <a:cs typeface="+mn-cs"/>
              </a:defRPr>
            </a:lvl2pPr>
            <a:lvl3pPr>
              <a:defRPr lang="fr-FR" sz="1000" kern="1200" spc="300" dirty="0" smtClean="0">
                <a:solidFill>
                  <a:schemeClr val="lt1"/>
                </a:solidFill>
                <a:latin typeface="Arial" pitchFamily="34" charset="0"/>
                <a:ea typeface="+mn-ea"/>
                <a:cs typeface="+mn-cs"/>
              </a:defRPr>
            </a:lvl3pPr>
            <a:lvl4pPr>
              <a:defRPr lang="fr-FR" sz="1000" kern="1200" spc="300" dirty="0" smtClean="0">
                <a:solidFill>
                  <a:schemeClr val="lt1"/>
                </a:solidFill>
                <a:latin typeface="Arial" pitchFamily="34" charset="0"/>
                <a:ea typeface="+mn-ea"/>
                <a:cs typeface="+mn-cs"/>
              </a:defRPr>
            </a:lvl4pPr>
            <a:lvl5pPr>
              <a:defRPr lang="fr-FR" sz="1000" kern="1200" spc="300" dirty="0">
                <a:solidFill>
                  <a:schemeClr val="lt1"/>
                </a:solidFill>
                <a:latin typeface="Arial" pitchFamily="34" charset="0"/>
                <a:ea typeface="+mn-ea"/>
                <a:cs typeface="+mn-cs"/>
              </a:defRPr>
            </a:lvl5pPr>
          </a:lstStyle>
          <a:p>
            <a:pPr lvl="0"/>
            <a:r>
              <a:rPr lang="fr-FR"/>
              <a:t>YOUR SURTITLE</a:t>
            </a:r>
          </a:p>
        </p:txBody>
      </p:sp>
    </p:spTree>
    <p:extLst>
      <p:ext uri="{BB962C8B-B14F-4D97-AF65-F5344CB8AC3E}">
        <p14:creationId xmlns:p14="http://schemas.microsoft.com/office/powerpoint/2010/main" val="60990622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Titre et contenu 2">
    <p:bg>
      <p:bgPr>
        <a:solidFill>
          <a:srgbClr val="FFFFFF"/>
        </a:solidFill>
        <a:effectLst/>
      </p:bgPr>
    </p:bg>
    <p:spTree>
      <p:nvGrpSpPr>
        <p:cNvPr id="1" name=""/>
        <p:cNvGrpSpPr/>
        <p:nvPr/>
      </p:nvGrpSpPr>
      <p:grpSpPr>
        <a:xfrm>
          <a:off x="0" y="0"/>
          <a:ext cx="0" cy="0"/>
          <a:chOff x="0" y="0"/>
          <a:chExt cx="0" cy="0"/>
        </a:xfrm>
      </p:grpSpPr>
      <p:sp>
        <p:nvSpPr>
          <p:cNvPr id="2" name="Espace réservé du pied de page 1">
            <a:extLst>
              <a:ext uri="{FF2B5EF4-FFF2-40B4-BE49-F238E27FC236}">
                <a16:creationId xmlns:a16="http://schemas.microsoft.com/office/drawing/2014/main" id="{76CF4BF7-9EF2-4F50-994E-78E11BE142CF}"/>
              </a:ext>
            </a:extLst>
          </p:cNvPr>
          <p:cNvSpPr>
            <a:spLocks noGrp="1"/>
          </p:cNvSpPr>
          <p:nvPr>
            <p:ph type="ftr" sz="quarter" idx="10"/>
          </p:nvPr>
        </p:nvSpPr>
        <p:spPr/>
        <p:txBody>
          <a:bodyPr/>
          <a:lstStyle>
            <a:lvl1pPr>
              <a:defRPr b="1" i="0">
                <a:latin typeface="Arial" panose="020B0604020202020204" pitchFamily="34" charset="0"/>
              </a:defRPr>
            </a:lvl1pPr>
          </a:lstStyle>
          <a:p>
            <a:r>
              <a:rPr lang="fr-FR" dirty="0" err="1"/>
              <a:t>Presentation</a:t>
            </a:r>
            <a:r>
              <a:rPr lang="fr-FR" dirty="0"/>
              <a:t> </a:t>
            </a:r>
            <a:r>
              <a:rPr lang="fr-FR" dirty="0" err="1"/>
              <a:t>title</a:t>
            </a:r>
            <a:endParaRPr lang="fr-FR" dirty="0"/>
          </a:p>
        </p:txBody>
      </p:sp>
      <p:sp>
        <p:nvSpPr>
          <p:cNvPr id="3" name="Espace réservé du numéro de diapositive 2">
            <a:extLst>
              <a:ext uri="{FF2B5EF4-FFF2-40B4-BE49-F238E27FC236}">
                <a16:creationId xmlns:a16="http://schemas.microsoft.com/office/drawing/2014/main" id="{B3D6BD79-B399-6FD4-6478-F6D34991BA01}"/>
              </a:ext>
            </a:extLst>
          </p:cNvPr>
          <p:cNvSpPr>
            <a:spLocks noGrp="1"/>
          </p:cNvSpPr>
          <p:nvPr>
            <p:ph type="sldNum" sz="quarter" idx="11"/>
          </p:nvPr>
        </p:nvSpPr>
        <p:spPr/>
        <p:txBody>
          <a:bodyPr/>
          <a:lstStyle>
            <a:lvl1pPr>
              <a:defRPr b="1" i="0">
                <a:latin typeface="Arial" panose="020B0604020202020204" pitchFamily="34" charset="0"/>
              </a:defRPr>
            </a:lvl1pPr>
          </a:lstStyle>
          <a:p>
            <a:fld id="{29BED1D5-2372-4BA3-AEA9-1F7A0F9A5921}" type="slidenum">
              <a:rPr lang="fr-FR" smtClean="0"/>
              <a:pPr/>
              <a:t>‹#›</a:t>
            </a:fld>
            <a:endParaRPr lang="fr-FR"/>
          </a:p>
        </p:txBody>
      </p:sp>
      <p:pic>
        <p:nvPicPr>
          <p:cNvPr id="5" name="Graphique 4">
            <a:extLst>
              <a:ext uri="{FF2B5EF4-FFF2-40B4-BE49-F238E27FC236}">
                <a16:creationId xmlns:a16="http://schemas.microsoft.com/office/drawing/2014/main" id="{3C52D4E7-0B21-3731-049E-5C18DBFF51C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46038" y="94263"/>
            <a:ext cx="1906603" cy="623543"/>
          </a:xfrm>
          <a:prstGeom prst="rect">
            <a:avLst/>
          </a:prstGeom>
        </p:spPr>
      </p:pic>
      <p:sp>
        <p:nvSpPr>
          <p:cNvPr id="10" name="Espace réservé du texte 9">
            <a:extLst>
              <a:ext uri="{FF2B5EF4-FFF2-40B4-BE49-F238E27FC236}">
                <a16:creationId xmlns:a16="http://schemas.microsoft.com/office/drawing/2014/main" id="{2494B2AB-7912-6C5A-DF65-5B05F7CFD054}"/>
              </a:ext>
            </a:extLst>
          </p:cNvPr>
          <p:cNvSpPr>
            <a:spLocks noGrp="1"/>
          </p:cNvSpPr>
          <p:nvPr>
            <p:ph type="body" sz="quarter" idx="13" hasCustomPrompt="1"/>
          </p:nvPr>
        </p:nvSpPr>
        <p:spPr>
          <a:xfrm>
            <a:off x="433375" y="1897063"/>
            <a:ext cx="6163353" cy="4376737"/>
          </a:xfrm>
          <a:prstGeom prst="rect">
            <a:avLst/>
          </a:prstGeom>
        </p:spPr>
        <p:txBody>
          <a:bodyPr/>
          <a:lstStyle>
            <a:lvl1pPr>
              <a:defRPr b="1" i="0">
                <a:latin typeface="Arial" panose="020B0604020202020204" pitchFamily="34" charset="0"/>
              </a:defRPr>
            </a:lvl1pPr>
            <a:lvl2pPr>
              <a:defRPr b="0" i="0">
                <a:latin typeface="Arial" panose="020B0604020202020204" pitchFamily="34" charset="0"/>
              </a:defRPr>
            </a:lvl2pPr>
            <a:lvl3pPr>
              <a:defRPr b="0" i="0">
                <a:latin typeface="Arial" panose="020B0604020202020204" pitchFamily="34" charset="0"/>
              </a:defRPr>
            </a:lvl3pPr>
            <a:lvl4pPr>
              <a:defRPr b="0" i="0">
                <a:latin typeface="Arial" panose="020B0604020202020204" pitchFamily="34" charset="0"/>
              </a:defRPr>
            </a:lvl4pPr>
            <a:lvl5pPr>
              <a:defRPr b="0" i="0">
                <a:latin typeface="Arial" panose="020B0604020202020204" pitchFamily="34" charset="0"/>
              </a:defRPr>
            </a:lvl5pPr>
          </a:lstStyle>
          <a:p>
            <a:pPr lvl="0"/>
            <a:r>
              <a:rPr lang="en-US" noProof="0"/>
              <a:t>This is your first level of text, click here to add text</a:t>
            </a:r>
          </a:p>
          <a:p>
            <a:pPr lvl="1"/>
            <a:r>
              <a:rPr lang="en-US" noProof="0"/>
              <a:t>This is the second level of text</a:t>
            </a:r>
          </a:p>
          <a:p>
            <a:pPr lvl="2"/>
            <a:r>
              <a:rPr lang="en-US" noProof="0"/>
              <a:t>Third level of text</a:t>
            </a:r>
          </a:p>
          <a:p>
            <a:pPr lvl="3"/>
            <a:r>
              <a:rPr lang="en-US" noProof="0"/>
              <a:t>This is the fourth level of text</a:t>
            </a:r>
          </a:p>
          <a:p>
            <a:pPr lvl="4"/>
            <a:r>
              <a:rPr lang="en-US" noProof="0"/>
              <a:t>This is the fifth level of text</a:t>
            </a:r>
            <a:endParaRPr lang="en-GB" noProof="0"/>
          </a:p>
        </p:txBody>
      </p:sp>
      <p:sp>
        <p:nvSpPr>
          <p:cNvPr id="8" name="Titre 7">
            <a:extLst>
              <a:ext uri="{FF2B5EF4-FFF2-40B4-BE49-F238E27FC236}">
                <a16:creationId xmlns:a16="http://schemas.microsoft.com/office/drawing/2014/main" id="{8E30C77D-F02A-FFE3-324B-329188D9DD3F}"/>
              </a:ext>
            </a:extLst>
          </p:cNvPr>
          <p:cNvSpPr>
            <a:spLocks noGrp="1"/>
          </p:cNvSpPr>
          <p:nvPr>
            <p:ph type="title" hasCustomPrompt="1"/>
          </p:nvPr>
        </p:nvSpPr>
        <p:spPr>
          <a:xfrm>
            <a:off x="412159" y="1225279"/>
            <a:ext cx="5576131" cy="498598"/>
          </a:xfrm>
        </p:spPr>
        <p:txBody>
          <a:bodyPr anchor="t" anchorCtr="0"/>
          <a:lstStyle>
            <a:lvl1pPr>
              <a:defRPr b="1" i="0">
                <a:latin typeface="Arial" panose="020B0604020202020204" pitchFamily="34" charset="0"/>
              </a:defRPr>
            </a:lvl1pPr>
          </a:lstStyle>
          <a:p>
            <a:r>
              <a:rPr lang="en-US"/>
              <a:t>The title of your slide</a:t>
            </a:r>
            <a:endParaRPr lang="fr-FR"/>
          </a:p>
        </p:txBody>
      </p:sp>
      <p:cxnSp>
        <p:nvCxnSpPr>
          <p:cNvPr id="9" name="Connecteur droit 8">
            <a:extLst>
              <a:ext uri="{FF2B5EF4-FFF2-40B4-BE49-F238E27FC236}">
                <a16:creationId xmlns:a16="http://schemas.microsoft.com/office/drawing/2014/main" id="{FAAD02B7-07EE-2D41-5544-01FBE2194AA7}"/>
              </a:ext>
            </a:extLst>
          </p:cNvPr>
          <p:cNvCxnSpPr>
            <a:cxnSpLocks/>
          </p:cNvCxnSpPr>
          <p:nvPr userDrawn="1"/>
        </p:nvCxnSpPr>
        <p:spPr>
          <a:xfrm flipH="1">
            <a:off x="0" y="6267937"/>
            <a:ext cx="12209323" cy="0"/>
          </a:xfrm>
          <a:prstGeom prst="line">
            <a:avLst/>
          </a:prstGeom>
          <a:ln>
            <a:gradFill flip="none" rotWithShape="1">
              <a:gsLst>
                <a:gs pos="68000">
                  <a:srgbClr val="006A4E"/>
                </a:gs>
                <a:gs pos="36000">
                  <a:srgbClr val="006A4E">
                    <a:alpha val="60000"/>
                  </a:srgbClr>
                </a:gs>
                <a:gs pos="0">
                  <a:schemeClr val="accent1">
                    <a:alpha val="0"/>
                  </a:schemeClr>
                </a:gs>
                <a:gs pos="100000">
                  <a:schemeClr val="accent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1" name="Connecteur droit 10">
            <a:extLst>
              <a:ext uri="{FF2B5EF4-FFF2-40B4-BE49-F238E27FC236}">
                <a16:creationId xmlns:a16="http://schemas.microsoft.com/office/drawing/2014/main" id="{9D376C8D-7310-2519-5D6C-1110DC606EE8}"/>
              </a:ext>
            </a:extLst>
          </p:cNvPr>
          <p:cNvCxnSpPr>
            <a:cxnSpLocks/>
          </p:cNvCxnSpPr>
          <p:nvPr userDrawn="1"/>
        </p:nvCxnSpPr>
        <p:spPr>
          <a:xfrm>
            <a:off x="11784013" y="0"/>
            <a:ext cx="0" cy="6857997"/>
          </a:xfrm>
          <a:prstGeom prst="line">
            <a:avLst/>
          </a:prstGeom>
          <a:ln>
            <a:gradFill flip="none" rotWithShape="1">
              <a:gsLst>
                <a:gs pos="27000">
                  <a:srgbClr val="006A4E">
                    <a:alpha val="60000"/>
                  </a:srgbClr>
                </a:gs>
                <a:gs pos="0">
                  <a:schemeClr val="accent1">
                    <a:alpha val="0"/>
                  </a:schemeClr>
                </a:gs>
                <a:gs pos="100000">
                  <a:schemeClr val="accent1">
                    <a:alpha val="0"/>
                  </a:schemeClr>
                </a:gs>
              </a:gsLst>
              <a:lin ang="5400000" scaled="1"/>
              <a:tileRect/>
            </a:gradFill>
          </a:ln>
        </p:spPr>
        <p:style>
          <a:lnRef idx="1">
            <a:schemeClr val="accent1"/>
          </a:lnRef>
          <a:fillRef idx="0">
            <a:schemeClr val="accent1"/>
          </a:fillRef>
          <a:effectRef idx="0">
            <a:schemeClr val="accent1"/>
          </a:effectRef>
          <a:fontRef idx="minor">
            <a:schemeClr val="tx1"/>
          </a:fontRef>
        </p:style>
      </p:cxnSp>
      <p:sp>
        <p:nvSpPr>
          <p:cNvPr id="6" name="Espace réservé du texte 14">
            <a:extLst>
              <a:ext uri="{FF2B5EF4-FFF2-40B4-BE49-F238E27FC236}">
                <a16:creationId xmlns:a16="http://schemas.microsoft.com/office/drawing/2014/main" id="{7994D1AC-F36C-7C55-E901-7CE4F8C0A0CC}"/>
              </a:ext>
            </a:extLst>
          </p:cNvPr>
          <p:cNvSpPr>
            <a:spLocks noGrp="1"/>
          </p:cNvSpPr>
          <p:nvPr>
            <p:ph type="body" sz="quarter" idx="12" hasCustomPrompt="1"/>
          </p:nvPr>
        </p:nvSpPr>
        <p:spPr>
          <a:xfrm>
            <a:off x="442913" y="735890"/>
            <a:ext cx="2201227" cy="327025"/>
          </a:xfrm>
          <a:prstGeom prst="roundRect">
            <a:avLst>
              <a:gd name="adj" fmla="val 5793"/>
            </a:avLst>
          </a:prstGeom>
          <a:solidFill>
            <a:schemeClr val="accent6"/>
          </a:solidFill>
        </p:spPr>
        <p:txBody>
          <a:bodyPr bIns="0" anchor="ctr" anchorCtr="0"/>
          <a:lstStyle>
            <a:lvl1pPr algn="ctr">
              <a:defRPr lang="fr-FR" sz="1000" b="1" i="0" kern="1200" cap="all" spc="300" baseline="0" dirty="0" smtClean="0">
                <a:solidFill>
                  <a:schemeClr val="lt1"/>
                </a:solidFill>
                <a:latin typeface="Arial" panose="020B0604020202020204" pitchFamily="34" charset="0"/>
                <a:ea typeface="+mn-ea"/>
                <a:cs typeface="+mn-cs"/>
              </a:defRPr>
            </a:lvl1pPr>
            <a:lvl2pPr>
              <a:defRPr lang="fr-FR" sz="1000" kern="1200" spc="300" dirty="0" smtClean="0">
                <a:solidFill>
                  <a:schemeClr val="lt1"/>
                </a:solidFill>
                <a:latin typeface="Arial" pitchFamily="34" charset="0"/>
                <a:ea typeface="+mn-ea"/>
                <a:cs typeface="+mn-cs"/>
              </a:defRPr>
            </a:lvl2pPr>
            <a:lvl3pPr>
              <a:defRPr lang="fr-FR" sz="1000" kern="1200" spc="300" dirty="0" smtClean="0">
                <a:solidFill>
                  <a:schemeClr val="lt1"/>
                </a:solidFill>
                <a:latin typeface="Arial" pitchFamily="34" charset="0"/>
                <a:ea typeface="+mn-ea"/>
                <a:cs typeface="+mn-cs"/>
              </a:defRPr>
            </a:lvl3pPr>
            <a:lvl4pPr>
              <a:defRPr lang="fr-FR" sz="1000" kern="1200" spc="300" dirty="0" smtClean="0">
                <a:solidFill>
                  <a:schemeClr val="lt1"/>
                </a:solidFill>
                <a:latin typeface="Arial" pitchFamily="34" charset="0"/>
                <a:ea typeface="+mn-ea"/>
                <a:cs typeface="+mn-cs"/>
              </a:defRPr>
            </a:lvl4pPr>
            <a:lvl5pPr>
              <a:defRPr lang="fr-FR" sz="1000" kern="1200" spc="300" dirty="0">
                <a:solidFill>
                  <a:schemeClr val="lt1"/>
                </a:solidFill>
                <a:latin typeface="Arial" pitchFamily="34" charset="0"/>
                <a:ea typeface="+mn-ea"/>
                <a:cs typeface="+mn-cs"/>
              </a:defRPr>
            </a:lvl5pPr>
          </a:lstStyle>
          <a:p>
            <a:pPr lvl="0"/>
            <a:r>
              <a:rPr lang="fr-FR"/>
              <a:t>YOUR SURTITLE</a:t>
            </a:r>
          </a:p>
        </p:txBody>
      </p:sp>
      <p:sp>
        <p:nvSpPr>
          <p:cNvPr id="15" name="Espace réservé du contenu 14">
            <a:extLst>
              <a:ext uri="{FF2B5EF4-FFF2-40B4-BE49-F238E27FC236}">
                <a16:creationId xmlns:a16="http://schemas.microsoft.com/office/drawing/2014/main" id="{E625545C-5408-5EC3-D827-383060A3C645}"/>
              </a:ext>
            </a:extLst>
          </p:cNvPr>
          <p:cNvSpPr>
            <a:spLocks noGrp="1"/>
          </p:cNvSpPr>
          <p:nvPr>
            <p:ph sz="quarter" idx="15" hasCustomPrompt="1"/>
          </p:nvPr>
        </p:nvSpPr>
        <p:spPr>
          <a:xfrm>
            <a:off x="6739619" y="1875325"/>
            <a:ext cx="5044394" cy="4392612"/>
          </a:xfrm>
          <a:solidFill>
            <a:schemeClr val="bg1">
              <a:lumMod val="95000"/>
            </a:schemeClr>
          </a:solidFill>
        </p:spPr>
        <p:txBody>
          <a:bodyPr/>
          <a:lstStyle>
            <a:lvl1pPr>
              <a:defRPr b="1" i="0">
                <a:latin typeface="Arial" panose="020B0604020202020204" pitchFamily="34" charset="0"/>
              </a:defRPr>
            </a:lvl1pPr>
            <a:lvl2pPr>
              <a:defRPr b="0" i="0">
                <a:latin typeface="Arial" panose="020B0604020202020204" pitchFamily="34" charset="0"/>
              </a:defRPr>
            </a:lvl2pPr>
            <a:lvl3pPr>
              <a:defRPr b="0" i="0">
                <a:latin typeface="Arial" panose="020B0604020202020204" pitchFamily="34" charset="0"/>
              </a:defRPr>
            </a:lvl3pPr>
            <a:lvl4pPr>
              <a:defRPr b="0" i="0">
                <a:latin typeface="Arial" panose="020B0604020202020204" pitchFamily="34" charset="0"/>
              </a:defRPr>
            </a:lvl4pPr>
            <a:lvl5pPr>
              <a:defRPr b="0" i="0">
                <a:latin typeface="Arial" panose="020B0604020202020204" pitchFamily="34" charset="0"/>
              </a:defRPr>
            </a:lvl5pPr>
          </a:lstStyle>
          <a:p>
            <a:pPr lvl="0"/>
            <a:r>
              <a:rPr lang="en-US" noProof="0"/>
              <a:t>This is your first level of text, click here to add text</a:t>
            </a:r>
          </a:p>
          <a:p>
            <a:pPr lvl="1"/>
            <a:r>
              <a:rPr lang="en-US" noProof="0"/>
              <a:t>This is the second level of text</a:t>
            </a:r>
          </a:p>
          <a:p>
            <a:pPr lvl="2"/>
            <a:r>
              <a:rPr lang="en-US" noProof="0"/>
              <a:t>Third level of text</a:t>
            </a:r>
          </a:p>
          <a:p>
            <a:pPr lvl="3"/>
            <a:r>
              <a:rPr lang="en-US" noProof="0"/>
              <a:t>This is the fourth level of text</a:t>
            </a:r>
          </a:p>
          <a:p>
            <a:pPr lvl="4"/>
            <a:r>
              <a:rPr lang="en-US" noProof="0"/>
              <a:t>This is the fifth level of text</a:t>
            </a:r>
            <a:endParaRPr lang="en-GB" noProof="0"/>
          </a:p>
        </p:txBody>
      </p:sp>
      <p:cxnSp>
        <p:nvCxnSpPr>
          <p:cNvPr id="13" name="Connecteur droit 12">
            <a:extLst>
              <a:ext uri="{FF2B5EF4-FFF2-40B4-BE49-F238E27FC236}">
                <a16:creationId xmlns:a16="http://schemas.microsoft.com/office/drawing/2014/main" id="{8B7EE41C-D665-6688-9048-BF5B2EB4F82F}"/>
              </a:ext>
            </a:extLst>
          </p:cNvPr>
          <p:cNvCxnSpPr>
            <a:cxnSpLocks/>
          </p:cNvCxnSpPr>
          <p:nvPr userDrawn="1"/>
        </p:nvCxnSpPr>
        <p:spPr>
          <a:xfrm>
            <a:off x="6750505" y="0"/>
            <a:ext cx="0" cy="6857997"/>
          </a:xfrm>
          <a:prstGeom prst="line">
            <a:avLst/>
          </a:prstGeom>
          <a:ln>
            <a:gradFill flip="none" rotWithShape="1">
              <a:gsLst>
                <a:gs pos="27000">
                  <a:srgbClr val="006A4E">
                    <a:alpha val="60000"/>
                  </a:srgbClr>
                </a:gs>
                <a:gs pos="0">
                  <a:schemeClr val="accent1">
                    <a:alpha val="0"/>
                  </a:schemeClr>
                </a:gs>
                <a:gs pos="100000">
                  <a:schemeClr val="accent1">
                    <a:alpha val="0"/>
                  </a:schemeClr>
                </a:gs>
              </a:gsLst>
              <a:lin ang="5400000" scaled="1"/>
              <a:tileRect/>
            </a:gradFill>
          </a:ln>
        </p:spPr>
        <p:style>
          <a:lnRef idx="1">
            <a:schemeClr val="accent1"/>
          </a:lnRef>
          <a:fillRef idx="0">
            <a:schemeClr val="accent1"/>
          </a:fillRef>
          <a:effectRef idx="0">
            <a:schemeClr val="accent1"/>
          </a:effectRef>
          <a:fontRef idx="minor">
            <a:schemeClr val="tx1"/>
          </a:fontRef>
        </p:style>
      </p:cxnSp>
      <p:pic>
        <p:nvPicPr>
          <p:cNvPr id="12" name="Graphique 11">
            <a:extLst>
              <a:ext uri="{FF2B5EF4-FFF2-40B4-BE49-F238E27FC236}">
                <a16:creationId xmlns:a16="http://schemas.microsoft.com/office/drawing/2014/main" id="{2EFD7C07-9980-C32A-60BC-940A6755C231}"/>
              </a:ext>
            </a:extLst>
          </p:cNvPr>
          <p:cNvPicPr>
            <a:picLocks noChangeAspect="1"/>
          </p:cNvPicPr>
          <p:nvPr userDrawn="1"/>
        </p:nvPicPr>
        <p:blipFill>
          <a:blip>
            <a:extLst>
              <a:ext uri="{96DAC541-7B7A-43D3-8B79-37D633B846F1}">
                <asvg:svgBlip xmlns:asvg="http://schemas.microsoft.com/office/drawing/2016/SVG/main" r:embed="rId3"/>
              </a:ext>
            </a:extLst>
          </a:blip>
          <a:srcRect t="34501" b="38239"/>
          <a:stretch>
            <a:fillRect/>
          </a:stretch>
        </p:blipFill>
        <p:spPr>
          <a:xfrm>
            <a:off x="6749144" y="-3"/>
            <a:ext cx="5044394" cy="1869461"/>
          </a:xfrm>
          <a:prstGeom prst="rect">
            <a:avLst/>
          </a:prstGeom>
        </p:spPr>
      </p:pic>
    </p:spTree>
    <p:extLst>
      <p:ext uri="{BB962C8B-B14F-4D97-AF65-F5344CB8AC3E}">
        <p14:creationId xmlns:p14="http://schemas.microsoft.com/office/powerpoint/2010/main" val="416762929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_Titre et contenu 2">
    <p:bg>
      <p:bgPr>
        <a:solidFill>
          <a:srgbClr val="FFFFFF"/>
        </a:solidFill>
        <a:effectLst/>
      </p:bgPr>
    </p:bg>
    <p:spTree>
      <p:nvGrpSpPr>
        <p:cNvPr id="1" name=""/>
        <p:cNvGrpSpPr/>
        <p:nvPr/>
      </p:nvGrpSpPr>
      <p:grpSpPr>
        <a:xfrm>
          <a:off x="0" y="0"/>
          <a:ext cx="0" cy="0"/>
          <a:chOff x="0" y="0"/>
          <a:chExt cx="0" cy="0"/>
        </a:xfrm>
      </p:grpSpPr>
      <p:sp>
        <p:nvSpPr>
          <p:cNvPr id="2" name="Espace réservé du pied de page 1">
            <a:extLst>
              <a:ext uri="{FF2B5EF4-FFF2-40B4-BE49-F238E27FC236}">
                <a16:creationId xmlns:a16="http://schemas.microsoft.com/office/drawing/2014/main" id="{76CF4BF7-9EF2-4F50-994E-78E11BE142CF}"/>
              </a:ext>
            </a:extLst>
          </p:cNvPr>
          <p:cNvSpPr>
            <a:spLocks noGrp="1"/>
          </p:cNvSpPr>
          <p:nvPr>
            <p:ph type="ftr" sz="quarter" idx="10"/>
          </p:nvPr>
        </p:nvSpPr>
        <p:spPr/>
        <p:txBody>
          <a:bodyPr/>
          <a:lstStyle>
            <a:lvl1pPr>
              <a:defRPr b="1" i="0">
                <a:latin typeface="Arial" panose="020B0604020202020204" pitchFamily="34" charset="0"/>
              </a:defRPr>
            </a:lvl1pPr>
          </a:lstStyle>
          <a:p>
            <a:r>
              <a:rPr lang="fr-FR" dirty="0" err="1"/>
              <a:t>Presentation</a:t>
            </a:r>
            <a:r>
              <a:rPr lang="fr-FR" dirty="0"/>
              <a:t> </a:t>
            </a:r>
            <a:r>
              <a:rPr lang="fr-FR" dirty="0" err="1"/>
              <a:t>title</a:t>
            </a:r>
            <a:endParaRPr lang="fr-FR" dirty="0"/>
          </a:p>
        </p:txBody>
      </p:sp>
      <p:sp>
        <p:nvSpPr>
          <p:cNvPr id="3" name="Espace réservé du numéro de diapositive 2">
            <a:extLst>
              <a:ext uri="{FF2B5EF4-FFF2-40B4-BE49-F238E27FC236}">
                <a16:creationId xmlns:a16="http://schemas.microsoft.com/office/drawing/2014/main" id="{B3D6BD79-B399-6FD4-6478-F6D34991BA01}"/>
              </a:ext>
            </a:extLst>
          </p:cNvPr>
          <p:cNvSpPr>
            <a:spLocks noGrp="1"/>
          </p:cNvSpPr>
          <p:nvPr>
            <p:ph type="sldNum" sz="quarter" idx="11"/>
          </p:nvPr>
        </p:nvSpPr>
        <p:spPr/>
        <p:txBody>
          <a:bodyPr/>
          <a:lstStyle>
            <a:lvl1pPr>
              <a:defRPr b="1" i="0">
                <a:latin typeface="Arial" panose="020B0604020202020204" pitchFamily="34" charset="0"/>
              </a:defRPr>
            </a:lvl1pPr>
          </a:lstStyle>
          <a:p>
            <a:fld id="{29BED1D5-2372-4BA3-AEA9-1F7A0F9A5921}" type="slidenum">
              <a:rPr lang="fr-FR" smtClean="0"/>
              <a:pPr/>
              <a:t>‹#›</a:t>
            </a:fld>
            <a:endParaRPr lang="fr-FR"/>
          </a:p>
        </p:txBody>
      </p:sp>
      <p:pic>
        <p:nvPicPr>
          <p:cNvPr id="5" name="Graphique 4">
            <a:extLst>
              <a:ext uri="{FF2B5EF4-FFF2-40B4-BE49-F238E27FC236}">
                <a16:creationId xmlns:a16="http://schemas.microsoft.com/office/drawing/2014/main" id="{3C52D4E7-0B21-3731-049E-5C18DBFF51C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46038" y="94263"/>
            <a:ext cx="1906603" cy="623543"/>
          </a:xfrm>
          <a:prstGeom prst="rect">
            <a:avLst/>
          </a:prstGeom>
        </p:spPr>
      </p:pic>
      <p:sp>
        <p:nvSpPr>
          <p:cNvPr id="10" name="Espace réservé du texte 9">
            <a:extLst>
              <a:ext uri="{FF2B5EF4-FFF2-40B4-BE49-F238E27FC236}">
                <a16:creationId xmlns:a16="http://schemas.microsoft.com/office/drawing/2014/main" id="{2494B2AB-7912-6C5A-DF65-5B05F7CFD054}"/>
              </a:ext>
            </a:extLst>
          </p:cNvPr>
          <p:cNvSpPr>
            <a:spLocks noGrp="1"/>
          </p:cNvSpPr>
          <p:nvPr>
            <p:ph type="body" sz="quarter" idx="13" hasCustomPrompt="1"/>
          </p:nvPr>
        </p:nvSpPr>
        <p:spPr>
          <a:xfrm>
            <a:off x="6013684" y="1897063"/>
            <a:ext cx="5685142" cy="4376737"/>
          </a:xfrm>
          <a:prstGeom prst="rect">
            <a:avLst/>
          </a:prstGeom>
        </p:spPr>
        <p:txBody>
          <a:bodyPr/>
          <a:lstStyle>
            <a:lvl1pPr>
              <a:defRPr b="1" i="0">
                <a:latin typeface="Arial" panose="020B0604020202020204" pitchFamily="34" charset="0"/>
              </a:defRPr>
            </a:lvl1pPr>
            <a:lvl2pPr>
              <a:defRPr b="1" i="0">
                <a:latin typeface="Arial" panose="020B0604020202020204" pitchFamily="34" charset="0"/>
              </a:defRPr>
            </a:lvl2pPr>
            <a:lvl3pPr>
              <a:defRPr b="0" i="0">
                <a:latin typeface="Arial" panose="020B0604020202020204" pitchFamily="34" charset="0"/>
              </a:defRPr>
            </a:lvl3pPr>
            <a:lvl4pPr>
              <a:defRPr b="0" i="0">
                <a:latin typeface="Arial" panose="020B0604020202020204" pitchFamily="34" charset="0"/>
              </a:defRPr>
            </a:lvl4pPr>
            <a:lvl5pPr>
              <a:defRPr b="0" i="0">
                <a:latin typeface="Arial" panose="020B0604020202020204" pitchFamily="34" charset="0"/>
              </a:defRPr>
            </a:lvl5pPr>
          </a:lstStyle>
          <a:p>
            <a:pPr lvl="0"/>
            <a:r>
              <a:rPr lang="en-US" noProof="0"/>
              <a:t>This is your first level of text, click here to add text</a:t>
            </a:r>
          </a:p>
          <a:p>
            <a:pPr lvl="1"/>
            <a:r>
              <a:rPr lang="en-US" noProof="0"/>
              <a:t>This is the second level of text</a:t>
            </a:r>
          </a:p>
          <a:p>
            <a:pPr lvl="2"/>
            <a:r>
              <a:rPr lang="en-US" noProof="0"/>
              <a:t>Third level of text</a:t>
            </a:r>
          </a:p>
          <a:p>
            <a:pPr lvl="3"/>
            <a:r>
              <a:rPr lang="en-US" noProof="0"/>
              <a:t>This is the fourth level of text</a:t>
            </a:r>
          </a:p>
          <a:p>
            <a:pPr lvl="4"/>
            <a:r>
              <a:rPr lang="en-US" noProof="0"/>
              <a:t>This is the fifth level of text</a:t>
            </a:r>
            <a:endParaRPr lang="en-GB" noProof="0"/>
          </a:p>
        </p:txBody>
      </p:sp>
      <p:sp>
        <p:nvSpPr>
          <p:cNvPr id="8" name="Titre 7">
            <a:extLst>
              <a:ext uri="{FF2B5EF4-FFF2-40B4-BE49-F238E27FC236}">
                <a16:creationId xmlns:a16="http://schemas.microsoft.com/office/drawing/2014/main" id="{8E30C77D-F02A-FFE3-324B-329188D9DD3F}"/>
              </a:ext>
            </a:extLst>
          </p:cNvPr>
          <p:cNvSpPr>
            <a:spLocks noGrp="1"/>
          </p:cNvSpPr>
          <p:nvPr>
            <p:ph type="title" hasCustomPrompt="1"/>
          </p:nvPr>
        </p:nvSpPr>
        <p:spPr>
          <a:xfrm>
            <a:off x="6095999" y="1225279"/>
            <a:ext cx="5576131" cy="498598"/>
          </a:xfrm>
        </p:spPr>
        <p:txBody>
          <a:bodyPr anchor="t" anchorCtr="0"/>
          <a:lstStyle>
            <a:lvl1pPr>
              <a:defRPr b="1" i="0">
                <a:latin typeface="Arial" panose="020B0604020202020204" pitchFamily="34" charset="0"/>
              </a:defRPr>
            </a:lvl1pPr>
          </a:lstStyle>
          <a:p>
            <a:r>
              <a:rPr lang="en-US"/>
              <a:t>The title of your slide</a:t>
            </a:r>
            <a:endParaRPr lang="fr-FR"/>
          </a:p>
        </p:txBody>
      </p:sp>
      <p:cxnSp>
        <p:nvCxnSpPr>
          <p:cNvPr id="9" name="Connecteur droit 8">
            <a:extLst>
              <a:ext uri="{FF2B5EF4-FFF2-40B4-BE49-F238E27FC236}">
                <a16:creationId xmlns:a16="http://schemas.microsoft.com/office/drawing/2014/main" id="{FAAD02B7-07EE-2D41-5544-01FBE2194AA7}"/>
              </a:ext>
            </a:extLst>
          </p:cNvPr>
          <p:cNvCxnSpPr>
            <a:cxnSpLocks/>
          </p:cNvCxnSpPr>
          <p:nvPr userDrawn="1"/>
        </p:nvCxnSpPr>
        <p:spPr>
          <a:xfrm flipH="1">
            <a:off x="0" y="6267937"/>
            <a:ext cx="12209323" cy="0"/>
          </a:xfrm>
          <a:prstGeom prst="line">
            <a:avLst/>
          </a:prstGeom>
          <a:ln>
            <a:gradFill flip="none" rotWithShape="1">
              <a:gsLst>
                <a:gs pos="68000">
                  <a:srgbClr val="006A4E"/>
                </a:gs>
                <a:gs pos="36000">
                  <a:srgbClr val="006A4E">
                    <a:alpha val="60000"/>
                  </a:srgbClr>
                </a:gs>
                <a:gs pos="0">
                  <a:schemeClr val="accent1">
                    <a:alpha val="0"/>
                  </a:schemeClr>
                </a:gs>
                <a:gs pos="100000">
                  <a:schemeClr val="accent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1" name="Connecteur droit 10">
            <a:extLst>
              <a:ext uri="{FF2B5EF4-FFF2-40B4-BE49-F238E27FC236}">
                <a16:creationId xmlns:a16="http://schemas.microsoft.com/office/drawing/2014/main" id="{9D376C8D-7310-2519-5D6C-1110DC606EE8}"/>
              </a:ext>
            </a:extLst>
          </p:cNvPr>
          <p:cNvCxnSpPr>
            <a:cxnSpLocks/>
          </p:cNvCxnSpPr>
          <p:nvPr userDrawn="1"/>
        </p:nvCxnSpPr>
        <p:spPr>
          <a:xfrm>
            <a:off x="11784013" y="0"/>
            <a:ext cx="0" cy="6857997"/>
          </a:xfrm>
          <a:prstGeom prst="line">
            <a:avLst/>
          </a:prstGeom>
          <a:ln>
            <a:gradFill flip="none" rotWithShape="1">
              <a:gsLst>
                <a:gs pos="27000">
                  <a:srgbClr val="006A4E">
                    <a:alpha val="60000"/>
                  </a:srgbClr>
                </a:gs>
                <a:gs pos="0">
                  <a:schemeClr val="accent1">
                    <a:alpha val="0"/>
                  </a:schemeClr>
                </a:gs>
                <a:gs pos="100000">
                  <a:schemeClr val="accent1">
                    <a:alpha val="0"/>
                  </a:schemeClr>
                </a:gs>
              </a:gsLst>
              <a:lin ang="5400000" scaled="1"/>
              <a:tileRect/>
            </a:gradFill>
          </a:ln>
        </p:spPr>
        <p:style>
          <a:lnRef idx="1">
            <a:schemeClr val="accent1"/>
          </a:lnRef>
          <a:fillRef idx="0">
            <a:schemeClr val="accent1"/>
          </a:fillRef>
          <a:effectRef idx="0">
            <a:schemeClr val="accent1"/>
          </a:effectRef>
          <a:fontRef idx="minor">
            <a:schemeClr val="tx1"/>
          </a:fontRef>
        </p:style>
      </p:cxnSp>
      <p:sp>
        <p:nvSpPr>
          <p:cNvPr id="6" name="Espace réservé du texte 14">
            <a:extLst>
              <a:ext uri="{FF2B5EF4-FFF2-40B4-BE49-F238E27FC236}">
                <a16:creationId xmlns:a16="http://schemas.microsoft.com/office/drawing/2014/main" id="{7994D1AC-F36C-7C55-E901-7CE4F8C0A0CC}"/>
              </a:ext>
            </a:extLst>
          </p:cNvPr>
          <p:cNvSpPr>
            <a:spLocks noGrp="1"/>
          </p:cNvSpPr>
          <p:nvPr>
            <p:ph type="body" sz="quarter" idx="12" hasCustomPrompt="1"/>
          </p:nvPr>
        </p:nvSpPr>
        <p:spPr>
          <a:xfrm>
            <a:off x="6126753" y="735890"/>
            <a:ext cx="2201227" cy="327025"/>
          </a:xfrm>
          <a:prstGeom prst="roundRect">
            <a:avLst>
              <a:gd name="adj" fmla="val 5793"/>
            </a:avLst>
          </a:prstGeom>
          <a:solidFill>
            <a:schemeClr val="accent6"/>
          </a:solidFill>
        </p:spPr>
        <p:txBody>
          <a:bodyPr bIns="0" anchor="ctr" anchorCtr="0"/>
          <a:lstStyle>
            <a:lvl1pPr algn="ctr">
              <a:defRPr lang="fr-FR" sz="1000" b="1" i="0" kern="1200" cap="all" spc="300" baseline="0" dirty="0" smtClean="0">
                <a:solidFill>
                  <a:schemeClr val="lt1"/>
                </a:solidFill>
                <a:latin typeface="Arial" panose="020B0604020202020204" pitchFamily="34" charset="0"/>
                <a:ea typeface="+mn-ea"/>
                <a:cs typeface="+mn-cs"/>
              </a:defRPr>
            </a:lvl1pPr>
            <a:lvl2pPr>
              <a:defRPr lang="fr-FR" sz="1000" kern="1200" spc="300" dirty="0" smtClean="0">
                <a:solidFill>
                  <a:schemeClr val="lt1"/>
                </a:solidFill>
                <a:latin typeface="Arial" pitchFamily="34" charset="0"/>
                <a:ea typeface="+mn-ea"/>
                <a:cs typeface="+mn-cs"/>
              </a:defRPr>
            </a:lvl2pPr>
            <a:lvl3pPr>
              <a:defRPr lang="fr-FR" sz="1000" kern="1200" spc="300" dirty="0" smtClean="0">
                <a:solidFill>
                  <a:schemeClr val="lt1"/>
                </a:solidFill>
                <a:latin typeface="Arial" pitchFamily="34" charset="0"/>
                <a:ea typeface="+mn-ea"/>
                <a:cs typeface="+mn-cs"/>
              </a:defRPr>
            </a:lvl3pPr>
            <a:lvl4pPr>
              <a:defRPr lang="fr-FR" sz="1000" kern="1200" spc="300" dirty="0" smtClean="0">
                <a:solidFill>
                  <a:schemeClr val="lt1"/>
                </a:solidFill>
                <a:latin typeface="Arial" pitchFamily="34" charset="0"/>
                <a:ea typeface="+mn-ea"/>
                <a:cs typeface="+mn-cs"/>
              </a:defRPr>
            </a:lvl4pPr>
            <a:lvl5pPr>
              <a:defRPr lang="fr-FR" sz="1000" kern="1200" spc="300" dirty="0">
                <a:solidFill>
                  <a:schemeClr val="lt1"/>
                </a:solidFill>
                <a:latin typeface="Arial" pitchFamily="34" charset="0"/>
                <a:ea typeface="+mn-ea"/>
                <a:cs typeface="+mn-cs"/>
              </a:defRPr>
            </a:lvl5pPr>
          </a:lstStyle>
          <a:p>
            <a:pPr lvl="0"/>
            <a:r>
              <a:rPr lang="fr-FR"/>
              <a:t>YOUR SURTITLE</a:t>
            </a:r>
          </a:p>
        </p:txBody>
      </p:sp>
      <p:sp>
        <p:nvSpPr>
          <p:cNvPr id="7" name="Espace réservé du contenu 14">
            <a:extLst>
              <a:ext uri="{FF2B5EF4-FFF2-40B4-BE49-F238E27FC236}">
                <a16:creationId xmlns:a16="http://schemas.microsoft.com/office/drawing/2014/main" id="{68286427-A4AD-A945-9E8E-CAD10C766F56}"/>
              </a:ext>
            </a:extLst>
          </p:cNvPr>
          <p:cNvSpPr>
            <a:spLocks noGrp="1"/>
          </p:cNvSpPr>
          <p:nvPr>
            <p:ph sz="quarter" idx="15" hasCustomPrompt="1"/>
          </p:nvPr>
        </p:nvSpPr>
        <p:spPr>
          <a:xfrm>
            <a:off x="0" y="717806"/>
            <a:ext cx="5666517" cy="5550131"/>
          </a:xfrm>
          <a:solidFill>
            <a:schemeClr val="bg1">
              <a:lumMod val="95000"/>
            </a:schemeClr>
          </a:solidFill>
        </p:spPr>
        <p:txBody>
          <a:bodyPr/>
          <a:lstStyle>
            <a:lvl1pPr>
              <a:defRPr b="1" i="0">
                <a:latin typeface="Arial" panose="020B0604020202020204" pitchFamily="34" charset="0"/>
              </a:defRPr>
            </a:lvl1pPr>
            <a:lvl2pPr>
              <a:defRPr b="0" i="0">
                <a:latin typeface="Arial" panose="020B0604020202020204" pitchFamily="34" charset="0"/>
              </a:defRPr>
            </a:lvl2pPr>
            <a:lvl3pPr>
              <a:defRPr b="0" i="0">
                <a:latin typeface="Arial" panose="020B0604020202020204" pitchFamily="34" charset="0"/>
              </a:defRPr>
            </a:lvl3pPr>
            <a:lvl4pPr>
              <a:defRPr b="0" i="0">
                <a:latin typeface="Arial" panose="020B0604020202020204" pitchFamily="34" charset="0"/>
              </a:defRPr>
            </a:lvl4pPr>
            <a:lvl5pPr>
              <a:defRPr b="0" i="0">
                <a:latin typeface="Arial" panose="020B0604020202020204" pitchFamily="34" charset="0"/>
              </a:defRPr>
            </a:lvl5pPr>
          </a:lstStyle>
          <a:p>
            <a:pPr lvl="0"/>
            <a:r>
              <a:rPr lang="en-US" noProof="0"/>
              <a:t>This is your first level of text, click here to add text</a:t>
            </a:r>
          </a:p>
          <a:p>
            <a:pPr lvl="1"/>
            <a:r>
              <a:rPr lang="en-US" noProof="0"/>
              <a:t>This is the second level of text</a:t>
            </a:r>
          </a:p>
          <a:p>
            <a:pPr lvl="2"/>
            <a:r>
              <a:rPr lang="en-US" noProof="0"/>
              <a:t>Third level of text</a:t>
            </a:r>
          </a:p>
          <a:p>
            <a:pPr lvl="3"/>
            <a:r>
              <a:rPr lang="en-US" noProof="0"/>
              <a:t>This is the fourth level of text</a:t>
            </a:r>
          </a:p>
          <a:p>
            <a:pPr lvl="4"/>
            <a:r>
              <a:rPr lang="en-US" noProof="0"/>
              <a:t>This is the fifth level of text</a:t>
            </a:r>
            <a:endParaRPr lang="en-GB" noProof="0"/>
          </a:p>
        </p:txBody>
      </p:sp>
      <p:cxnSp>
        <p:nvCxnSpPr>
          <p:cNvPr id="13" name="Connecteur droit 12">
            <a:extLst>
              <a:ext uri="{FF2B5EF4-FFF2-40B4-BE49-F238E27FC236}">
                <a16:creationId xmlns:a16="http://schemas.microsoft.com/office/drawing/2014/main" id="{83DD2A83-D909-103D-E155-39708F4FA95F}"/>
              </a:ext>
            </a:extLst>
          </p:cNvPr>
          <p:cNvCxnSpPr>
            <a:cxnSpLocks/>
          </p:cNvCxnSpPr>
          <p:nvPr userDrawn="1"/>
        </p:nvCxnSpPr>
        <p:spPr>
          <a:xfrm>
            <a:off x="5687155" y="0"/>
            <a:ext cx="0" cy="6857997"/>
          </a:xfrm>
          <a:prstGeom prst="line">
            <a:avLst/>
          </a:prstGeom>
          <a:ln>
            <a:gradFill flip="none" rotWithShape="1">
              <a:gsLst>
                <a:gs pos="27000">
                  <a:srgbClr val="006A4E">
                    <a:alpha val="60000"/>
                  </a:srgbClr>
                </a:gs>
                <a:gs pos="0">
                  <a:schemeClr val="accent1">
                    <a:alpha val="0"/>
                  </a:schemeClr>
                </a:gs>
                <a:gs pos="100000">
                  <a:schemeClr val="accent1">
                    <a:alpha val="0"/>
                  </a:schemeClr>
                </a:gs>
              </a:gsLst>
              <a:lin ang="5400000" scaled="1"/>
              <a:tileRect/>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050015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Image et contenu 4">
    <p:bg>
      <p:bgPr>
        <a:solidFill>
          <a:srgbClr val="FFFFFF"/>
        </a:solidFill>
        <a:effectLst/>
      </p:bgPr>
    </p:bg>
    <p:spTree>
      <p:nvGrpSpPr>
        <p:cNvPr id="1" name=""/>
        <p:cNvGrpSpPr/>
        <p:nvPr/>
      </p:nvGrpSpPr>
      <p:grpSpPr>
        <a:xfrm>
          <a:off x="0" y="0"/>
          <a:ext cx="0" cy="0"/>
          <a:chOff x="0" y="0"/>
          <a:chExt cx="0" cy="0"/>
        </a:xfrm>
      </p:grpSpPr>
      <p:sp>
        <p:nvSpPr>
          <p:cNvPr id="2" name="Espace réservé du pied de page 1">
            <a:extLst>
              <a:ext uri="{FF2B5EF4-FFF2-40B4-BE49-F238E27FC236}">
                <a16:creationId xmlns:a16="http://schemas.microsoft.com/office/drawing/2014/main" id="{76CF4BF7-9EF2-4F50-994E-78E11BE142CF}"/>
              </a:ext>
            </a:extLst>
          </p:cNvPr>
          <p:cNvSpPr>
            <a:spLocks noGrp="1"/>
          </p:cNvSpPr>
          <p:nvPr>
            <p:ph type="ftr" sz="quarter" idx="10"/>
          </p:nvPr>
        </p:nvSpPr>
        <p:spPr/>
        <p:txBody>
          <a:bodyPr/>
          <a:lstStyle>
            <a:lvl1pPr>
              <a:defRPr b="1" i="0">
                <a:latin typeface="Arial" panose="020B0604020202020204" pitchFamily="34" charset="0"/>
              </a:defRPr>
            </a:lvl1pPr>
          </a:lstStyle>
          <a:p>
            <a:r>
              <a:rPr lang="fr-FR" dirty="0" err="1"/>
              <a:t>Presentation</a:t>
            </a:r>
            <a:r>
              <a:rPr lang="fr-FR" dirty="0"/>
              <a:t> </a:t>
            </a:r>
            <a:r>
              <a:rPr lang="fr-FR" dirty="0" err="1"/>
              <a:t>title</a:t>
            </a:r>
            <a:endParaRPr lang="fr-FR" dirty="0"/>
          </a:p>
        </p:txBody>
      </p:sp>
      <p:sp>
        <p:nvSpPr>
          <p:cNvPr id="3" name="Espace réservé du numéro de diapositive 2">
            <a:extLst>
              <a:ext uri="{FF2B5EF4-FFF2-40B4-BE49-F238E27FC236}">
                <a16:creationId xmlns:a16="http://schemas.microsoft.com/office/drawing/2014/main" id="{B3D6BD79-B399-6FD4-6478-F6D34991BA01}"/>
              </a:ext>
            </a:extLst>
          </p:cNvPr>
          <p:cNvSpPr>
            <a:spLocks noGrp="1"/>
          </p:cNvSpPr>
          <p:nvPr>
            <p:ph type="sldNum" sz="quarter" idx="11"/>
          </p:nvPr>
        </p:nvSpPr>
        <p:spPr/>
        <p:txBody>
          <a:bodyPr/>
          <a:lstStyle>
            <a:lvl1pPr>
              <a:defRPr b="1" i="0">
                <a:latin typeface="Arial" panose="020B0604020202020204" pitchFamily="34" charset="0"/>
              </a:defRPr>
            </a:lvl1pPr>
          </a:lstStyle>
          <a:p>
            <a:fld id="{29BED1D5-2372-4BA3-AEA9-1F7A0F9A5921}" type="slidenum">
              <a:rPr lang="fr-FR" smtClean="0"/>
              <a:pPr/>
              <a:t>‹#›</a:t>
            </a:fld>
            <a:endParaRPr lang="fr-FR"/>
          </a:p>
        </p:txBody>
      </p:sp>
      <p:pic>
        <p:nvPicPr>
          <p:cNvPr id="5" name="Graphique 4">
            <a:extLst>
              <a:ext uri="{FF2B5EF4-FFF2-40B4-BE49-F238E27FC236}">
                <a16:creationId xmlns:a16="http://schemas.microsoft.com/office/drawing/2014/main" id="{3C52D4E7-0B21-3731-049E-5C18DBFF51C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46038" y="94263"/>
            <a:ext cx="1906603" cy="623543"/>
          </a:xfrm>
          <a:prstGeom prst="rect">
            <a:avLst/>
          </a:prstGeom>
        </p:spPr>
      </p:pic>
      <p:sp>
        <p:nvSpPr>
          <p:cNvPr id="11" name="Titre 10">
            <a:extLst>
              <a:ext uri="{FF2B5EF4-FFF2-40B4-BE49-F238E27FC236}">
                <a16:creationId xmlns:a16="http://schemas.microsoft.com/office/drawing/2014/main" id="{C36A98E3-999E-465B-0E98-B8A034BA4E5E}"/>
              </a:ext>
            </a:extLst>
          </p:cNvPr>
          <p:cNvSpPr>
            <a:spLocks noGrp="1"/>
          </p:cNvSpPr>
          <p:nvPr>
            <p:ph type="title" hasCustomPrompt="1"/>
          </p:nvPr>
        </p:nvSpPr>
        <p:spPr/>
        <p:txBody>
          <a:bodyPr/>
          <a:lstStyle>
            <a:lvl1pPr>
              <a:defRPr b="1" i="0">
                <a:latin typeface="Arial" panose="020B0604020202020204" pitchFamily="34" charset="0"/>
              </a:defRPr>
            </a:lvl1pPr>
          </a:lstStyle>
          <a:p>
            <a:r>
              <a:rPr lang="en-US"/>
              <a:t>The title of your slide</a:t>
            </a:r>
            <a:endParaRPr lang="fr-FR"/>
          </a:p>
        </p:txBody>
      </p:sp>
      <p:sp>
        <p:nvSpPr>
          <p:cNvPr id="4" name="Espace réservé du texte 14">
            <a:extLst>
              <a:ext uri="{FF2B5EF4-FFF2-40B4-BE49-F238E27FC236}">
                <a16:creationId xmlns:a16="http://schemas.microsoft.com/office/drawing/2014/main" id="{7C1F58B8-4010-B185-AD20-099C1CE9A0C0}"/>
              </a:ext>
            </a:extLst>
          </p:cNvPr>
          <p:cNvSpPr>
            <a:spLocks noGrp="1"/>
          </p:cNvSpPr>
          <p:nvPr>
            <p:ph type="body" sz="quarter" idx="12" hasCustomPrompt="1"/>
          </p:nvPr>
        </p:nvSpPr>
        <p:spPr>
          <a:xfrm>
            <a:off x="442913" y="735890"/>
            <a:ext cx="2201227" cy="327025"/>
          </a:xfrm>
          <a:prstGeom prst="roundRect">
            <a:avLst>
              <a:gd name="adj" fmla="val 5793"/>
            </a:avLst>
          </a:prstGeom>
          <a:solidFill>
            <a:schemeClr val="accent6"/>
          </a:solidFill>
        </p:spPr>
        <p:txBody>
          <a:bodyPr bIns="0" anchor="ctr" anchorCtr="0"/>
          <a:lstStyle>
            <a:lvl1pPr algn="ctr">
              <a:defRPr lang="fr-FR" sz="1000" b="1" i="0" kern="1200" cap="all" spc="300" baseline="0" dirty="0" smtClean="0">
                <a:solidFill>
                  <a:schemeClr val="lt1"/>
                </a:solidFill>
                <a:latin typeface="Arial" panose="020B0604020202020204" pitchFamily="34" charset="0"/>
                <a:ea typeface="+mn-ea"/>
                <a:cs typeface="+mn-cs"/>
              </a:defRPr>
            </a:lvl1pPr>
            <a:lvl2pPr>
              <a:defRPr lang="fr-FR" sz="1000" kern="1200" spc="300" dirty="0" smtClean="0">
                <a:solidFill>
                  <a:schemeClr val="lt1"/>
                </a:solidFill>
                <a:latin typeface="Arial" pitchFamily="34" charset="0"/>
                <a:ea typeface="+mn-ea"/>
                <a:cs typeface="+mn-cs"/>
              </a:defRPr>
            </a:lvl2pPr>
            <a:lvl3pPr>
              <a:defRPr lang="fr-FR" sz="1000" kern="1200" spc="300" dirty="0" smtClean="0">
                <a:solidFill>
                  <a:schemeClr val="lt1"/>
                </a:solidFill>
                <a:latin typeface="Arial" pitchFamily="34" charset="0"/>
                <a:ea typeface="+mn-ea"/>
                <a:cs typeface="+mn-cs"/>
              </a:defRPr>
            </a:lvl3pPr>
            <a:lvl4pPr>
              <a:defRPr lang="fr-FR" sz="1000" kern="1200" spc="300" dirty="0" smtClean="0">
                <a:solidFill>
                  <a:schemeClr val="lt1"/>
                </a:solidFill>
                <a:latin typeface="Arial" pitchFamily="34" charset="0"/>
                <a:ea typeface="+mn-ea"/>
                <a:cs typeface="+mn-cs"/>
              </a:defRPr>
            </a:lvl4pPr>
            <a:lvl5pPr>
              <a:defRPr lang="fr-FR" sz="1000" kern="1200" spc="300" dirty="0">
                <a:solidFill>
                  <a:schemeClr val="lt1"/>
                </a:solidFill>
                <a:latin typeface="Arial" pitchFamily="34" charset="0"/>
                <a:ea typeface="+mn-ea"/>
                <a:cs typeface="+mn-cs"/>
              </a:defRPr>
            </a:lvl5pPr>
          </a:lstStyle>
          <a:p>
            <a:pPr lvl="0"/>
            <a:r>
              <a:rPr lang="fr-FR"/>
              <a:t>YOUR SURTITLE</a:t>
            </a:r>
          </a:p>
        </p:txBody>
      </p:sp>
      <p:sp>
        <p:nvSpPr>
          <p:cNvPr id="6" name="Espace réservé du texte 9">
            <a:extLst>
              <a:ext uri="{FF2B5EF4-FFF2-40B4-BE49-F238E27FC236}">
                <a16:creationId xmlns:a16="http://schemas.microsoft.com/office/drawing/2014/main" id="{69AA6DB7-C581-EC0D-A4A2-A3EE190A8B4A}"/>
              </a:ext>
            </a:extLst>
          </p:cNvPr>
          <p:cNvSpPr>
            <a:spLocks noGrp="1"/>
          </p:cNvSpPr>
          <p:nvPr>
            <p:ph type="body" sz="quarter" idx="13" hasCustomPrompt="1"/>
          </p:nvPr>
        </p:nvSpPr>
        <p:spPr>
          <a:xfrm>
            <a:off x="551243" y="3552376"/>
            <a:ext cx="2601925" cy="775406"/>
          </a:xfrm>
          <a:prstGeom prst="rect">
            <a:avLst/>
          </a:prstGeom>
        </p:spPr>
        <p:txBody>
          <a:bodyPr>
            <a:noAutofit/>
          </a:bodyPr>
          <a:lstStyle>
            <a:lvl1pPr>
              <a:defRPr sz="1200" b="1" i="0">
                <a:latin typeface="Arial" panose="020B0604020202020204" pitchFamily="34" charset="0"/>
              </a:defRPr>
            </a:lvl1pPr>
            <a:lvl2pPr>
              <a:defRPr sz="1200" b="0" i="0">
                <a:latin typeface="Arial" panose="020B0604020202020204" pitchFamily="34" charset="0"/>
              </a:defRPr>
            </a:lvl2pPr>
            <a:lvl3pPr>
              <a:defRPr sz="1100" b="0" i="0">
                <a:latin typeface="Arial" panose="020B0604020202020204" pitchFamily="34" charset="0"/>
              </a:defRPr>
            </a:lvl3pPr>
            <a:lvl4pPr>
              <a:defRPr sz="900" b="0" i="0">
                <a:latin typeface="Arial" panose="020B0604020202020204" pitchFamily="34" charset="0"/>
              </a:defRPr>
            </a:lvl4pPr>
            <a:lvl5pPr>
              <a:defRPr sz="900" b="0" i="0">
                <a:latin typeface="Arial" panose="020B0604020202020204" pitchFamily="34" charset="0"/>
              </a:defRPr>
            </a:lvl5pPr>
          </a:lstStyle>
          <a:p>
            <a:pPr lvl="0"/>
            <a:r>
              <a:rPr lang="fr-FR" dirty="0"/>
              <a:t>This </a:t>
            </a:r>
            <a:r>
              <a:rPr lang="fr-FR" dirty="0" err="1"/>
              <a:t>is</a:t>
            </a:r>
            <a:r>
              <a:rPr lang="fr-FR" dirty="0"/>
              <a:t> </a:t>
            </a:r>
            <a:r>
              <a:rPr lang="fr-FR" dirty="0" err="1"/>
              <a:t>your</a:t>
            </a:r>
            <a:r>
              <a:rPr lang="fr-FR" dirty="0"/>
              <a:t> first </a:t>
            </a:r>
            <a:r>
              <a:rPr lang="fr-FR" dirty="0" err="1"/>
              <a:t>level</a:t>
            </a:r>
            <a:r>
              <a:rPr lang="fr-FR" dirty="0"/>
              <a:t> of </a:t>
            </a:r>
            <a:r>
              <a:rPr lang="fr-FR" dirty="0" err="1"/>
              <a:t>text</a:t>
            </a:r>
            <a:r>
              <a:rPr lang="fr-FR" dirty="0"/>
              <a:t>; click </a:t>
            </a:r>
            <a:r>
              <a:rPr lang="fr-FR" dirty="0" err="1"/>
              <a:t>here</a:t>
            </a:r>
            <a:r>
              <a:rPr lang="fr-FR" dirty="0"/>
              <a:t> to </a:t>
            </a:r>
            <a:r>
              <a:rPr lang="fr-FR" dirty="0" err="1"/>
              <a:t>add</a:t>
            </a:r>
            <a:r>
              <a:rPr lang="fr-FR" dirty="0"/>
              <a:t> </a:t>
            </a:r>
            <a:r>
              <a:rPr lang="fr-FR" dirty="0" err="1"/>
              <a:t>text</a:t>
            </a:r>
            <a:r>
              <a:rPr lang="fr-FR" dirty="0"/>
              <a:t>.</a:t>
            </a:r>
          </a:p>
        </p:txBody>
      </p:sp>
      <p:cxnSp>
        <p:nvCxnSpPr>
          <p:cNvPr id="19" name="Connecteur droit 18">
            <a:extLst>
              <a:ext uri="{FF2B5EF4-FFF2-40B4-BE49-F238E27FC236}">
                <a16:creationId xmlns:a16="http://schemas.microsoft.com/office/drawing/2014/main" id="{752576CA-E9D1-12CD-0D01-6DF4BCAFDC43}"/>
              </a:ext>
            </a:extLst>
          </p:cNvPr>
          <p:cNvCxnSpPr>
            <a:cxnSpLocks/>
          </p:cNvCxnSpPr>
          <p:nvPr userDrawn="1"/>
        </p:nvCxnSpPr>
        <p:spPr>
          <a:xfrm flipH="1">
            <a:off x="0" y="3428998"/>
            <a:ext cx="12209323" cy="0"/>
          </a:xfrm>
          <a:prstGeom prst="line">
            <a:avLst/>
          </a:prstGeom>
          <a:ln w="9525">
            <a:gradFill flip="none" rotWithShape="1">
              <a:gsLst>
                <a:gs pos="68000">
                  <a:srgbClr val="006A4E"/>
                </a:gs>
                <a:gs pos="36000">
                  <a:srgbClr val="006A4E">
                    <a:alpha val="60000"/>
                  </a:srgbClr>
                </a:gs>
                <a:gs pos="0">
                  <a:schemeClr val="accent1">
                    <a:alpha val="0"/>
                  </a:schemeClr>
                </a:gs>
                <a:gs pos="100000">
                  <a:schemeClr val="accent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37" name="Connecteur droit 36">
            <a:extLst>
              <a:ext uri="{FF2B5EF4-FFF2-40B4-BE49-F238E27FC236}">
                <a16:creationId xmlns:a16="http://schemas.microsoft.com/office/drawing/2014/main" id="{D15A9DCA-47AA-9DFD-343B-1E93747787D1}"/>
              </a:ext>
            </a:extLst>
          </p:cNvPr>
          <p:cNvCxnSpPr>
            <a:cxnSpLocks/>
          </p:cNvCxnSpPr>
          <p:nvPr userDrawn="1"/>
        </p:nvCxnSpPr>
        <p:spPr>
          <a:xfrm flipH="1">
            <a:off x="0" y="6273800"/>
            <a:ext cx="12209323" cy="0"/>
          </a:xfrm>
          <a:prstGeom prst="line">
            <a:avLst/>
          </a:prstGeom>
          <a:ln>
            <a:gradFill flip="none" rotWithShape="1">
              <a:gsLst>
                <a:gs pos="68000">
                  <a:srgbClr val="006A4E"/>
                </a:gs>
                <a:gs pos="36000">
                  <a:srgbClr val="006A4E">
                    <a:alpha val="60000"/>
                  </a:srgbClr>
                </a:gs>
                <a:gs pos="0">
                  <a:schemeClr val="accent1">
                    <a:alpha val="0"/>
                  </a:schemeClr>
                </a:gs>
                <a:gs pos="100000">
                  <a:schemeClr val="accent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38" name="Espace réservé du contenu 14">
            <a:extLst>
              <a:ext uri="{FF2B5EF4-FFF2-40B4-BE49-F238E27FC236}">
                <a16:creationId xmlns:a16="http://schemas.microsoft.com/office/drawing/2014/main" id="{C8F3F949-F1C5-D37B-B23E-7E2F5E7E62FE}"/>
              </a:ext>
            </a:extLst>
          </p:cNvPr>
          <p:cNvSpPr>
            <a:spLocks noGrp="1"/>
          </p:cNvSpPr>
          <p:nvPr>
            <p:ph sz="quarter" idx="15" hasCustomPrompt="1"/>
          </p:nvPr>
        </p:nvSpPr>
        <p:spPr>
          <a:xfrm>
            <a:off x="441482" y="1886241"/>
            <a:ext cx="2821446" cy="1538776"/>
          </a:xfrm>
          <a:solidFill>
            <a:schemeClr val="bg1">
              <a:lumMod val="95000"/>
            </a:schemeClr>
          </a:solidFill>
        </p:spPr>
        <p:txBody>
          <a:bodyPr/>
          <a:lstStyle>
            <a:lvl1pPr>
              <a:defRPr b="1" i="0">
                <a:latin typeface="Arial" panose="020B0604020202020204" pitchFamily="34" charset="0"/>
              </a:defRPr>
            </a:lvl1pPr>
          </a:lstStyle>
          <a:p>
            <a:pPr lvl="0"/>
            <a:r>
              <a:rPr lang="fr-FR"/>
              <a:t> </a:t>
            </a:r>
          </a:p>
        </p:txBody>
      </p:sp>
      <p:cxnSp>
        <p:nvCxnSpPr>
          <p:cNvPr id="29" name="Connecteur droit 28">
            <a:extLst>
              <a:ext uri="{FF2B5EF4-FFF2-40B4-BE49-F238E27FC236}">
                <a16:creationId xmlns:a16="http://schemas.microsoft.com/office/drawing/2014/main" id="{5509C7EC-29D6-B52F-9E1E-38DAAADEDFEA}"/>
              </a:ext>
            </a:extLst>
          </p:cNvPr>
          <p:cNvCxnSpPr>
            <a:cxnSpLocks/>
          </p:cNvCxnSpPr>
          <p:nvPr userDrawn="1"/>
        </p:nvCxnSpPr>
        <p:spPr>
          <a:xfrm flipH="1">
            <a:off x="0" y="3432980"/>
            <a:ext cx="12209323" cy="0"/>
          </a:xfrm>
          <a:prstGeom prst="line">
            <a:avLst/>
          </a:prstGeom>
          <a:ln w="9525">
            <a:gradFill flip="none" rotWithShape="1">
              <a:gsLst>
                <a:gs pos="68000">
                  <a:srgbClr val="006A4E"/>
                </a:gs>
                <a:gs pos="36000">
                  <a:srgbClr val="006A4E">
                    <a:alpha val="60000"/>
                  </a:srgbClr>
                </a:gs>
                <a:gs pos="0">
                  <a:schemeClr val="accent1">
                    <a:alpha val="0"/>
                  </a:schemeClr>
                </a:gs>
                <a:gs pos="100000">
                  <a:schemeClr val="accent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46" name="Espace réservé du contenu 14">
            <a:extLst>
              <a:ext uri="{FF2B5EF4-FFF2-40B4-BE49-F238E27FC236}">
                <a16:creationId xmlns:a16="http://schemas.microsoft.com/office/drawing/2014/main" id="{683409F3-A74D-0EB7-EF75-4B921CF21CDB}"/>
              </a:ext>
            </a:extLst>
          </p:cNvPr>
          <p:cNvSpPr>
            <a:spLocks noGrp="1"/>
          </p:cNvSpPr>
          <p:nvPr>
            <p:ph sz="quarter" idx="24" hasCustomPrompt="1"/>
          </p:nvPr>
        </p:nvSpPr>
        <p:spPr>
          <a:xfrm>
            <a:off x="3279142" y="1886241"/>
            <a:ext cx="2821446" cy="1538776"/>
          </a:xfrm>
          <a:solidFill>
            <a:schemeClr val="bg1">
              <a:lumMod val="95000"/>
            </a:schemeClr>
          </a:solidFill>
        </p:spPr>
        <p:txBody>
          <a:bodyPr/>
          <a:lstStyle>
            <a:lvl1pPr>
              <a:defRPr b="1" i="0">
                <a:latin typeface="Arial" panose="020B0604020202020204" pitchFamily="34" charset="0"/>
              </a:defRPr>
            </a:lvl1pPr>
          </a:lstStyle>
          <a:p>
            <a:pPr lvl="0"/>
            <a:r>
              <a:rPr lang="fr-FR"/>
              <a:t> </a:t>
            </a:r>
          </a:p>
        </p:txBody>
      </p:sp>
      <p:sp>
        <p:nvSpPr>
          <p:cNvPr id="48" name="Espace réservé du contenu 14">
            <a:extLst>
              <a:ext uri="{FF2B5EF4-FFF2-40B4-BE49-F238E27FC236}">
                <a16:creationId xmlns:a16="http://schemas.microsoft.com/office/drawing/2014/main" id="{9CB06578-7866-7A98-0FF3-270078E5517C}"/>
              </a:ext>
            </a:extLst>
          </p:cNvPr>
          <p:cNvSpPr>
            <a:spLocks noGrp="1"/>
          </p:cNvSpPr>
          <p:nvPr>
            <p:ph sz="quarter" idx="26" hasCustomPrompt="1"/>
          </p:nvPr>
        </p:nvSpPr>
        <p:spPr>
          <a:xfrm>
            <a:off x="6116802" y="1886241"/>
            <a:ext cx="2821446" cy="1538776"/>
          </a:xfrm>
          <a:solidFill>
            <a:schemeClr val="bg1">
              <a:lumMod val="95000"/>
            </a:schemeClr>
          </a:solidFill>
        </p:spPr>
        <p:txBody>
          <a:bodyPr/>
          <a:lstStyle>
            <a:lvl1pPr>
              <a:defRPr b="1" i="0">
                <a:latin typeface="Arial" panose="020B0604020202020204" pitchFamily="34" charset="0"/>
              </a:defRPr>
            </a:lvl1pPr>
          </a:lstStyle>
          <a:p>
            <a:pPr lvl="0"/>
            <a:r>
              <a:rPr lang="fr-FR"/>
              <a:t> </a:t>
            </a:r>
          </a:p>
        </p:txBody>
      </p:sp>
      <p:sp>
        <p:nvSpPr>
          <p:cNvPr id="49" name="Espace réservé du contenu 14">
            <a:extLst>
              <a:ext uri="{FF2B5EF4-FFF2-40B4-BE49-F238E27FC236}">
                <a16:creationId xmlns:a16="http://schemas.microsoft.com/office/drawing/2014/main" id="{BBFD16B1-0D0A-AEAD-6994-6388E544B81E}"/>
              </a:ext>
            </a:extLst>
          </p:cNvPr>
          <p:cNvSpPr>
            <a:spLocks noGrp="1"/>
          </p:cNvSpPr>
          <p:nvPr>
            <p:ph sz="quarter" idx="27" hasCustomPrompt="1"/>
          </p:nvPr>
        </p:nvSpPr>
        <p:spPr>
          <a:xfrm>
            <a:off x="8954462" y="1886241"/>
            <a:ext cx="2821446" cy="1538776"/>
          </a:xfrm>
          <a:solidFill>
            <a:schemeClr val="bg1">
              <a:lumMod val="95000"/>
            </a:schemeClr>
          </a:solidFill>
        </p:spPr>
        <p:txBody>
          <a:bodyPr/>
          <a:lstStyle>
            <a:lvl1pPr>
              <a:defRPr b="1" i="0">
                <a:latin typeface="Arial" panose="020B0604020202020204" pitchFamily="34" charset="0"/>
              </a:defRPr>
            </a:lvl1pPr>
          </a:lstStyle>
          <a:p>
            <a:pPr lvl="0"/>
            <a:r>
              <a:rPr lang="fr-FR"/>
              <a:t> </a:t>
            </a:r>
          </a:p>
        </p:txBody>
      </p:sp>
      <p:sp>
        <p:nvSpPr>
          <p:cNvPr id="9" name="Espace réservé du texte 9">
            <a:extLst>
              <a:ext uri="{FF2B5EF4-FFF2-40B4-BE49-F238E27FC236}">
                <a16:creationId xmlns:a16="http://schemas.microsoft.com/office/drawing/2014/main" id="{08C12748-6B4B-423A-FC7F-6C66E2EF34FD}"/>
              </a:ext>
            </a:extLst>
          </p:cNvPr>
          <p:cNvSpPr>
            <a:spLocks noGrp="1"/>
          </p:cNvSpPr>
          <p:nvPr>
            <p:ph type="body" sz="quarter" idx="28" hasCustomPrompt="1"/>
          </p:nvPr>
        </p:nvSpPr>
        <p:spPr>
          <a:xfrm>
            <a:off x="551243" y="4420971"/>
            <a:ext cx="2601925" cy="1701139"/>
          </a:xfrm>
          <a:prstGeom prst="rect">
            <a:avLst/>
          </a:prstGeom>
        </p:spPr>
        <p:txBody>
          <a:bodyPr>
            <a:noAutofit/>
          </a:bodyPr>
          <a:lstStyle>
            <a:lvl1pPr>
              <a:defRPr sz="1200" b="1" i="0">
                <a:latin typeface="Arial" panose="020B0604020202020204" pitchFamily="34" charset="0"/>
              </a:defRPr>
            </a:lvl1pPr>
            <a:lvl2pPr>
              <a:defRPr sz="1200" b="0" i="0">
                <a:latin typeface="Arial" panose="020B0604020202020204" pitchFamily="34" charset="0"/>
              </a:defRPr>
            </a:lvl2pPr>
            <a:lvl3pPr>
              <a:defRPr sz="1100" b="0" i="0">
                <a:latin typeface="Arial" panose="020B0604020202020204" pitchFamily="34" charset="0"/>
              </a:defRPr>
            </a:lvl3pPr>
            <a:lvl4pPr>
              <a:defRPr sz="900" b="0" i="0">
                <a:latin typeface="Arial" panose="020B0604020202020204" pitchFamily="34" charset="0"/>
              </a:defRPr>
            </a:lvl4pPr>
            <a:lvl5pPr>
              <a:defRPr sz="900" b="0" i="0">
                <a:latin typeface="Arial" panose="020B0604020202020204" pitchFamily="34" charset="0"/>
              </a:defRPr>
            </a:lvl5pPr>
          </a:lstStyle>
          <a:p>
            <a:pPr lvl="1"/>
            <a:r>
              <a:rPr lang="en-US" noProof="0" dirty="0"/>
              <a:t>This is the second level of text</a:t>
            </a:r>
          </a:p>
          <a:p>
            <a:pPr lvl="2"/>
            <a:r>
              <a:rPr lang="en-US" noProof="0" dirty="0"/>
              <a:t>Third level of text</a:t>
            </a:r>
          </a:p>
          <a:p>
            <a:pPr lvl="3"/>
            <a:r>
              <a:rPr lang="en-US" noProof="0" dirty="0"/>
              <a:t>This is the fourth level of text</a:t>
            </a:r>
          </a:p>
          <a:p>
            <a:pPr lvl="4"/>
            <a:r>
              <a:rPr lang="en-US" noProof="0" dirty="0"/>
              <a:t>This is the fifth level of text</a:t>
            </a:r>
            <a:endParaRPr lang="en-GB" noProof="0" dirty="0"/>
          </a:p>
        </p:txBody>
      </p:sp>
      <p:sp>
        <p:nvSpPr>
          <p:cNvPr id="15" name="Espace réservé du texte 9">
            <a:extLst>
              <a:ext uri="{FF2B5EF4-FFF2-40B4-BE49-F238E27FC236}">
                <a16:creationId xmlns:a16="http://schemas.microsoft.com/office/drawing/2014/main" id="{B5B7BB82-61D3-BF7A-E9CC-2F72DBFDA39C}"/>
              </a:ext>
            </a:extLst>
          </p:cNvPr>
          <p:cNvSpPr>
            <a:spLocks noGrp="1"/>
          </p:cNvSpPr>
          <p:nvPr>
            <p:ph type="body" sz="quarter" idx="29" hasCustomPrompt="1"/>
          </p:nvPr>
        </p:nvSpPr>
        <p:spPr>
          <a:xfrm>
            <a:off x="3388903" y="3552376"/>
            <a:ext cx="2601925" cy="775406"/>
          </a:xfrm>
          <a:prstGeom prst="rect">
            <a:avLst/>
          </a:prstGeom>
        </p:spPr>
        <p:txBody>
          <a:bodyPr>
            <a:noAutofit/>
          </a:bodyPr>
          <a:lstStyle>
            <a:lvl1pPr>
              <a:defRPr sz="1200" b="1" i="0">
                <a:latin typeface="Arial" panose="020B0604020202020204" pitchFamily="34" charset="0"/>
              </a:defRPr>
            </a:lvl1pPr>
            <a:lvl2pPr>
              <a:defRPr sz="1200" b="0" i="0">
                <a:latin typeface="Arial" panose="020B0604020202020204" pitchFamily="34" charset="0"/>
              </a:defRPr>
            </a:lvl2pPr>
            <a:lvl3pPr>
              <a:defRPr sz="1100" b="0" i="0">
                <a:latin typeface="Arial" panose="020B0604020202020204" pitchFamily="34" charset="0"/>
              </a:defRPr>
            </a:lvl3pPr>
            <a:lvl4pPr>
              <a:defRPr sz="900" b="0" i="0">
                <a:latin typeface="Arial" panose="020B0604020202020204" pitchFamily="34" charset="0"/>
              </a:defRPr>
            </a:lvl4pPr>
            <a:lvl5pPr>
              <a:defRPr sz="900" b="0" i="0">
                <a:latin typeface="Arial" panose="020B0604020202020204" pitchFamily="34" charset="0"/>
              </a:defRPr>
            </a:lvl5pPr>
          </a:lstStyle>
          <a:p>
            <a:pPr lvl="0"/>
            <a:r>
              <a:rPr lang="fr-FR" dirty="0"/>
              <a:t>This </a:t>
            </a:r>
            <a:r>
              <a:rPr lang="fr-FR" dirty="0" err="1"/>
              <a:t>is</a:t>
            </a:r>
            <a:r>
              <a:rPr lang="fr-FR" dirty="0"/>
              <a:t> </a:t>
            </a:r>
            <a:r>
              <a:rPr lang="fr-FR" dirty="0" err="1"/>
              <a:t>your</a:t>
            </a:r>
            <a:r>
              <a:rPr lang="fr-FR" dirty="0"/>
              <a:t> first </a:t>
            </a:r>
            <a:r>
              <a:rPr lang="fr-FR" dirty="0" err="1"/>
              <a:t>level</a:t>
            </a:r>
            <a:r>
              <a:rPr lang="fr-FR" dirty="0"/>
              <a:t> of </a:t>
            </a:r>
            <a:r>
              <a:rPr lang="fr-FR" dirty="0" err="1"/>
              <a:t>text</a:t>
            </a:r>
            <a:r>
              <a:rPr lang="fr-FR" dirty="0"/>
              <a:t>; click </a:t>
            </a:r>
            <a:r>
              <a:rPr lang="fr-FR" dirty="0" err="1"/>
              <a:t>here</a:t>
            </a:r>
            <a:r>
              <a:rPr lang="fr-FR" dirty="0"/>
              <a:t> to </a:t>
            </a:r>
            <a:r>
              <a:rPr lang="fr-FR" dirty="0" err="1"/>
              <a:t>add</a:t>
            </a:r>
            <a:r>
              <a:rPr lang="fr-FR" dirty="0"/>
              <a:t> </a:t>
            </a:r>
            <a:r>
              <a:rPr lang="fr-FR" dirty="0" err="1"/>
              <a:t>text</a:t>
            </a:r>
            <a:r>
              <a:rPr lang="fr-FR" dirty="0"/>
              <a:t>.</a:t>
            </a:r>
          </a:p>
        </p:txBody>
      </p:sp>
      <p:sp>
        <p:nvSpPr>
          <p:cNvPr id="16" name="Espace réservé du texte 9">
            <a:extLst>
              <a:ext uri="{FF2B5EF4-FFF2-40B4-BE49-F238E27FC236}">
                <a16:creationId xmlns:a16="http://schemas.microsoft.com/office/drawing/2014/main" id="{27AD8812-23F5-ABAF-A325-9EB5348A989F}"/>
              </a:ext>
            </a:extLst>
          </p:cNvPr>
          <p:cNvSpPr>
            <a:spLocks noGrp="1"/>
          </p:cNvSpPr>
          <p:nvPr>
            <p:ph type="body" sz="quarter" idx="30" hasCustomPrompt="1"/>
          </p:nvPr>
        </p:nvSpPr>
        <p:spPr>
          <a:xfrm>
            <a:off x="3388903" y="4420971"/>
            <a:ext cx="2601925" cy="1701139"/>
          </a:xfrm>
          <a:prstGeom prst="rect">
            <a:avLst/>
          </a:prstGeom>
        </p:spPr>
        <p:txBody>
          <a:bodyPr>
            <a:noAutofit/>
          </a:bodyPr>
          <a:lstStyle>
            <a:lvl1pPr>
              <a:defRPr sz="1200" b="1" i="0">
                <a:latin typeface="Arial" panose="020B0604020202020204" pitchFamily="34" charset="0"/>
              </a:defRPr>
            </a:lvl1pPr>
            <a:lvl2pPr>
              <a:defRPr sz="1200" b="0" i="0">
                <a:latin typeface="Arial" panose="020B0604020202020204" pitchFamily="34" charset="0"/>
              </a:defRPr>
            </a:lvl2pPr>
            <a:lvl3pPr>
              <a:defRPr sz="1100" b="0" i="0">
                <a:latin typeface="Arial" panose="020B0604020202020204" pitchFamily="34" charset="0"/>
              </a:defRPr>
            </a:lvl3pPr>
            <a:lvl4pPr>
              <a:defRPr sz="900" b="0" i="0">
                <a:latin typeface="Arial" panose="020B0604020202020204" pitchFamily="34" charset="0"/>
              </a:defRPr>
            </a:lvl4pPr>
            <a:lvl5pPr>
              <a:defRPr sz="900" b="0" i="0">
                <a:latin typeface="Arial" panose="020B0604020202020204" pitchFamily="34" charset="0"/>
              </a:defRPr>
            </a:lvl5pPr>
          </a:lstStyle>
          <a:p>
            <a:pPr lvl="1"/>
            <a:r>
              <a:rPr lang="en-US" noProof="0" dirty="0"/>
              <a:t>This is the second level of text</a:t>
            </a:r>
          </a:p>
          <a:p>
            <a:pPr lvl="2"/>
            <a:r>
              <a:rPr lang="en-US" noProof="0" dirty="0"/>
              <a:t>Third level of text</a:t>
            </a:r>
          </a:p>
          <a:p>
            <a:pPr lvl="3"/>
            <a:r>
              <a:rPr lang="en-US" noProof="0" dirty="0"/>
              <a:t>This is the fourth level of text</a:t>
            </a:r>
          </a:p>
          <a:p>
            <a:pPr lvl="4"/>
            <a:r>
              <a:rPr lang="en-US" noProof="0" dirty="0"/>
              <a:t>This is the fifth level of text</a:t>
            </a:r>
            <a:endParaRPr lang="en-GB" noProof="0" dirty="0"/>
          </a:p>
        </p:txBody>
      </p:sp>
      <p:sp>
        <p:nvSpPr>
          <p:cNvPr id="17" name="Espace réservé du texte 9">
            <a:extLst>
              <a:ext uri="{FF2B5EF4-FFF2-40B4-BE49-F238E27FC236}">
                <a16:creationId xmlns:a16="http://schemas.microsoft.com/office/drawing/2014/main" id="{BFE0EB29-5715-0A4E-0620-D523D133830A}"/>
              </a:ext>
            </a:extLst>
          </p:cNvPr>
          <p:cNvSpPr>
            <a:spLocks noGrp="1"/>
          </p:cNvSpPr>
          <p:nvPr>
            <p:ph type="body" sz="quarter" idx="31" hasCustomPrompt="1"/>
          </p:nvPr>
        </p:nvSpPr>
        <p:spPr>
          <a:xfrm>
            <a:off x="6226563" y="3552376"/>
            <a:ext cx="2601925" cy="775406"/>
          </a:xfrm>
          <a:prstGeom prst="rect">
            <a:avLst/>
          </a:prstGeom>
        </p:spPr>
        <p:txBody>
          <a:bodyPr>
            <a:noAutofit/>
          </a:bodyPr>
          <a:lstStyle>
            <a:lvl1pPr>
              <a:defRPr sz="1200" b="1" i="0">
                <a:latin typeface="Arial" panose="020B0604020202020204" pitchFamily="34" charset="0"/>
              </a:defRPr>
            </a:lvl1pPr>
            <a:lvl2pPr>
              <a:defRPr sz="1200" b="0" i="0">
                <a:latin typeface="Arial" panose="020B0604020202020204" pitchFamily="34" charset="0"/>
              </a:defRPr>
            </a:lvl2pPr>
            <a:lvl3pPr>
              <a:defRPr sz="1100" b="0" i="0">
                <a:latin typeface="Arial" panose="020B0604020202020204" pitchFamily="34" charset="0"/>
              </a:defRPr>
            </a:lvl3pPr>
            <a:lvl4pPr>
              <a:defRPr sz="900" b="0" i="0">
                <a:latin typeface="Arial" panose="020B0604020202020204" pitchFamily="34" charset="0"/>
              </a:defRPr>
            </a:lvl4pPr>
            <a:lvl5pPr>
              <a:defRPr sz="900" b="0" i="0">
                <a:latin typeface="Arial" panose="020B0604020202020204" pitchFamily="34" charset="0"/>
              </a:defRPr>
            </a:lvl5pPr>
          </a:lstStyle>
          <a:p>
            <a:pPr lvl="0"/>
            <a:r>
              <a:rPr lang="fr-FR" dirty="0"/>
              <a:t>This </a:t>
            </a:r>
            <a:r>
              <a:rPr lang="fr-FR" dirty="0" err="1"/>
              <a:t>is</a:t>
            </a:r>
            <a:r>
              <a:rPr lang="fr-FR" dirty="0"/>
              <a:t> </a:t>
            </a:r>
            <a:r>
              <a:rPr lang="fr-FR" dirty="0" err="1"/>
              <a:t>your</a:t>
            </a:r>
            <a:r>
              <a:rPr lang="fr-FR" dirty="0"/>
              <a:t> first </a:t>
            </a:r>
            <a:r>
              <a:rPr lang="fr-FR" dirty="0" err="1"/>
              <a:t>level</a:t>
            </a:r>
            <a:r>
              <a:rPr lang="fr-FR" dirty="0"/>
              <a:t> of </a:t>
            </a:r>
            <a:r>
              <a:rPr lang="fr-FR" dirty="0" err="1"/>
              <a:t>text</a:t>
            </a:r>
            <a:r>
              <a:rPr lang="fr-FR" dirty="0"/>
              <a:t>; click </a:t>
            </a:r>
            <a:r>
              <a:rPr lang="fr-FR" dirty="0" err="1"/>
              <a:t>here</a:t>
            </a:r>
            <a:r>
              <a:rPr lang="fr-FR" dirty="0"/>
              <a:t> to </a:t>
            </a:r>
            <a:r>
              <a:rPr lang="fr-FR" dirty="0" err="1"/>
              <a:t>add</a:t>
            </a:r>
            <a:r>
              <a:rPr lang="fr-FR" dirty="0"/>
              <a:t> </a:t>
            </a:r>
            <a:r>
              <a:rPr lang="fr-FR" dirty="0" err="1"/>
              <a:t>text</a:t>
            </a:r>
            <a:r>
              <a:rPr lang="fr-FR" dirty="0"/>
              <a:t>.</a:t>
            </a:r>
          </a:p>
        </p:txBody>
      </p:sp>
      <p:sp>
        <p:nvSpPr>
          <p:cNvPr id="18" name="Espace réservé du texte 9">
            <a:extLst>
              <a:ext uri="{FF2B5EF4-FFF2-40B4-BE49-F238E27FC236}">
                <a16:creationId xmlns:a16="http://schemas.microsoft.com/office/drawing/2014/main" id="{95939BC6-6C73-4DA2-218F-69FB19E0E6C9}"/>
              </a:ext>
            </a:extLst>
          </p:cNvPr>
          <p:cNvSpPr>
            <a:spLocks noGrp="1"/>
          </p:cNvSpPr>
          <p:nvPr>
            <p:ph type="body" sz="quarter" idx="32" hasCustomPrompt="1"/>
          </p:nvPr>
        </p:nvSpPr>
        <p:spPr>
          <a:xfrm>
            <a:off x="6226563" y="4420971"/>
            <a:ext cx="2601925" cy="1701139"/>
          </a:xfrm>
          <a:prstGeom prst="rect">
            <a:avLst/>
          </a:prstGeom>
        </p:spPr>
        <p:txBody>
          <a:bodyPr>
            <a:noAutofit/>
          </a:bodyPr>
          <a:lstStyle>
            <a:lvl1pPr>
              <a:defRPr sz="1200" b="1" i="0">
                <a:latin typeface="Arial" panose="020B0604020202020204" pitchFamily="34" charset="0"/>
              </a:defRPr>
            </a:lvl1pPr>
            <a:lvl2pPr>
              <a:defRPr sz="1200" b="0" i="0">
                <a:latin typeface="Arial" panose="020B0604020202020204" pitchFamily="34" charset="0"/>
              </a:defRPr>
            </a:lvl2pPr>
            <a:lvl3pPr>
              <a:defRPr sz="1100" b="0" i="0">
                <a:latin typeface="Arial" panose="020B0604020202020204" pitchFamily="34" charset="0"/>
              </a:defRPr>
            </a:lvl3pPr>
            <a:lvl4pPr>
              <a:defRPr sz="900" b="0" i="0">
                <a:latin typeface="Arial" panose="020B0604020202020204" pitchFamily="34" charset="0"/>
              </a:defRPr>
            </a:lvl4pPr>
            <a:lvl5pPr>
              <a:defRPr sz="900" b="0" i="0">
                <a:latin typeface="Arial" panose="020B0604020202020204" pitchFamily="34" charset="0"/>
              </a:defRPr>
            </a:lvl5pPr>
          </a:lstStyle>
          <a:p>
            <a:pPr lvl="1"/>
            <a:r>
              <a:rPr lang="en-US" noProof="0" dirty="0"/>
              <a:t>This is the second level of text</a:t>
            </a:r>
          </a:p>
          <a:p>
            <a:pPr lvl="2"/>
            <a:r>
              <a:rPr lang="en-US" noProof="0" dirty="0"/>
              <a:t>Third level of text</a:t>
            </a:r>
          </a:p>
          <a:p>
            <a:pPr lvl="3"/>
            <a:r>
              <a:rPr lang="en-US" noProof="0" dirty="0"/>
              <a:t>This is the fourth level of text</a:t>
            </a:r>
          </a:p>
          <a:p>
            <a:pPr lvl="4"/>
            <a:r>
              <a:rPr lang="en-US" noProof="0" dirty="0"/>
              <a:t>This is the fifth level of text</a:t>
            </a:r>
            <a:endParaRPr lang="en-GB" noProof="0" dirty="0"/>
          </a:p>
        </p:txBody>
      </p:sp>
      <p:sp>
        <p:nvSpPr>
          <p:cNvPr id="20" name="Espace réservé du texte 9">
            <a:extLst>
              <a:ext uri="{FF2B5EF4-FFF2-40B4-BE49-F238E27FC236}">
                <a16:creationId xmlns:a16="http://schemas.microsoft.com/office/drawing/2014/main" id="{D8BDE877-B58A-8FF4-6904-052EF49ED1C1}"/>
              </a:ext>
            </a:extLst>
          </p:cNvPr>
          <p:cNvSpPr>
            <a:spLocks noGrp="1"/>
          </p:cNvSpPr>
          <p:nvPr>
            <p:ph type="body" sz="quarter" idx="33" hasCustomPrompt="1"/>
          </p:nvPr>
        </p:nvSpPr>
        <p:spPr>
          <a:xfrm>
            <a:off x="9064223" y="3552376"/>
            <a:ext cx="2601925" cy="775406"/>
          </a:xfrm>
          <a:prstGeom prst="rect">
            <a:avLst/>
          </a:prstGeom>
        </p:spPr>
        <p:txBody>
          <a:bodyPr>
            <a:noAutofit/>
          </a:bodyPr>
          <a:lstStyle>
            <a:lvl1pPr>
              <a:defRPr sz="1200" b="1" i="0">
                <a:latin typeface="Arial" panose="020B0604020202020204" pitchFamily="34" charset="0"/>
              </a:defRPr>
            </a:lvl1pPr>
            <a:lvl2pPr>
              <a:defRPr sz="1200" b="0" i="0">
                <a:latin typeface="Arial" panose="020B0604020202020204" pitchFamily="34" charset="0"/>
              </a:defRPr>
            </a:lvl2pPr>
            <a:lvl3pPr>
              <a:defRPr sz="1100" b="0" i="0">
                <a:latin typeface="Arial" panose="020B0604020202020204" pitchFamily="34" charset="0"/>
              </a:defRPr>
            </a:lvl3pPr>
            <a:lvl4pPr>
              <a:defRPr sz="900" b="0" i="0">
                <a:latin typeface="Arial" panose="020B0604020202020204" pitchFamily="34" charset="0"/>
              </a:defRPr>
            </a:lvl4pPr>
            <a:lvl5pPr>
              <a:defRPr sz="900" b="0" i="0">
                <a:latin typeface="Arial" panose="020B0604020202020204" pitchFamily="34" charset="0"/>
              </a:defRPr>
            </a:lvl5pPr>
          </a:lstStyle>
          <a:p>
            <a:pPr lvl="0"/>
            <a:r>
              <a:rPr lang="fr-FR" dirty="0"/>
              <a:t>This </a:t>
            </a:r>
            <a:r>
              <a:rPr lang="fr-FR" dirty="0" err="1"/>
              <a:t>is</a:t>
            </a:r>
            <a:r>
              <a:rPr lang="fr-FR" dirty="0"/>
              <a:t> </a:t>
            </a:r>
            <a:r>
              <a:rPr lang="fr-FR" dirty="0" err="1"/>
              <a:t>your</a:t>
            </a:r>
            <a:r>
              <a:rPr lang="fr-FR" dirty="0"/>
              <a:t> first </a:t>
            </a:r>
            <a:r>
              <a:rPr lang="fr-FR" dirty="0" err="1"/>
              <a:t>level</a:t>
            </a:r>
            <a:r>
              <a:rPr lang="fr-FR" dirty="0"/>
              <a:t> of </a:t>
            </a:r>
            <a:r>
              <a:rPr lang="fr-FR" dirty="0" err="1"/>
              <a:t>text</a:t>
            </a:r>
            <a:r>
              <a:rPr lang="fr-FR" dirty="0"/>
              <a:t>; click </a:t>
            </a:r>
            <a:r>
              <a:rPr lang="fr-FR" dirty="0" err="1"/>
              <a:t>here</a:t>
            </a:r>
            <a:r>
              <a:rPr lang="fr-FR" dirty="0"/>
              <a:t> to </a:t>
            </a:r>
            <a:r>
              <a:rPr lang="fr-FR" dirty="0" err="1"/>
              <a:t>add</a:t>
            </a:r>
            <a:r>
              <a:rPr lang="fr-FR" dirty="0"/>
              <a:t> </a:t>
            </a:r>
            <a:r>
              <a:rPr lang="fr-FR" dirty="0" err="1"/>
              <a:t>text</a:t>
            </a:r>
            <a:r>
              <a:rPr lang="fr-FR" dirty="0"/>
              <a:t>.</a:t>
            </a:r>
          </a:p>
        </p:txBody>
      </p:sp>
      <p:sp>
        <p:nvSpPr>
          <p:cNvPr id="21" name="Espace réservé du texte 9">
            <a:extLst>
              <a:ext uri="{FF2B5EF4-FFF2-40B4-BE49-F238E27FC236}">
                <a16:creationId xmlns:a16="http://schemas.microsoft.com/office/drawing/2014/main" id="{D8B78E7F-9405-31F0-5FF6-771F88051185}"/>
              </a:ext>
            </a:extLst>
          </p:cNvPr>
          <p:cNvSpPr>
            <a:spLocks noGrp="1"/>
          </p:cNvSpPr>
          <p:nvPr>
            <p:ph type="body" sz="quarter" idx="34" hasCustomPrompt="1"/>
          </p:nvPr>
        </p:nvSpPr>
        <p:spPr>
          <a:xfrm>
            <a:off x="9064223" y="4420971"/>
            <a:ext cx="2601925" cy="1701139"/>
          </a:xfrm>
          <a:prstGeom prst="rect">
            <a:avLst/>
          </a:prstGeom>
        </p:spPr>
        <p:txBody>
          <a:bodyPr>
            <a:noAutofit/>
          </a:bodyPr>
          <a:lstStyle>
            <a:lvl1pPr>
              <a:defRPr sz="1200" b="1" i="0">
                <a:latin typeface="Arial" panose="020B0604020202020204" pitchFamily="34" charset="0"/>
              </a:defRPr>
            </a:lvl1pPr>
            <a:lvl2pPr>
              <a:defRPr sz="1200" b="0" i="0">
                <a:latin typeface="Arial" panose="020B0604020202020204" pitchFamily="34" charset="0"/>
              </a:defRPr>
            </a:lvl2pPr>
            <a:lvl3pPr>
              <a:defRPr sz="1100" b="0" i="0">
                <a:latin typeface="Arial" panose="020B0604020202020204" pitchFamily="34" charset="0"/>
              </a:defRPr>
            </a:lvl3pPr>
            <a:lvl4pPr>
              <a:defRPr sz="900" b="0" i="0">
                <a:latin typeface="Arial" panose="020B0604020202020204" pitchFamily="34" charset="0"/>
              </a:defRPr>
            </a:lvl4pPr>
            <a:lvl5pPr>
              <a:defRPr sz="900" b="0" i="0">
                <a:latin typeface="Arial" panose="020B0604020202020204" pitchFamily="34" charset="0"/>
              </a:defRPr>
            </a:lvl5pPr>
          </a:lstStyle>
          <a:p>
            <a:pPr lvl="1"/>
            <a:r>
              <a:rPr lang="en-US" noProof="0" dirty="0"/>
              <a:t>This is the second level of text</a:t>
            </a:r>
          </a:p>
          <a:p>
            <a:pPr lvl="2"/>
            <a:r>
              <a:rPr lang="en-US" noProof="0" dirty="0"/>
              <a:t>Third level of text</a:t>
            </a:r>
          </a:p>
          <a:p>
            <a:pPr lvl="3"/>
            <a:r>
              <a:rPr lang="en-US" noProof="0" dirty="0"/>
              <a:t>This is the fourth level of text</a:t>
            </a:r>
          </a:p>
          <a:p>
            <a:pPr lvl="4"/>
            <a:r>
              <a:rPr lang="en-US" noProof="0" dirty="0"/>
              <a:t>This is the fifth level of text</a:t>
            </a:r>
            <a:endParaRPr lang="en-GB" noProof="0" dirty="0"/>
          </a:p>
        </p:txBody>
      </p:sp>
    </p:spTree>
    <p:extLst>
      <p:ext uri="{BB962C8B-B14F-4D97-AF65-F5344CB8AC3E}">
        <p14:creationId xmlns:p14="http://schemas.microsoft.com/office/powerpoint/2010/main" val="293812821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pécifique 1">
    <p:bg>
      <p:bgPr>
        <a:solidFill>
          <a:srgbClr val="FFFFFF"/>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1FA44DAE-0BC4-E97B-E1AB-51957DF61334}"/>
              </a:ext>
            </a:extLst>
          </p:cNvPr>
          <p:cNvSpPr/>
          <p:nvPr userDrawn="1"/>
        </p:nvSpPr>
        <p:spPr>
          <a:xfrm>
            <a:off x="8588375" y="0"/>
            <a:ext cx="3603625"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i="0">
              <a:latin typeface="Arial" panose="020B0604020202020204" pitchFamily="34" charset="0"/>
            </a:endParaRPr>
          </a:p>
        </p:txBody>
      </p:sp>
      <p:sp>
        <p:nvSpPr>
          <p:cNvPr id="3" name="Espace réservé du pied de page 2">
            <a:extLst>
              <a:ext uri="{FF2B5EF4-FFF2-40B4-BE49-F238E27FC236}">
                <a16:creationId xmlns:a16="http://schemas.microsoft.com/office/drawing/2014/main" id="{B963CA61-A484-7876-463C-3133CE65601A}"/>
              </a:ext>
            </a:extLst>
          </p:cNvPr>
          <p:cNvSpPr>
            <a:spLocks noGrp="1"/>
          </p:cNvSpPr>
          <p:nvPr>
            <p:ph type="ftr" sz="quarter" idx="10"/>
          </p:nvPr>
        </p:nvSpPr>
        <p:spPr/>
        <p:txBody>
          <a:bodyPr/>
          <a:lstStyle>
            <a:lvl1pPr>
              <a:defRPr b="1" i="0">
                <a:latin typeface="Arial" panose="020B0604020202020204" pitchFamily="34" charset="0"/>
              </a:defRPr>
            </a:lvl1pPr>
          </a:lstStyle>
          <a:p>
            <a:r>
              <a:rPr lang="fr-FR" dirty="0" err="1"/>
              <a:t>Presentation</a:t>
            </a:r>
            <a:r>
              <a:rPr lang="fr-FR" dirty="0"/>
              <a:t> </a:t>
            </a:r>
            <a:r>
              <a:rPr lang="fr-FR" dirty="0" err="1"/>
              <a:t>title</a:t>
            </a:r>
            <a:endParaRPr lang="fr-FR" dirty="0"/>
          </a:p>
        </p:txBody>
      </p:sp>
      <p:sp>
        <p:nvSpPr>
          <p:cNvPr id="4" name="Espace réservé du numéro de diapositive 3">
            <a:extLst>
              <a:ext uri="{FF2B5EF4-FFF2-40B4-BE49-F238E27FC236}">
                <a16:creationId xmlns:a16="http://schemas.microsoft.com/office/drawing/2014/main" id="{6406BEEA-9633-985E-2EA9-0AF7CD80B791}"/>
              </a:ext>
            </a:extLst>
          </p:cNvPr>
          <p:cNvSpPr>
            <a:spLocks noGrp="1"/>
          </p:cNvSpPr>
          <p:nvPr>
            <p:ph type="sldNum" sz="quarter" idx="11"/>
          </p:nvPr>
        </p:nvSpPr>
        <p:spPr/>
        <p:txBody>
          <a:bodyPr/>
          <a:lstStyle>
            <a:lvl1pPr>
              <a:defRPr b="1" i="0">
                <a:solidFill>
                  <a:schemeClr val="bg1"/>
                </a:solidFill>
                <a:latin typeface="Arial" panose="020B0604020202020204" pitchFamily="34" charset="0"/>
              </a:defRPr>
            </a:lvl1pPr>
          </a:lstStyle>
          <a:p>
            <a:fld id="{29BED1D5-2372-4BA3-AEA9-1F7A0F9A5921}" type="slidenum">
              <a:rPr lang="fr-FR" smtClean="0"/>
              <a:pPr/>
              <a:t>‹#›</a:t>
            </a:fld>
            <a:endParaRPr lang="fr-FR"/>
          </a:p>
        </p:txBody>
      </p:sp>
      <p:pic>
        <p:nvPicPr>
          <p:cNvPr id="7" name="Graphique 6">
            <a:extLst>
              <a:ext uri="{FF2B5EF4-FFF2-40B4-BE49-F238E27FC236}">
                <a16:creationId xmlns:a16="http://schemas.microsoft.com/office/drawing/2014/main" id="{8FBC6E26-42F1-2083-FC2F-064FE5BCC49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46038" y="94263"/>
            <a:ext cx="1906603" cy="623543"/>
          </a:xfrm>
          <a:prstGeom prst="rect">
            <a:avLst/>
          </a:prstGeom>
        </p:spPr>
      </p:pic>
      <p:sp>
        <p:nvSpPr>
          <p:cNvPr id="9" name="Titre 8">
            <a:extLst>
              <a:ext uri="{FF2B5EF4-FFF2-40B4-BE49-F238E27FC236}">
                <a16:creationId xmlns:a16="http://schemas.microsoft.com/office/drawing/2014/main" id="{E3D7A24D-F1EE-A381-EB11-72BEF3CD248D}"/>
              </a:ext>
            </a:extLst>
          </p:cNvPr>
          <p:cNvSpPr>
            <a:spLocks noGrp="1"/>
          </p:cNvSpPr>
          <p:nvPr>
            <p:ph type="title" hasCustomPrompt="1"/>
          </p:nvPr>
        </p:nvSpPr>
        <p:spPr>
          <a:xfrm>
            <a:off x="412159" y="1370059"/>
            <a:ext cx="5035550" cy="997196"/>
          </a:xfrm>
        </p:spPr>
        <p:txBody>
          <a:bodyPr/>
          <a:lstStyle>
            <a:lvl1pPr>
              <a:defRPr b="1" i="0">
                <a:latin typeface="Arial" panose="020B0604020202020204" pitchFamily="34" charset="0"/>
              </a:defRPr>
            </a:lvl1pPr>
          </a:lstStyle>
          <a:p>
            <a:r>
              <a:rPr lang="en-US"/>
              <a:t>The title of the slide</a:t>
            </a:r>
            <a:br>
              <a:rPr lang="en-US"/>
            </a:br>
            <a:r>
              <a:rPr lang="en-US"/>
              <a:t>on several lines</a:t>
            </a:r>
            <a:endParaRPr lang="fr-FR"/>
          </a:p>
        </p:txBody>
      </p:sp>
      <p:sp>
        <p:nvSpPr>
          <p:cNvPr id="11" name="Espace réservé du texte 10">
            <a:extLst>
              <a:ext uri="{FF2B5EF4-FFF2-40B4-BE49-F238E27FC236}">
                <a16:creationId xmlns:a16="http://schemas.microsoft.com/office/drawing/2014/main" id="{1CAC5098-0595-DC0E-60C9-04304239A0B6}"/>
              </a:ext>
            </a:extLst>
          </p:cNvPr>
          <p:cNvSpPr>
            <a:spLocks noGrp="1"/>
          </p:cNvSpPr>
          <p:nvPr>
            <p:ph type="body" sz="quarter" idx="13" hasCustomPrompt="1"/>
          </p:nvPr>
        </p:nvSpPr>
        <p:spPr>
          <a:xfrm>
            <a:off x="412750" y="2644775"/>
            <a:ext cx="5035550" cy="1155700"/>
          </a:xfrm>
          <a:prstGeom prst="rect">
            <a:avLst/>
          </a:prstGeom>
        </p:spPr>
        <p:txBody>
          <a:bodyPr/>
          <a:lstStyle>
            <a:lvl1pPr>
              <a:defRPr b="1" i="0">
                <a:latin typeface="Arial" panose="020B0604020202020204" pitchFamily="34" charset="0"/>
              </a:defRPr>
            </a:lvl1pPr>
            <a:lvl2pPr>
              <a:defRPr b="0" i="0">
                <a:latin typeface="Arial" panose="020B0604020202020204" pitchFamily="34" charset="0"/>
              </a:defRPr>
            </a:lvl2pPr>
            <a:lvl3pPr>
              <a:defRPr b="0" i="0">
                <a:latin typeface="Arial" panose="020B0604020202020204" pitchFamily="34" charset="0"/>
              </a:defRPr>
            </a:lvl3pPr>
            <a:lvl4pPr>
              <a:defRPr b="0" i="0">
                <a:latin typeface="Arial" panose="020B0604020202020204" pitchFamily="34" charset="0"/>
              </a:defRPr>
            </a:lvl4pPr>
            <a:lvl5pPr>
              <a:defRPr b="1" i="0">
                <a:latin typeface="Arial" panose="020B0604020202020204" pitchFamily="34" charset="0"/>
              </a:defRPr>
            </a:lvl5pPr>
          </a:lstStyle>
          <a:p>
            <a:pPr lvl="0"/>
            <a:r>
              <a:rPr lang="en-US" noProof="0"/>
              <a:t>This is your first level of text, click here to add text</a:t>
            </a:r>
          </a:p>
          <a:p>
            <a:pPr lvl="1"/>
            <a:r>
              <a:rPr lang="en-US" noProof="0"/>
              <a:t>This is the second level of text</a:t>
            </a:r>
          </a:p>
          <a:p>
            <a:pPr lvl="2"/>
            <a:r>
              <a:rPr lang="en-US" noProof="0"/>
              <a:t>Third level of text</a:t>
            </a:r>
          </a:p>
          <a:p>
            <a:pPr lvl="3"/>
            <a:r>
              <a:rPr lang="en-US" noProof="0"/>
              <a:t>This is the fourth level of text</a:t>
            </a:r>
          </a:p>
          <a:p>
            <a:pPr lvl="4"/>
            <a:r>
              <a:rPr lang="en-US" noProof="0"/>
              <a:t>This is the fifth level of text</a:t>
            </a:r>
            <a:endParaRPr lang="en-GB" noProof="0"/>
          </a:p>
        </p:txBody>
      </p:sp>
      <p:sp>
        <p:nvSpPr>
          <p:cNvPr id="13" name="Espace réservé du graphique 12">
            <a:extLst>
              <a:ext uri="{FF2B5EF4-FFF2-40B4-BE49-F238E27FC236}">
                <a16:creationId xmlns:a16="http://schemas.microsoft.com/office/drawing/2014/main" id="{5CC7BB55-768E-6B55-770E-5539D36FE766}"/>
              </a:ext>
            </a:extLst>
          </p:cNvPr>
          <p:cNvSpPr>
            <a:spLocks noGrp="1"/>
          </p:cNvSpPr>
          <p:nvPr>
            <p:ph type="chart" sz="quarter" idx="14"/>
          </p:nvPr>
        </p:nvSpPr>
        <p:spPr>
          <a:xfrm>
            <a:off x="412750" y="4054475"/>
            <a:ext cx="5035550" cy="2219325"/>
          </a:xfrm>
          <a:prstGeom prst="rect">
            <a:avLst/>
          </a:prstGeom>
        </p:spPr>
        <p:txBody>
          <a:bodyPr/>
          <a:lstStyle>
            <a:lvl1pPr>
              <a:defRPr b="1" i="0">
                <a:latin typeface="Arial" panose="020B0604020202020204" pitchFamily="34" charset="0"/>
              </a:defRPr>
            </a:lvl1pPr>
          </a:lstStyle>
          <a:p>
            <a:endParaRPr lang="fr-FR"/>
          </a:p>
        </p:txBody>
      </p:sp>
      <p:sp>
        <p:nvSpPr>
          <p:cNvPr id="15" name="Espace réservé du texte 14">
            <a:extLst>
              <a:ext uri="{FF2B5EF4-FFF2-40B4-BE49-F238E27FC236}">
                <a16:creationId xmlns:a16="http://schemas.microsoft.com/office/drawing/2014/main" id="{9B6F0289-89CD-630C-FBC3-3ACB3F17B898}"/>
              </a:ext>
            </a:extLst>
          </p:cNvPr>
          <p:cNvSpPr>
            <a:spLocks noGrp="1"/>
          </p:cNvSpPr>
          <p:nvPr>
            <p:ph type="body" sz="quarter" idx="15" hasCustomPrompt="1"/>
          </p:nvPr>
        </p:nvSpPr>
        <p:spPr>
          <a:xfrm>
            <a:off x="9250680" y="620894"/>
            <a:ext cx="2378075" cy="327025"/>
          </a:xfrm>
          <a:prstGeom prst="rect">
            <a:avLst/>
          </a:prstGeom>
        </p:spPr>
        <p:txBody>
          <a:bodyPr>
            <a:normAutofit/>
          </a:bodyPr>
          <a:lstStyle>
            <a:lvl1pPr>
              <a:defRPr sz="1800" b="1" i="0">
                <a:solidFill>
                  <a:schemeClr val="bg1"/>
                </a:solidFill>
                <a:latin typeface="Arial" panose="020B0604020202020204" pitchFamily="34" charset="0"/>
              </a:defRPr>
            </a:lvl1pPr>
          </a:lstStyle>
          <a:p>
            <a:pPr lvl="0"/>
            <a:r>
              <a:rPr lang="fr-FR"/>
              <a:t>Part Title</a:t>
            </a:r>
          </a:p>
        </p:txBody>
      </p:sp>
      <p:sp>
        <p:nvSpPr>
          <p:cNvPr id="17" name="Espace réservé du texte 16">
            <a:extLst>
              <a:ext uri="{FF2B5EF4-FFF2-40B4-BE49-F238E27FC236}">
                <a16:creationId xmlns:a16="http://schemas.microsoft.com/office/drawing/2014/main" id="{0A201F4E-FF85-EF58-EB1B-B1AA10E51578}"/>
              </a:ext>
            </a:extLst>
          </p:cNvPr>
          <p:cNvSpPr>
            <a:spLocks noGrp="1"/>
          </p:cNvSpPr>
          <p:nvPr>
            <p:ph type="body" sz="quarter" idx="16" hasCustomPrompt="1"/>
          </p:nvPr>
        </p:nvSpPr>
        <p:spPr>
          <a:xfrm>
            <a:off x="9250363" y="1063625"/>
            <a:ext cx="2378075" cy="871855"/>
          </a:xfrm>
          <a:prstGeom prst="rect">
            <a:avLst/>
          </a:prstGeom>
        </p:spPr>
        <p:txBody>
          <a:bodyPr>
            <a:normAutofit/>
          </a:bodyPr>
          <a:lstStyle>
            <a:lvl1pPr>
              <a:defRPr sz="1200" b="1" i="0">
                <a:solidFill>
                  <a:schemeClr val="bg1"/>
                </a:solidFill>
                <a:latin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Write the content of your game here on several lines</a:t>
            </a:r>
            <a:endParaRPr lang="fr-FR" dirty="0"/>
          </a:p>
        </p:txBody>
      </p:sp>
      <p:sp>
        <p:nvSpPr>
          <p:cNvPr id="18" name="Espace réservé du texte 14">
            <a:extLst>
              <a:ext uri="{FF2B5EF4-FFF2-40B4-BE49-F238E27FC236}">
                <a16:creationId xmlns:a16="http://schemas.microsoft.com/office/drawing/2014/main" id="{0AAB3166-7C84-BA71-CF60-524F3B0DB018}"/>
              </a:ext>
            </a:extLst>
          </p:cNvPr>
          <p:cNvSpPr>
            <a:spLocks noGrp="1"/>
          </p:cNvSpPr>
          <p:nvPr>
            <p:ph type="body" sz="quarter" idx="17" hasCustomPrompt="1"/>
          </p:nvPr>
        </p:nvSpPr>
        <p:spPr>
          <a:xfrm>
            <a:off x="9250680" y="2674264"/>
            <a:ext cx="2378075" cy="327025"/>
          </a:xfrm>
          <a:prstGeom prst="rect">
            <a:avLst/>
          </a:prstGeom>
        </p:spPr>
        <p:txBody>
          <a:bodyPr>
            <a:normAutofit/>
          </a:bodyPr>
          <a:lstStyle>
            <a:lvl1pPr>
              <a:defRPr sz="1800" b="1" i="0">
                <a:solidFill>
                  <a:schemeClr val="bg1"/>
                </a:solidFill>
                <a:latin typeface="Arial" panose="020B0604020202020204" pitchFamily="34" charset="0"/>
              </a:defRPr>
            </a:lvl1pPr>
          </a:lstStyle>
          <a:p>
            <a:pPr lvl="0"/>
            <a:r>
              <a:rPr lang="fr-FR"/>
              <a:t>Part Title</a:t>
            </a:r>
          </a:p>
        </p:txBody>
      </p:sp>
      <p:sp>
        <p:nvSpPr>
          <p:cNvPr id="19" name="Espace réservé du texte 16">
            <a:extLst>
              <a:ext uri="{FF2B5EF4-FFF2-40B4-BE49-F238E27FC236}">
                <a16:creationId xmlns:a16="http://schemas.microsoft.com/office/drawing/2014/main" id="{B9BD378E-CCDF-AE81-D16C-2332C2C72D6D}"/>
              </a:ext>
            </a:extLst>
          </p:cNvPr>
          <p:cNvSpPr>
            <a:spLocks noGrp="1"/>
          </p:cNvSpPr>
          <p:nvPr>
            <p:ph type="body" sz="quarter" idx="18" hasCustomPrompt="1"/>
          </p:nvPr>
        </p:nvSpPr>
        <p:spPr>
          <a:xfrm>
            <a:off x="9250363" y="3116995"/>
            <a:ext cx="2378075" cy="871855"/>
          </a:xfrm>
          <a:prstGeom prst="rect">
            <a:avLst/>
          </a:prstGeom>
        </p:spPr>
        <p:txBody>
          <a:bodyPr>
            <a:normAutofit/>
          </a:bodyPr>
          <a:lstStyle>
            <a:lvl1pPr>
              <a:defRPr sz="1200" b="1" i="0">
                <a:solidFill>
                  <a:schemeClr val="bg1"/>
                </a:solidFill>
                <a:latin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Write the content of your game here on several lines</a:t>
            </a:r>
            <a:endParaRPr lang="fr-FR" dirty="0"/>
          </a:p>
        </p:txBody>
      </p:sp>
      <p:sp>
        <p:nvSpPr>
          <p:cNvPr id="20" name="Espace réservé du texte 14">
            <a:extLst>
              <a:ext uri="{FF2B5EF4-FFF2-40B4-BE49-F238E27FC236}">
                <a16:creationId xmlns:a16="http://schemas.microsoft.com/office/drawing/2014/main" id="{8564EF84-1F8B-0A4C-7875-04D3F9EB3717}"/>
              </a:ext>
            </a:extLst>
          </p:cNvPr>
          <p:cNvSpPr>
            <a:spLocks noGrp="1"/>
          </p:cNvSpPr>
          <p:nvPr>
            <p:ph type="body" sz="quarter" idx="19" hasCustomPrompt="1"/>
          </p:nvPr>
        </p:nvSpPr>
        <p:spPr>
          <a:xfrm>
            <a:off x="9250680" y="4781372"/>
            <a:ext cx="2378075" cy="327025"/>
          </a:xfrm>
          <a:prstGeom prst="rect">
            <a:avLst/>
          </a:prstGeom>
        </p:spPr>
        <p:txBody>
          <a:bodyPr>
            <a:normAutofit/>
          </a:bodyPr>
          <a:lstStyle>
            <a:lvl1pPr>
              <a:defRPr sz="1800" b="1" i="0">
                <a:solidFill>
                  <a:schemeClr val="bg1"/>
                </a:solidFill>
                <a:latin typeface="Arial" panose="020B0604020202020204" pitchFamily="34" charset="0"/>
              </a:defRPr>
            </a:lvl1pPr>
          </a:lstStyle>
          <a:p>
            <a:pPr lvl="0"/>
            <a:r>
              <a:rPr lang="fr-FR"/>
              <a:t>Part Title</a:t>
            </a:r>
          </a:p>
        </p:txBody>
      </p:sp>
      <p:sp>
        <p:nvSpPr>
          <p:cNvPr id="21" name="Espace réservé du texte 16">
            <a:extLst>
              <a:ext uri="{FF2B5EF4-FFF2-40B4-BE49-F238E27FC236}">
                <a16:creationId xmlns:a16="http://schemas.microsoft.com/office/drawing/2014/main" id="{C5A21F2E-A265-6CFE-A832-5522E55967D7}"/>
              </a:ext>
            </a:extLst>
          </p:cNvPr>
          <p:cNvSpPr>
            <a:spLocks noGrp="1"/>
          </p:cNvSpPr>
          <p:nvPr>
            <p:ph type="body" sz="quarter" idx="20" hasCustomPrompt="1"/>
          </p:nvPr>
        </p:nvSpPr>
        <p:spPr>
          <a:xfrm>
            <a:off x="9250363" y="5224103"/>
            <a:ext cx="2378075" cy="871855"/>
          </a:xfrm>
          <a:prstGeom prst="rect">
            <a:avLst/>
          </a:prstGeom>
        </p:spPr>
        <p:txBody>
          <a:bodyPr>
            <a:normAutofit/>
          </a:bodyPr>
          <a:lstStyle>
            <a:lvl1pPr>
              <a:defRPr sz="1200" b="1" i="0">
                <a:solidFill>
                  <a:schemeClr val="bg1"/>
                </a:solidFill>
                <a:latin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Write the content of your game here on several lines</a:t>
            </a:r>
            <a:endParaRPr lang="fr-FR" dirty="0"/>
          </a:p>
        </p:txBody>
      </p:sp>
      <p:sp>
        <p:nvSpPr>
          <p:cNvPr id="23" name="Espace réservé pour une image  22">
            <a:extLst>
              <a:ext uri="{FF2B5EF4-FFF2-40B4-BE49-F238E27FC236}">
                <a16:creationId xmlns:a16="http://schemas.microsoft.com/office/drawing/2014/main" id="{767115E2-5B6E-7059-8865-5EA4D1EA4844}"/>
              </a:ext>
            </a:extLst>
          </p:cNvPr>
          <p:cNvSpPr>
            <a:spLocks noGrp="1"/>
          </p:cNvSpPr>
          <p:nvPr>
            <p:ph type="pic" sz="quarter" idx="21"/>
          </p:nvPr>
        </p:nvSpPr>
        <p:spPr>
          <a:xfrm>
            <a:off x="6096000" y="0"/>
            <a:ext cx="2492375" cy="6858000"/>
          </a:xfrm>
          <a:prstGeom prst="rect">
            <a:avLst/>
          </a:prstGeom>
          <a:solidFill>
            <a:schemeClr val="bg1">
              <a:lumMod val="95000"/>
            </a:schemeClr>
          </a:solidFill>
        </p:spPr>
        <p:txBody>
          <a:bodyPr/>
          <a:lstStyle>
            <a:lvl1pPr>
              <a:defRPr b="1" i="0">
                <a:latin typeface="Arial" panose="020B0604020202020204" pitchFamily="34" charset="0"/>
              </a:defRPr>
            </a:lvl1pPr>
          </a:lstStyle>
          <a:p>
            <a:endParaRPr lang="fr-FR"/>
          </a:p>
        </p:txBody>
      </p:sp>
      <p:sp>
        <p:nvSpPr>
          <p:cNvPr id="2" name="Espace réservé du texte 14">
            <a:extLst>
              <a:ext uri="{FF2B5EF4-FFF2-40B4-BE49-F238E27FC236}">
                <a16:creationId xmlns:a16="http://schemas.microsoft.com/office/drawing/2014/main" id="{0D66F3D7-CEF3-C40E-2F1E-5F6C8CD141CC}"/>
              </a:ext>
            </a:extLst>
          </p:cNvPr>
          <p:cNvSpPr>
            <a:spLocks noGrp="1"/>
          </p:cNvSpPr>
          <p:nvPr>
            <p:ph type="body" sz="quarter" idx="12" hasCustomPrompt="1"/>
          </p:nvPr>
        </p:nvSpPr>
        <p:spPr>
          <a:xfrm>
            <a:off x="442913" y="735890"/>
            <a:ext cx="2201227" cy="327025"/>
          </a:xfrm>
          <a:prstGeom prst="roundRect">
            <a:avLst>
              <a:gd name="adj" fmla="val 5793"/>
            </a:avLst>
          </a:prstGeom>
          <a:solidFill>
            <a:schemeClr val="accent6"/>
          </a:solidFill>
        </p:spPr>
        <p:txBody>
          <a:bodyPr bIns="0" anchor="ctr" anchorCtr="0"/>
          <a:lstStyle>
            <a:lvl1pPr algn="ctr">
              <a:defRPr lang="fr-FR" sz="1000" b="1" i="0" kern="1200" cap="all" spc="300" baseline="0" dirty="0" smtClean="0">
                <a:solidFill>
                  <a:schemeClr val="lt1"/>
                </a:solidFill>
                <a:latin typeface="Arial" panose="020B0604020202020204" pitchFamily="34" charset="0"/>
                <a:ea typeface="+mn-ea"/>
                <a:cs typeface="+mn-cs"/>
              </a:defRPr>
            </a:lvl1pPr>
            <a:lvl2pPr>
              <a:defRPr lang="fr-FR" sz="1000" kern="1200" spc="300" dirty="0" smtClean="0">
                <a:solidFill>
                  <a:schemeClr val="lt1"/>
                </a:solidFill>
                <a:latin typeface="Arial" pitchFamily="34" charset="0"/>
                <a:ea typeface="+mn-ea"/>
                <a:cs typeface="+mn-cs"/>
              </a:defRPr>
            </a:lvl2pPr>
            <a:lvl3pPr>
              <a:defRPr lang="fr-FR" sz="1000" kern="1200" spc="300" dirty="0" smtClean="0">
                <a:solidFill>
                  <a:schemeClr val="lt1"/>
                </a:solidFill>
                <a:latin typeface="Arial" pitchFamily="34" charset="0"/>
                <a:ea typeface="+mn-ea"/>
                <a:cs typeface="+mn-cs"/>
              </a:defRPr>
            </a:lvl3pPr>
            <a:lvl4pPr>
              <a:defRPr lang="fr-FR" sz="1000" kern="1200" spc="300" dirty="0" smtClean="0">
                <a:solidFill>
                  <a:schemeClr val="lt1"/>
                </a:solidFill>
                <a:latin typeface="Arial" pitchFamily="34" charset="0"/>
                <a:ea typeface="+mn-ea"/>
                <a:cs typeface="+mn-cs"/>
              </a:defRPr>
            </a:lvl4pPr>
            <a:lvl5pPr>
              <a:defRPr lang="fr-FR" sz="1000" kern="1200" spc="300" dirty="0">
                <a:solidFill>
                  <a:schemeClr val="lt1"/>
                </a:solidFill>
                <a:latin typeface="Arial" pitchFamily="34" charset="0"/>
                <a:ea typeface="+mn-ea"/>
                <a:cs typeface="+mn-cs"/>
              </a:defRPr>
            </a:lvl5pPr>
          </a:lstStyle>
          <a:p>
            <a:pPr lvl="0"/>
            <a:r>
              <a:rPr lang="fr-FR"/>
              <a:t>YOUR SURTITLE</a:t>
            </a:r>
          </a:p>
        </p:txBody>
      </p:sp>
    </p:spTree>
    <p:extLst>
      <p:ext uri="{BB962C8B-B14F-4D97-AF65-F5344CB8AC3E}">
        <p14:creationId xmlns:p14="http://schemas.microsoft.com/office/powerpoint/2010/main" val="304305140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pécifique 2">
    <p:bg>
      <p:bgPr>
        <a:solidFill>
          <a:srgbClr val="FDFEFE"/>
        </a:solidFill>
        <a:effectLst/>
      </p:bgPr>
    </p:bg>
    <p:spTree>
      <p:nvGrpSpPr>
        <p:cNvPr id="1" name=""/>
        <p:cNvGrpSpPr/>
        <p:nvPr/>
      </p:nvGrpSpPr>
      <p:grpSpPr>
        <a:xfrm>
          <a:off x="0" y="0"/>
          <a:ext cx="0" cy="0"/>
          <a:chOff x="0" y="0"/>
          <a:chExt cx="0" cy="0"/>
        </a:xfrm>
      </p:grpSpPr>
      <p:sp>
        <p:nvSpPr>
          <p:cNvPr id="2" name="Espace réservé du pied de page 1">
            <a:extLst>
              <a:ext uri="{FF2B5EF4-FFF2-40B4-BE49-F238E27FC236}">
                <a16:creationId xmlns:a16="http://schemas.microsoft.com/office/drawing/2014/main" id="{76CF4BF7-9EF2-4F50-994E-78E11BE142CF}"/>
              </a:ext>
            </a:extLst>
          </p:cNvPr>
          <p:cNvSpPr>
            <a:spLocks noGrp="1"/>
          </p:cNvSpPr>
          <p:nvPr>
            <p:ph type="ftr" sz="quarter" idx="10"/>
          </p:nvPr>
        </p:nvSpPr>
        <p:spPr/>
        <p:txBody>
          <a:bodyPr/>
          <a:lstStyle>
            <a:lvl1pPr>
              <a:defRPr b="1" i="0">
                <a:latin typeface="Arial" panose="020B0604020202020204" pitchFamily="34" charset="0"/>
              </a:defRPr>
            </a:lvl1pPr>
          </a:lstStyle>
          <a:p>
            <a:r>
              <a:rPr lang="fr-FR" dirty="0" err="1"/>
              <a:t>Presentation</a:t>
            </a:r>
            <a:r>
              <a:rPr lang="fr-FR" dirty="0"/>
              <a:t> </a:t>
            </a:r>
            <a:r>
              <a:rPr lang="fr-FR" dirty="0" err="1"/>
              <a:t>title</a:t>
            </a:r>
            <a:endParaRPr lang="fr-FR" dirty="0"/>
          </a:p>
        </p:txBody>
      </p:sp>
      <p:sp>
        <p:nvSpPr>
          <p:cNvPr id="3" name="Espace réservé du numéro de diapositive 2">
            <a:extLst>
              <a:ext uri="{FF2B5EF4-FFF2-40B4-BE49-F238E27FC236}">
                <a16:creationId xmlns:a16="http://schemas.microsoft.com/office/drawing/2014/main" id="{B3D6BD79-B399-6FD4-6478-F6D34991BA01}"/>
              </a:ext>
            </a:extLst>
          </p:cNvPr>
          <p:cNvSpPr>
            <a:spLocks noGrp="1"/>
          </p:cNvSpPr>
          <p:nvPr>
            <p:ph type="sldNum" sz="quarter" idx="11"/>
          </p:nvPr>
        </p:nvSpPr>
        <p:spPr/>
        <p:txBody>
          <a:bodyPr/>
          <a:lstStyle>
            <a:lvl1pPr>
              <a:defRPr b="1" i="0">
                <a:latin typeface="Arial" panose="020B0604020202020204" pitchFamily="34" charset="0"/>
              </a:defRPr>
            </a:lvl1pPr>
          </a:lstStyle>
          <a:p>
            <a:fld id="{29BED1D5-2372-4BA3-AEA9-1F7A0F9A5921}" type="slidenum">
              <a:rPr lang="fr-FR" smtClean="0"/>
              <a:pPr/>
              <a:t>‹#›</a:t>
            </a:fld>
            <a:endParaRPr lang="fr-FR" dirty="0"/>
          </a:p>
        </p:txBody>
      </p:sp>
      <p:pic>
        <p:nvPicPr>
          <p:cNvPr id="5" name="Graphique 4">
            <a:extLst>
              <a:ext uri="{FF2B5EF4-FFF2-40B4-BE49-F238E27FC236}">
                <a16:creationId xmlns:a16="http://schemas.microsoft.com/office/drawing/2014/main" id="{3C52D4E7-0B21-3731-049E-5C18DBFF51C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46038" y="94263"/>
            <a:ext cx="1906603" cy="623543"/>
          </a:xfrm>
          <a:prstGeom prst="rect">
            <a:avLst/>
          </a:prstGeom>
        </p:spPr>
      </p:pic>
      <p:cxnSp>
        <p:nvCxnSpPr>
          <p:cNvPr id="14" name="Connecteur droit 13">
            <a:extLst>
              <a:ext uri="{FF2B5EF4-FFF2-40B4-BE49-F238E27FC236}">
                <a16:creationId xmlns:a16="http://schemas.microsoft.com/office/drawing/2014/main" id="{A771A772-2C1A-1AC2-B1AF-0BB83B40003F}"/>
              </a:ext>
            </a:extLst>
          </p:cNvPr>
          <p:cNvCxnSpPr>
            <a:cxnSpLocks/>
          </p:cNvCxnSpPr>
          <p:nvPr userDrawn="1"/>
        </p:nvCxnSpPr>
        <p:spPr>
          <a:xfrm>
            <a:off x="11784013" y="0"/>
            <a:ext cx="0" cy="6857997"/>
          </a:xfrm>
          <a:prstGeom prst="line">
            <a:avLst/>
          </a:prstGeom>
          <a:ln>
            <a:gradFill flip="none" rotWithShape="1">
              <a:gsLst>
                <a:gs pos="27000">
                  <a:srgbClr val="006A4E">
                    <a:alpha val="60000"/>
                  </a:srgbClr>
                </a:gs>
                <a:gs pos="0">
                  <a:schemeClr val="accent1">
                    <a:alpha val="0"/>
                  </a:schemeClr>
                </a:gs>
                <a:gs pos="100000">
                  <a:schemeClr val="accent1">
                    <a:alpha val="0"/>
                  </a:schemeClr>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5" name="Connecteur droit 14">
            <a:extLst>
              <a:ext uri="{FF2B5EF4-FFF2-40B4-BE49-F238E27FC236}">
                <a16:creationId xmlns:a16="http://schemas.microsoft.com/office/drawing/2014/main" id="{AD14BDB4-A5C5-092F-0460-FAC307E819A7}"/>
              </a:ext>
            </a:extLst>
          </p:cNvPr>
          <p:cNvCxnSpPr>
            <a:cxnSpLocks/>
          </p:cNvCxnSpPr>
          <p:nvPr userDrawn="1"/>
        </p:nvCxnSpPr>
        <p:spPr>
          <a:xfrm flipH="1">
            <a:off x="0" y="6267937"/>
            <a:ext cx="12209323" cy="0"/>
          </a:xfrm>
          <a:prstGeom prst="line">
            <a:avLst/>
          </a:prstGeom>
          <a:ln>
            <a:gradFill flip="none" rotWithShape="1">
              <a:gsLst>
                <a:gs pos="68000">
                  <a:srgbClr val="006A4E"/>
                </a:gs>
                <a:gs pos="36000">
                  <a:srgbClr val="006A4E">
                    <a:alpha val="60000"/>
                  </a:srgbClr>
                </a:gs>
                <a:gs pos="0">
                  <a:schemeClr val="accent1">
                    <a:alpha val="0"/>
                  </a:schemeClr>
                </a:gs>
                <a:gs pos="100000">
                  <a:schemeClr val="accent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17" name="Titre 16">
            <a:extLst>
              <a:ext uri="{FF2B5EF4-FFF2-40B4-BE49-F238E27FC236}">
                <a16:creationId xmlns:a16="http://schemas.microsoft.com/office/drawing/2014/main" id="{C94CEB0F-D002-D1F4-FFCD-2FE530C95223}"/>
              </a:ext>
            </a:extLst>
          </p:cNvPr>
          <p:cNvSpPr>
            <a:spLocks noGrp="1"/>
          </p:cNvSpPr>
          <p:nvPr>
            <p:ph type="title" hasCustomPrompt="1"/>
          </p:nvPr>
        </p:nvSpPr>
        <p:spPr>
          <a:xfrm>
            <a:off x="6782733" y="698647"/>
            <a:ext cx="4509781" cy="1163395"/>
          </a:xfrm>
        </p:spPr>
        <p:txBody>
          <a:bodyPr/>
          <a:lstStyle>
            <a:lvl1pPr>
              <a:defRPr sz="2800" b="1" i="0">
                <a:latin typeface="Arial" panose="020B0604020202020204" pitchFamily="34" charset="0"/>
              </a:defRPr>
            </a:lvl1pPr>
          </a:lstStyle>
          <a:p>
            <a:r>
              <a:rPr lang="en-US" dirty="0"/>
              <a:t>Write the title of your slide here on several lines if necessary</a:t>
            </a:r>
            <a:endParaRPr lang="fr-FR" dirty="0"/>
          </a:p>
        </p:txBody>
      </p:sp>
      <p:cxnSp>
        <p:nvCxnSpPr>
          <p:cNvPr id="18" name="Connecteur droit 17">
            <a:extLst>
              <a:ext uri="{FF2B5EF4-FFF2-40B4-BE49-F238E27FC236}">
                <a16:creationId xmlns:a16="http://schemas.microsoft.com/office/drawing/2014/main" id="{2215BDC3-3E4C-66AE-8A1B-96641A033E20}"/>
              </a:ext>
            </a:extLst>
          </p:cNvPr>
          <p:cNvCxnSpPr>
            <a:cxnSpLocks/>
          </p:cNvCxnSpPr>
          <p:nvPr userDrawn="1"/>
        </p:nvCxnSpPr>
        <p:spPr>
          <a:xfrm flipH="1">
            <a:off x="-8661" y="2447925"/>
            <a:ext cx="12209323" cy="0"/>
          </a:xfrm>
          <a:prstGeom prst="line">
            <a:avLst/>
          </a:prstGeom>
          <a:ln>
            <a:gradFill flip="none" rotWithShape="1">
              <a:gsLst>
                <a:gs pos="68000">
                  <a:srgbClr val="006A4E"/>
                </a:gs>
                <a:gs pos="36000">
                  <a:srgbClr val="006A4E">
                    <a:alpha val="60000"/>
                  </a:srgbClr>
                </a:gs>
                <a:gs pos="0">
                  <a:schemeClr val="accent1">
                    <a:alpha val="0"/>
                  </a:schemeClr>
                </a:gs>
                <a:gs pos="100000">
                  <a:schemeClr val="accent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9" name="Connecteur droit 18">
            <a:extLst>
              <a:ext uri="{FF2B5EF4-FFF2-40B4-BE49-F238E27FC236}">
                <a16:creationId xmlns:a16="http://schemas.microsoft.com/office/drawing/2014/main" id="{F8738A9E-C2F5-BED3-6EC4-ACDBE1C7D704}"/>
              </a:ext>
            </a:extLst>
          </p:cNvPr>
          <p:cNvCxnSpPr>
            <a:cxnSpLocks/>
          </p:cNvCxnSpPr>
          <p:nvPr userDrawn="1"/>
        </p:nvCxnSpPr>
        <p:spPr>
          <a:xfrm>
            <a:off x="6335713" y="2"/>
            <a:ext cx="0" cy="6857997"/>
          </a:xfrm>
          <a:prstGeom prst="line">
            <a:avLst/>
          </a:prstGeom>
          <a:ln>
            <a:gradFill flip="none" rotWithShape="1">
              <a:gsLst>
                <a:gs pos="27000">
                  <a:srgbClr val="006A4E">
                    <a:alpha val="60000"/>
                  </a:srgbClr>
                </a:gs>
                <a:gs pos="0">
                  <a:schemeClr val="accent1">
                    <a:alpha val="0"/>
                  </a:schemeClr>
                </a:gs>
                <a:gs pos="100000">
                  <a:schemeClr val="accent1">
                    <a:alpha val="0"/>
                  </a:schemeClr>
                </a:gs>
              </a:gsLst>
              <a:lin ang="5400000" scaled="1"/>
              <a:tileRect/>
            </a:gradFill>
          </a:ln>
        </p:spPr>
        <p:style>
          <a:lnRef idx="1">
            <a:schemeClr val="accent1"/>
          </a:lnRef>
          <a:fillRef idx="0">
            <a:schemeClr val="accent1"/>
          </a:fillRef>
          <a:effectRef idx="0">
            <a:schemeClr val="accent1"/>
          </a:effectRef>
          <a:fontRef idx="minor">
            <a:schemeClr val="tx1"/>
          </a:fontRef>
        </p:style>
      </p:cxnSp>
      <p:sp>
        <p:nvSpPr>
          <p:cNvPr id="21" name="Espace réservé pour une image  20">
            <a:extLst>
              <a:ext uri="{FF2B5EF4-FFF2-40B4-BE49-F238E27FC236}">
                <a16:creationId xmlns:a16="http://schemas.microsoft.com/office/drawing/2014/main" id="{61A252E7-CF7F-1EE6-5545-87D63AC4E769}"/>
              </a:ext>
            </a:extLst>
          </p:cNvPr>
          <p:cNvSpPr>
            <a:spLocks noGrp="1"/>
          </p:cNvSpPr>
          <p:nvPr>
            <p:ph type="pic" sz="quarter" idx="13"/>
          </p:nvPr>
        </p:nvSpPr>
        <p:spPr>
          <a:xfrm>
            <a:off x="442913" y="2455545"/>
            <a:ext cx="5892800" cy="2305050"/>
          </a:xfrm>
          <a:prstGeom prst="rect">
            <a:avLst/>
          </a:prstGeom>
          <a:solidFill>
            <a:schemeClr val="bg1">
              <a:lumMod val="95000"/>
            </a:schemeClr>
          </a:solidFill>
        </p:spPr>
        <p:txBody>
          <a:bodyPr/>
          <a:lstStyle>
            <a:lvl1pPr>
              <a:defRPr b="1" i="0">
                <a:latin typeface="Arial" panose="020B0604020202020204" pitchFamily="34" charset="0"/>
              </a:defRPr>
            </a:lvl1pPr>
          </a:lstStyle>
          <a:p>
            <a:endParaRPr lang="fr-FR" dirty="0"/>
          </a:p>
        </p:txBody>
      </p:sp>
      <p:sp>
        <p:nvSpPr>
          <p:cNvPr id="23" name="Espace réservé du texte 22">
            <a:extLst>
              <a:ext uri="{FF2B5EF4-FFF2-40B4-BE49-F238E27FC236}">
                <a16:creationId xmlns:a16="http://schemas.microsoft.com/office/drawing/2014/main" id="{247486AB-8DF8-2922-A019-E7ECB08D1F60}"/>
              </a:ext>
            </a:extLst>
          </p:cNvPr>
          <p:cNvSpPr>
            <a:spLocks noGrp="1"/>
          </p:cNvSpPr>
          <p:nvPr>
            <p:ph type="body" sz="quarter" idx="14" hasCustomPrompt="1"/>
          </p:nvPr>
        </p:nvSpPr>
        <p:spPr>
          <a:xfrm>
            <a:off x="1123950" y="5143500"/>
            <a:ext cx="4533900" cy="762000"/>
          </a:xfrm>
          <a:prstGeom prst="rect">
            <a:avLst/>
          </a:prstGeom>
        </p:spPr>
        <p:txBody>
          <a:bodyPr/>
          <a:lstStyle>
            <a:lvl1pPr>
              <a:defRPr b="1" i="0">
                <a:solidFill>
                  <a:schemeClr val="accent1"/>
                </a:solidFill>
                <a:latin typeface="Arial" panose="020B0604020202020204" pitchFamily="34" charset="0"/>
              </a:defRPr>
            </a:lvl1pPr>
          </a:lstStyle>
          <a:p>
            <a:pPr lvl="0"/>
            <a:r>
              <a:rPr lang="en-US" dirty="0"/>
              <a:t>Write your text here on several lines</a:t>
            </a:r>
            <a:endParaRPr lang="fr-FR" dirty="0"/>
          </a:p>
        </p:txBody>
      </p:sp>
      <p:sp>
        <p:nvSpPr>
          <p:cNvPr id="24" name="Espace réservé du texte 22">
            <a:extLst>
              <a:ext uri="{FF2B5EF4-FFF2-40B4-BE49-F238E27FC236}">
                <a16:creationId xmlns:a16="http://schemas.microsoft.com/office/drawing/2014/main" id="{D5DCA39F-9D02-3B9A-CA03-08A83BC1EB95}"/>
              </a:ext>
            </a:extLst>
          </p:cNvPr>
          <p:cNvSpPr>
            <a:spLocks noGrp="1"/>
          </p:cNvSpPr>
          <p:nvPr>
            <p:ph type="body" sz="quarter" idx="15" hasCustomPrompt="1"/>
          </p:nvPr>
        </p:nvSpPr>
        <p:spPr>
          <a:xfrm>
            <a:off x="6670677" y="5072063"/>
            <a:ext cx="1822450" cy="376235"/>
          </a:xfrm>
          <a:prstGeom prst="rect">
            <a:avLst/>
          </a:prstGeom>
        </p:spPr>
        <p:txBody>
          <a:bodyPr/>
          <a:lstStyle>
            <a:lvl1pPr>
              <a:defRPr sz="900" b="0" i="0">
                <a:solidFill>
                  <a:schemeClr val="accent1"/>
                </a:solidFill>
                <a:latin typeface="Arial" panose="020B0604020202020204" pitchFamily="34" charset="0"/>
              </a:defRPr>
            </a:lvl1pPr>
          </a:lstStyle>
          <a:p>
            <a:pPr lvl="0"/>
            <a:r>
              <a:rPr lang="en-US" dirty="0"/>
              <a:t>Write your text here on several lines</a:t>
            </a:r>
            <a:endParaRPr lang="fr-FR" dirty="0"/>
          </a:p>
        </p:txBody>
      </p:sp>
      <p:sp>
        <p:nvSpPr>
          <p:cNvPr id="25" name="Espace réservé du texte 22">
            <a:extLst>
              <a:ext uri="{FF2B5EF4-FFF2-40B4-BE49-F238E27FC236}">
                <a16:creationId xmlns:a16="http://schemas.microsoft.com/office/drawing/2014/main" id="{9D6FFA5A-8005-67A9-6000-407AD4F2212D}"/>
              </a:ext>
            </a:extLst>
          </p:cNvPr>
          <p:cNvSpPr>
            <a:spLocks noGrp="1"/>
          </p:cNvSpPr>
          <p:nvPr>
            <p:ph type="body" sz="quarter" idx="16" hasCustomPrompt="1"/>
          </p:nvPr>
        </p:nvSpPr>
        <p:spPr>
          <a:xfrm>
            <a:off x="6670677" y="5583789"/>
            <a:ext cx="1822450" cy="376235"/>
          </a:xfrm>
          <a:prstGeom prst="rect">
            <a:avLst/>
          </a:prstGeom>
        </p:spPr>
        <p:txBody>
          <a:bodyPr/>
          <a:lstStyle>
            <a:lvl1pPr>
              <a:defRPr sz="900" b="0" i="0">
                <a:solidFill>
                  <a:schemeClr val="accent1"/>
                </a:solidFill>
                <a:latin typeface="Arial" panose="020B0604020202020204" pitchFamily="34" charset="0"/>
              </a:defRPr>
            </a:lvl1pPr>
          </a:lstStyle>
          <a:p>
            <a:pPr lvl="0"/>
            <a:r>
              <a:rPr lang="en-US" dirty="0"/>
              <a:t>Write your text here on several lines</a:t>
            </a:r>
            <a:endParaRPr lang="fr-FR" dirty="0"/>
          </a:p>
        </p:txBody>
      </p:sp>
      <p:sp>
        <p:nvSpPr>
          <p:cNvPr id="26" name="Espace réservé du texte 22">
            <a:extLst>
              <a:ext uri="{FF2B5EF4-FFF2-40B4-BE49-F238E27FC236}">
                <a16:creationId xmlns:a16="http://schemas.microsoft.com/office/drawing/2014/main" id="{B3892DF6-2949-0829-A904-789E79DD9811}"/>
              </a:ext>
            </a:extLst>
          </p:cNvPr>
          <p:cNvSpPr>
            <a:spLocks noGrp="1"/>
          </p:cNvSpPr>
          <p:nvPr>
            <p:ph type="body" sz="quarter" idx="17" hasCustomPrompt="1"/>
          </p:nvPr>
        </p:nvSpPr>
        <p:spPr>
          <a:xfrm>
            <a:off x="9087484" y="5072063"/>
            <a:ext cx="1822450" cy="376235"/>
          </a:xfrm>
          <a:prstGeom prst="rect">
            <a:avLst/>
          </a:prstGeom>
        </p:spPr>
        <p:txBody>
          <a:bodyPr/>
          <a:lstStyle>
            <a:lvl1pPr>
              <a:defRPr sz="900" b="0" i="0">
                <a:solidFill>
                  <a:schemeClr val="accent1"/>
                </a:solidFill>
                <a:latin typeface="Arial" panose="020B0604020202020204" pitchFamily="34" charset="0"/>
              </a:defRPr>
            </a:lvl1pPr>
          </a:lstStyle>
          <a:p>
            <a:pPr lvl="0"/>
            <a:r>
              <a:rPr lang="en-US" dirty="0"/>
              <a:t>Write your text here on several lines</a:t>
            </a:r>
            <a:endParaRPr lang="fr-FR" dirty="0"/>
          </a:p>
        </p:txBody>
      </p:sp>
      <p:sp>
        <p:nvSpPr>
          <p:cNvPr id="27" name="Espace réservé du texte 22">
            <a:extLst>
              <a:ext uri="{FF2B5EF4-FFF2-40B4-BE49-F238E27FC236}">
                <a16:creationId xmlns:a16="http://schemas.microsoft.com/office/drawing/2014/main" id="{54B34D4B-9A95-4F7C-E548-97CB1BD3B601}"/>
              </a:ext>
            </a:extLst>
          </p:cNvPr>
          <p:cNvSpPr>
            <a:spLocks noGrp="1"/>
          </p:cNvSpPr>
          <p:nvPr>
            <p:ph type="body" sz="quarter" idx="18" hasCustomPrompt="1"/>
          </p:nvPr>
        </p:nvSpPr>
        <p:spPr>
          <a:xfrm>
            <a:off x="9087484" y="5583789"/>
            <a:ext cx="1822450" cy="376235"/>
          </a:xfrm>
          <a:prstGeom prst="rect">
            <a:avLst/>
          </a:prstGeom>
        </p:spPr>
        <p:txBody>
          <a:bodyPr/>
          <a:lstStyle>
            <a:lvl1pPr>
              <a:defRPr sz="900" b="0" i="0">
                <a:solidFill>
                  <a:schemeClr val="accent1"/>
                </a:solidFill>
                <a:latin typeface="Arial" panose="020B0604020202020204" pitchFamily="34" charset="0"/>
              </a:defRPr>
            </a:lvl1pPr>
          </a:lstStyle>
          <a:p>
            <a:pPr lvl="0"/>
            <a:r>
              <a:rPr lang="en-US" dirty="0"/>
              <a:t>Write your text here on several lines</a:t>
            </a:r>
            <a:endParaRPr lang="fr-FR" dirty="0"/>
          </a:p>
        </p:txBody>
      </p:sp>
      <p:cxnSp>
        <p:nvCxnSpPr>
          <p:cNvPr id="28" name="Connecteur droit 27">
            <a:extLst>
              <a:ext uri="{FF2B5EF4-FFF2-40B4-BE49-F238E27FC236}">
                <a16:creationId xmlns:a16="http://schemas.microsoft.com/office/drawing/2014/main" id="{EBECE25F-FFD1-00A2-C405-2943D2AB7514}"/>
              </a:ext>
            </a:extLst>
          </p:cNvPr>
          <p:cNvCxnSpPr>
            <a:cxnSpLocks/>
          </p:cNvCxnSpPr>
          <p:nvPr userDrawn="1"/>
        </p:nvCxnSpPr>
        <p:spPr>
          <a:xfrm flipH="1">
            <a:off x="-8661" y="4762500"/>
            <a:ext cx="12209323" cy="0"/>
          </a:xfrm>
          <a:prstGeom prst="line">
            <a:avLst/>
          </a:prstGeom>
          <a:ln>
            <a:gradFill flip="none" rotWithShape="1">
              <a:gsLst>
                <a:gs pos="68000">
                  <a:srgbClr val="006A4E"/>
                </a:gs>
                <a:gs pos="36000">
                  <a:srgbClr val="006A4E">
                    <a:alpha val="60000"/>
                  </a:srgbClr>
                </a:gs>
                <a:gs pos="0">
                  <a:schemeClr val="accent1">
                    <a:alpha val="0"/>
                  </a:schemeClr>
                </a:gs>
                <a:gs pos="100000">
                  <a:schemeClr val="accent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4" name="Espace réservé du texte 14">
            <a:extLst>
              <a:ext uri="{FF2B5EF4-FFF2-40B4-BE49-F238E27FC236}">
                <a16:creationId xmlns:a16="http://schemas.microsoft.com/office/drawing/2014/main" id="{EF3EB492-BE08-7B29-F85C-B28C05B11D76}"/>
              </a:ext>
            </a:extLst>
          </p:cNvPr>
          <p:cNvSpPr>
            <a:spLocks noGrp="1"/>
          </p:cNvSpPr>
          <p:nvPr>
            <p:ph type="body" sz="quarter" idx="12" hasCustomPrompt="1"/>
          </p:nvPr>
        </p:nvSpPr>
        <p:spPr>
          <a:xfrm>
            <a:off x="442913" y="735890"/>
            <a:ext cx="2201227" cy="327025"/>
          </a:xfrm>
          <a:prstGeom prst="roundRect">
            <a:avLst>
              <a:gd name="adj" fmla="val 5793"/>
            </a:avLst>
          </a:prstGeom>
          <a:solidFill>
            <a:schemeClr val="accent6"/>
          </a:solidFill>
        </p:spPr>
        <p:txBody>
          <a:bodyPr vert="horz" lIns="72000" tIns="0" rIns="0" bIns="0" rtlCol="0" anchor="ctr" anchorCtr="0">
            <a:noAutofit/>
          </a:bodyPr>
          <a:lstStyle>
            <a:lvl1pPr algn="ctr">
              <a:defRPr lang="fr-FR" sz="1000" b="1" i="0" cap="all" spc="300" baseline="0" dirty="0">
                <a:solidFill>
                  <a:schemeClr val="lt1"/>
                </a:solidFill>
                <a:latin typeface="Arial" panose="020B0604020202020204" pitchFamily="34" charset="0"/>
              </a:defRPr>
            </a:lvl1pPr>
            <a:lvl2pPr>
              <a:defRPr lang="fr-FR" sz="1000" kern="1200" spc="300" dirty="0" smtClean="0">
                <a:solidFill>
                  <a:schemeClr val="lt1"/>
                </a:solidFill>
                <a:latin typeface="Arial" pitchFamily="34" charset="0"/>
                <a:ea typeface="+mn-ea"/>
                <a:cs typeface="+mn-cs"/>
              </a:defRPr>
            </a:lvl2pPr>
            <a:lvl3pPr>
              <a:defRPr lang="fr-FR" sz="1000" kern="1200" spc="300" dirty="0" smtClean="0">
                <a:solidFill>
                  <a:schemeClr val="lt1"/>
                </a:solidFill>
                <a:latin typeface="Arial" pitchFamily="34" charset="0"/>
                <a:ea typeface="+mn-ea"/>
                <a:cs typeface="+mn-cs"/>
              </a:defRPr>
            </a:lvl3pPr>
            <a:lvl4pPr>
              <a:defRPr lang="fr-FR" sz="1000" kern="1200" spc="300" dirty="0" smtClean="0">
                <a:solidFill>
                  <a:schemeClr val="lt1"/>
                </a:solidFill>
                <a:latin typeface="Arial" pitchFamily="34" charset="0"/>
                <a:ea typeface="+mn-ea"/>
                <a:cs typeface="+mn-cs"/>
              </a:defRPr>
            </a:lvl4pPr>
            <a:lvl5pPr>
              <a:defRPr lang="fr-FR" sz="1000" kern="1200" spc="300" dirty="0">
                <a:solidFill>
                  <a:schemeClr val="lt1"/>
                </a:solidFill>
                <a:latin typeface="Arial" pitchFamily="34" charset="0"/>
                <a:ea typeface="+mn-ea"/>
                <a:cs typeface="+mn-cs"/>
              </a:defRPr>
            </a:lvl5pPr>
          </a:lstStyle>
          <a:p>
            <a:pPr lvl="0" algn="ctr"/>
            <a:r>
              <a:rPr lang="fr-FR" dirty="0"/>
              <a:t>YOUR SURTITLE</a:t>
            </a:r>
          </a:p>
        </p:txBody>
      </p:sp>
      <p:sp>
        <p:nvSpPr>
          <p:cNvPr id="7" name="Espace réservé du texte 22">
            <a:extLst>
              <a:ext uri="{FF2B5EF4-FFF2-40B4-BE49-F238E27FC236}">
                <a16:creationId xmlns:a16="http://schemas.microsoft.com/office/drawing/2014/main" id="{623A8BE2-C3A8-948A-B5E3-06ED90F53985}"/>
              </a:ext>
            </a:extLst>
          </p:cNvPr>
          <p:cNvSpPr>
            <a:spLocks noGrp="1"/>
          </p:cNvSpPr>
          <p:nvPr>
            <p:ph type="body" sz="quarter" idx="19" hasCustomPrompt="1"/>
          </p:nvPr>
        </p:nvSpPr>
        <p:spPr>
          <a:xfrm>
            <a:off x="6669714" y="2996488"/>
            <a:ext cx="4533900" cy="1313475"/>
          </a:xfrm>
          <a:prstGeom prst="rect">
            <a:avLst/>
          </a:prstGeom>
        </p:spPr>
        <p:txBody>
          <a:bodyPr/>
          <a:lstStyle>
            <a:lvl1pPr>
              <a:defRPr b="1" i="0">
                <a:solidFill>
                  <a:schemeClr val="accent1"/>
                </a:solidFill>
                <a:latin typeface="Arial" panose="020B0604020202020204" pitchFamily="34" charset="0"/>
              </a:defRPr>
            </a:lvl1pPr>
          </a:lstStyle>
          <a:p>
            <a:pPr lvl="0"/>
            <a:r>
              <a:rPr lang="en-US" dirty="0"/>
              <a:t>Write your text here on several lines</a:t>
            </a:r>
            <a:endParaRPr lang="fr-FR" dirty="0"/>
          </a:p>
        </p:txBody>
      </p:sp>
    </p:spTree>
    <p:extLst>
      <p:ext uri="{BB962C8B-B14F-4D97-AF65-F5344CB8AC3E}">
        <p14:creationId xmlns:p14="http://schemas.microsoft.com/office/powerpoint/2010/main" val="375354985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pécifique 3">
    <p:spTree>
      <p:nvGrpSpPr>
        <p:cNvPr id="1" name=""/>
        <p:cNvGrpSpPr/>
        <p:nvPr/>
      </p:nvGrpSpPr>
      <p:grpSpPr>
        <a:xfrm>
          <a:off x="0" y="0"/>
          <a:ext cx="0" cy="0"/>
          <a:chOff x="0" y="0"/>
          <a:chExt cx="0" cy="0"/>
        </a:xfrm>
      </p:grpSpPr>
      <p:sp>
        <p:nvSpPr>
          <p:cNvPr id="15" name="Espace réservé pour une image  14">
            <a:extLst>
              <a:ext uri="{FF2B5EF4-FFF2-40B4-BE49-F238E27FC236}">
                <a16:creationId xmlns:a16="http://schemas.microsoft.com/office/drawing/2014/main" id="{7A5D5CE7-9D01-D2BC-B667-78C5187AFE9A}"/>
              </a:ext>
            </a:extLst>
          </p:cNvPr>
          <p:cNvSpPr>
            <a:spLocks noGrp="1"/>
          </p:cNvSpPr>
          <p:nvPr>
            <p:ph type="pic" sz="quarter" idx="15"/>
          </p:nvPr>
        </p:nvSpPr>
        <p:spPr>
          <a:xfrm>
            <a:off x="-7938" y="2287588"/>
            <a:ext cx="3236913" cy="4570412"/>
          </a:xfrm>
          <a:prstGeom prst="rect">
            <a:avLst/>
          </a:prstGeom>
          <a:solidFill>
            <a:schemeClr val="bg1">
              <a:lumMod val="95000"/>
            </a:schemeClr>
          </a:solidFill>
        </p:spPr>
        <p:txBody>
          <a:bodyPr/>
          <a:lstStyle>
            <a:lvl1pPr>
              <a:defRPr b="1" i="0">
                <a:latin typeface="Arial" panose="020B0604020202020204" pitchFamily="34" charset="0"/>
              </a:defRPr>
            </a:lvl1pPr>
          </a:lstStyle>
          <a:p>
            <a:endParaRPr lang="fr-FR" dirty="0"/>
          </a:p>
        </p:txBody>
      </p:sp>
      <p:sp>
        <p:nvSpPr>
          <p:cNvPr id="2" name="Titre 1">
            <a:extLst>
              <a:ext uri="{FF2B5EF4-FFF2-40B4-BE49-F238E27FC236}">
                <a16:creationId xmlns:a16="http://schemas.microsoft.com/office/drawing/2014/main" id="{468C98EE-2DF3-34E2-56C0-3DAAC8CBCB63}"/>
              </a:ext>
            </a:extLst>
          </p:cNvPr>
          <p:cNvSpPr>
            <a:spLocks noGrp="1"/>
          </p:cNvSpPr>
          <p:nvPr>
            <p:ph type="title" hasCustomPrompt="1"/>
          </p:nvPr>
        </p:nvSpPr>
        <p:spPr>
          <a:xfrm>
            <a:off x="412159" y="1225279"/>
            <a:ext cx="5856665" cy="997196"/>
          </a:xfrm>
        </p:spPr>
        <p:txBody>
          <a:bodyPr/>
          <a:lstStyle>
            <a:lvl1pPr>
              <a:defRPr b="1" i="0">
                <a:latin typeface="Arial" panose="020B0604020202020204" pitchFamily="34" charset="0"/>
              </a:defRPr>
            </a:lvl1pPr>
          </a:lstStyle>
          <a:p>
            <a:r>
              <a:rPr lang="en-US" dirty="0"/>
              <a:t>The title of the slide here</a:t>
            </a:r>
            <a:endParaRPr lang="fr-FR" dirty="0"/>
          </a:p>
        </p:txBody>
      </p:sp>
      <p:sp>
        <p:nvSpPr>
          <p:cNvPr id="3" name="Espace réservé du pied de page 2">
            <a:extLst>
              <a:ext uri="{FF2B5EF4-FFF2-40B4-BE49-F238E27FC236}">
                <a16:creationId xmlns:a16="http://schemas.microsoft.com/office/drawing/2014/main" id="{15DDA5EF-7584-DD75-CBF9-6A287070133A}"/>
              </a:ext>
            </a:extLst>
          </p:cNvPr>
          <p:cNvSpPr>
            <a:spLocks noGrp="1"/>
          </p:cNvSpPr>
          <p:nvPr>
            <p:ph type="ftr" sz="quarter" idx="10"/>
          </p:nvPr>
        </p:nvSpPr>
        <p:spPr/>
        <p:txBody>
          <a:bodyPr/>
          <a:lstStyle>
            <a:lvl1pPr>
              <a:defRPr b="1" i="0">
                <a:latin typeface="Arial" panose="020B0604020202020204" pitchFamily="34" charset="0"/>
              </a:defRPr>
            </a:lvl1pPr>
          </a:lstStyle>
          <a:p>
            <a:r>
              <a:rPr lang="fr-FR" dirty="0" err="1"/>
              <a:t>Presentation</a:t>
            </a:r>
            <a:r>
              <a:rPr lang="fr-FR" dirty="0"/>
              <a:t> </a:t>
            </a:r>
            <a:r>
              <a:rPr lang="fr-FR" dirty="0" err="1"/>
              <a:t>title</a:t>
            </a:r>
            <a:endParaRPr lang="fr-FR" dirty="0"/>
          </a:p>
        </p:txBody>
      </p:sp>
      <p:sp>
        <p:nvSpPr>
          <p:cNvPr id="4" name="Espace réservé du numéro de diapositive 3">
            <a:extLst>
              <a:ext uri="{FF2B5EF4-FFF2-40B4-BE49-F238E27FC236}">
                <a16:creationId xmlns:a16="http://schemas.microsoft.com/office/drawing/2014/main" id="{853179CB-2E11-D859-82FA-BF82449F11D0}"/>
              </a:ext>
            </a:extLst>
          </p:cNvPr>
          <p:cNvSpPr>
            <a:spLocks noGrp="1"/>
          </p:cNvSpPr>
          <p:nvPr>
            <p:ph type="sldNum" sz="quarter" idx="11"/>
          </p:nvPr>
        </p:nvSpPr>
        <p:spPr/>
        <p:txBody>
          <a:bodyPr/>
          <a:lstStyle>
            <a:lvl1pPr>
              <a:defRPr b="1" i="0">
                <a:latin typeface="Arial" panose="020B0604020202020204" pitchFamily="34" charset="0"/>
              </a:defRPr>
            </a:lvl1pPr>
          </a:lstStyle>
          <a:p>
            <a:fld id="{29BED1D5-2372-4BA3-AEA9-1F7A0F9A5921}" type="slidenum">
              <a:rPr lang="fr-FR" smtClean="0"/>
              <a:pPr/>
              <a:t>‹#›</a:t>
            </a:fld>
            <a:endParaRPr lang="fr-FR" dirty="0"/>
          </a:p>
        </p:txBody>
      </p:sp>
      <p:pic>
        <p:nvPicPr>
          <p:cNvPr id="7" name="Graphique 6">
            <a:extLst>
              <a:ext uri="{FF2B5EF4-FFF2-40B4-BE49-F238E27FC236}">
                <a16:creationId xmlns:a16="http://schemas.microsoft.com/office/drawing/2014/main" id="{C4FEC6E7-C07C-0478-B8C5-CE92120D4DB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46038" y="94263"/>
            <a:ext cx="1906603" cy="623543"/>
          </a:xfrm>
          <a:prstGeom prst="rect">
            <a:avLst/>
          </a:prstGeom>
        </p:spPr>
      </p:pic>
      <p:cxnSp>
        <p:nvCxnSpPr>
          <p:cNvPr id="9" name="Connecteur droit 8">
            <a:extLst>
              <a:ext uri="{FF2B5EF4-FFF2-40B4-BE49-F238E27FC236}">
                <a16:creationId xmlns:a16="http://schemas.microsoft.com/office/drawing/2014/main" id="{0D712240-E1B6-8610-B4B5-028043819848}"/>
              </a:ext>
            </a:extLst>
          </p:cNvPr>
          <p:cNvCxnSpPr>
            <a:cxnSpLocks/>
          </p:cNvCxnSpPr>
          <p:nvPr userDrawn="1"/>
        </p:nvCxnSpPr>
        <p:spPr>
          <a:xfrm flipH="1">
            <a:off x="-8661" y="2276475"/>
            <a:ext cx="12209323" cy="0"/>
          </a:xfrm>
          <a:prstGeom prst="line">
            <a:avLst/>
          </a:prstGeom>
          <a:ln>
            <a:gradFill flip="none" rotWithShape="1">
              <a:gsLst>
                <a:gs pos="68000">
                  <a:srgbClr val="006A4E"/>
                </a:gs>
                <a:gs pos="36000">
                  <a:srgbClr val="006A4E">
                    <a:alpha val="60000"/>
                  </a:srgbClr>
                </a:gs>
                <a:gs pos="0">
                  <a:schemeClr val="accent1">
                    <a:alpha val="0"/>
                  </a:schemeClr>
                </a:gs>
                <a:gs pos="100000">
                  <a:schemeClr val="accent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12" name="Espace réservé du texte 11">
            <a:extLst>
              <a:ext uri="{FF2B5EF4-FFF2-40B4-BE49-F238E27FC236}">
                <a16:creationId xmlns:a16="http://schemas.microsoft.com/office/drawing/2014/main" id="{AC37DBFC-6F3B-96C8-8761-818D3C50FDE4}"/>
              </a:ext>
            </a:extLst>
          </p:cNvPr>
          <p:cNvSpPr>
            <a:spLocks noGrp="1"/>
          </p:cNvSpPr>
          <p:nvPr>
            <p:ph type="body" sz="quarter" idx="13" hasCustomPrompt="1"/>
          </p:nvPr>
        </p:nvSpPr>
        <p:spPr>
          <a:xfrm>
            <a:off x="3629025" y="2743200"/>
            <a:ext cx="3581400" cy="3546475"/>
          </a:xfrm>
          <a:prstGeom prst="rect">
            <a:avLst/>
          </a:prstGeom>
        </p:spPr>
        <p:txBody>
          <a:bodyPr/>
          <a:lstStyle>
            <a:lvl1pPr>
              <a:defRPr b="1" i="0">
                <a:latin typeface="Arial" panose="020B0604020202020204" pitchFamily="34" charset="0"/>
              </a:defRPr>
            </a:lvl1pPr>
            <a:lvl2pPr>
              <a:defRPr b="0" i="0">
                <a:latin typeface="Arial" panose="020B0604020202020204" pitchFamily="34" charset="0"/>
              </a:defRPr>
            </a:lvl2pPr>
            <a:lvl3pPr>
              <a:defRPr b="0" i="0">
                <a:latin typeface="Arial" panose="020B0604020202020204" pitchFamily="34" charset="0"/>
              </a:defRPr>
            </a:lvl3pPr>
            <a:lvl4pPr>
              <a:defRPr b="0" i="0">
                <a:latin typeface="Arial" panose="020B0604020202020204" pitchFamily="34" charset="0"/>
              </a:defRPr>
            </a:lvl4pPr>
            <a:lvl5pPr>
              <a:defRPr b="0" i="0">
                <a:latin typeface="Arial" panose="020B0604020202020204" pitchFamily="34" charset="0"/>
              </a:defRPr>
            </a:lvl5pPr>
          </a:lstStyle>
          <a:p>
            <a:pPr lvl="0"/>
            <a:r>
              <a:rPr lang="en-US" noProof="0" dirty="0"/>
              <a:t>This is your first level of text, click here to add text</a:t>
            </a:r>
          </a:p>
          <a:p>
            <a:pPr lvl="1"/>
            <a:r>
              <a:rPr lang="en-US" noProof="0" dirty="0"/>
              <a:t>This is the second level of text</a:t>
            </a:r>
          </a:p>
          <a:p>
            <a:pPr lvl="2"/>
            <a:r>
              <a:rPr lang="en-US" noProof="0" dirty="0"/>
              <a:t>Third level of text</a:t>
            </a:r>
          </a:p>
          <a:p>
            <a:pPr lvl="3"/>
            <a:r>
              <a:rPr lang="en-US" noProof="0" dirty="0"/>
              <a:t>This is the fourth level of text</a:t>
            </a:r>
          </a:p>
          <a:p>
            <a:pPr lvl="4"/>
            <a:r>
              <a:rPr lang="en-US" noProof="0" dirty="0"/>
              <a:t>This is the fifth level of text</a:t>
            </a:r>
            <a:endParaRPr lang="en-GB" noProof="0" dirty="0"/>
          </a:p>
        </p:txBody>
      </p:sp>
      <p:sp>
        <p:nvSpPr>
          <p:cNvPr id="13" name="Espace réservé du texte 11">
            <a:extLst>
              <a:ext uri="{FF2B5EF4-FFF2-40B4-BE49-F238E27FC236}">
                <a16:creationId xmlns:a16="http://schemas.microsoft.com/office/drawing/2014/main" id="{80E81C1B-DDD0-000D-8406-37EDF9AF4F7C}"/>
              </a:ext>
            </a:extLst>
          </p:cNvPr>
          <p:cNvSpPr>
            <a:spLocks noGrp="1"/>
          </p:cNvSpPr>
          <p:nvPr>
            <p:ph type="body" sz="quarter" idx="14" hasCustomPrompt="1"/>
          </p:nvPr>
        </p:nvSpPr>
        <p:spPr>
          <a:xfrm>
            <a:off x="8010525" y="2743200"/>
            <a:ext cx="3581400" cy="3546475"/>
          </a:xfrm>
          <a:prstGeom prst="rect">
            <a:avLst/>
          </a:prstGeom>
        </p:spPr>
        <p:txBody>
          <a:bodyPr/>
          <a:lstStyle>
            <a:lvl1pPr>
              <a:defRPr b="1" i="0">
                <a:latin typeface="Arial" panose="020B0604020202020204" pitchFamily="34" charset="0"/>
              </a:defRPr>
            </a:lvl1pPr>
            <a:lvl2pPr>
              <a:defRPr b="0" i="0">
                <a:latin typeface="Arial" panose="020B0604020202020204" pitchFamily="34" charset="0"/>
              </a:defRPr>
            </a:lvl2pPr>
            <a:lvl3pPr>
              <a:defRPr b="0" i="0">
                <a:latin typeface="Arial" panose="020B0604020202020204" pitchFamily="34" charset="0"/>
              </a:defRPr>
            </a:lvl3pPr>
            <a:lvl4pPr>
              <a:defRPr b="0" i="0">
                <a:latin typeface="Arial" panose="020B0604020202020204" pitchFamily="34" charset="0"/>
              </a:defRPr>
            </a:lvl4pPr>
            <a:lvl5pPr>
              <a:defRPr b="0" i="0">
                <a:latin typeface="Arial" panose="020B0604020202020204" pitchFamily="34" charset="0"/>
              </a:defRPr>
            </a:lvl5pPr>
          </a:lstStyle>
          <a:p>
            <a:pPr lvl="0"/>
            <a:r>
              <a:rPr lang="en-US" noProof="0" dirty="0"/>
              <a:t>This is your first level of text, click here to add text</a:t>
            </a:r>
          </a:p>
          <a:p>
            <a:pPr lvl="1"/>
            <a:r>
              <a:rPr lang="en-US" noProof="0" dirty="0"/>
              <a:t>This is the second level of text</a:t>
            </a:r>
          </a:p>
          <a:p>
            <a:pPr lvl="2"/>
            <a:r>
              <a:rPr lang="en-US" noProof="0" dirty="0"/>
              <a:t>Third level of text</a:t>
            </a:r>
          </a:p>
          <a:p>
            <a:pPr lvl="3"/>
            <a:r>
              <a:rPr lang="en-US" noProof="0" dirty="0"/>
              <a:t>This is the fourth level of text</a:t>
            </a:r>
          </a:p>
          <a:p>
            <a:pPr lvl="4"/>
            <a:r>
              <a:rPr lang="en-US" noProof="0" dirty="0"/>
              <a:t>This is the fifth level of text</a:t>
            </a:r>
            <a:endParaRPr lang="en-GB" noProof="0" dirty="0"/>
          </a:p>
        </p:txBody>
      </p:sp>
      <p:sp>
        <p:nvSpPr>
          <p:cNvPr id="5" name="Espace réservé du texte 14">
            <a:extLst>
              <a:ext uri="{FF2B5EF4-FFF2-40B4-BE49-F238E27FC236}">
                <a16:creationId xmlns:a16="http://schemas.microsoft.com/office/drawing/2014/main" id="{839ED414-AB8F-7139-27EB-544E7F76AD10}"/>
              </a:ext>
            </a:extLst>
          </p:cNvPr>
          <p:cNvSpPr>
            <a:spLocks noGrp="1"/>
          </p:cNvSpPr>
          <p:nvPr>
            <p:ph type="body" sz="quarter" idx="12" hasCustomPrompt="1"/>
          </p:nvPr>
        </p:nvSpPr>
        <p:spPr>
          <a:xfrm>
            <a:off x="442913" y="735890"/>
            <a:ext cx="2201227" cy="327025"/>
          </a:xfrm>
          <a:prstGeom prst="roundRect">
            <a:avLst>
              <a:gd name="adj" fmla="val 5793"/>
            </a:avLst>
          </a:prstGeom>
          <a:solidFill>
            <a:schemeClr val="accent6"/>
          </a:solidFill>
        </p:spPr>
        <p:txBody>
          <a:bodyPr vert="horz" lIns="72000" tIns="0" rIns="0" bIns="0" rtlCol="0" anchor="ctr" anchorCtr="0">
            <a:noAutofit/>
          </a:bodyPr>
          <a:lstStyle>
            <a:lvl1pPr algn="ctr">
              <a:defRPr lang="fr-FR" sz="1000" b="1" i="0" cap="all" spc="300" baseline="0" dirty="0">
                <a:solidFill>
                  <a:schemeClr val="lt1"/>
                </a:solidFill>
                <a:latin typeface="Arial" panose="020B0604020202020204" pitchFamily="34" charset="0"/>
              </a:defRPr>
            </a:lvl1pPr>
            <a:lvl2pPr>
              <a:defRPr lang="fr-FR" sz="1000" kern="1200" spc="300" dirty="0" smtClean="0">
                <a:solidFill>
                  <a:schemeClr val="lt1"/>
                </a:solidFill>
                <a:latin typeface="Arial" pitchFamily="34" charset="0"/>
                <a:ea typeface="+mn-ea"/>
                <a:cs typeface="+mn-cs"/>
              </a:defRPr>
            </a:lvl2pPr>
            <a:lvl3pPr>
              <a:defRPr lang="fr-FR" sz="1000" kern="1200" spc="300" dirty="0" smtClean="0">
                <a:solidFill>
                  <a:schemeClr val="lt1"/>
                </a:solidFill>
                <a:latin typeface="Arial" pitchFamily="34" charset="0"/>
                <a:ea typeface="+mn-ea"/>
                <a:cs typeface="+mn-cs"/>
              </a:defRPr>
            </a:lvl3pPr>
            <a:lvl4pPr>
              <a:defRPr lang="fr-FR" sz="1000" kern="1200" spc="300" dirty="0" smtClean="0">
                <a:solidFill>
                  <a:schemeClr val="lt1"/>
                </a:solidFill>
                <a:latin typeface="Arial" pitchFamily="34" charset="0"/>
                <a:ea typeface="+mn-ea"/>
                <a:cs typeface="+mn-cs"/>
              </a:defRPr>
            </a:lvl4pPr>
            <a:lvl5pPr>
              <a:defRPr lang="fr-FR" sz="1000" kern="1200" spc="300" dirty="0">
                <a:solidFill>
                  <a:schemeClr val="lt1"/>
                </a:solidFill>
                <a:latin typeface="Arial" pitchFamily="34" charset="0"/>
                <a:ea typeface="+mn-ea"/>
                <a:cs typeface="+mn-cs"/>
              </a:defRPr>
            </a:lvl5pPr>
          </a:lstStyle>
          <a:p>
            <a:pPr lvl="0" algn="ctr"/>
            <a:r>
              <a:rPr lang="fr-FR" dirty="0"/>
              <a:t>YOUR SURTITLE</a:t>
            </a:r>
          </a:p>
        </p:txBody>
      </p:sp>
    </p:spTree>
    <p:extLst>
      <p:ext uri="{BB962C8B-B14F-4D97-AF65-F5344CB8AC3E}">
        <p14:creationId xmlns:p14="http://schemas.microsoft.com/office/powerpoint/2010/main" val="198577637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pécifique 4">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79CD95B-CE1A-3425-4508-6F23F27D2C1B}"/>
              </a:ext>
            </a:extLst>
          </p:cNvPr>
          <p:cNvSpPr>
            <a:spLocks noGrp="1"/>
          </p:cNvSpPr>
          <p:nvPr>
            <p:ph type="title" hasCustomPrompt="1"/>
          </p:nvPr>
        </p:nvSpPr>
        <p:spPr>
          <a:xfrm>
            <a:off x="412159" y="2505438"/>
            <a:ext cx="3481661" cy="997196"/>
          </a:xfrm>
        </p:spPr>
        <p:txBody>
          <a:bodyPr/>
          <a:lstStyle>
            <a:lvl1pPr>
              <a:defRPr b="1" i="0">
                <a:latin typeface="Arial" panose="020B0604020202020204" pitchFamily="34" charset="0"/>
              </a:defRPr>
            </a:lvl1pPr>
          </a:lstStyle>
          <a:p>
            <a:r>
              <a:rPr lang="en-US" dirty="0"/>
              <a:t>The title of the slide here</a:t>
            </a:r>
            <a:endParaRPr lang="fr-FR" dirty="0"/>
          </a:p>
        </p:txBody>
      </p:sp>
      <p:sp>
        <p:nvSpPr>
          <p:cNvPr id="3" name="Espace réservé du pied de page 2">
            <a:extLst>
              <a:ext uri="{FF2B5EF4-FFF2-40B4-BE49-F238E27FC236}">
                <a16:creationId xmlns:a16="http://schemas.microsoft.com/office/drawing/2014/main" id="{3E1EC863-26E6-F885-2460-65388019AA12}"/>
              </a:ext>
            </a:extLst>
          </p:cNvPr>
          <p:cNvSpPr>
            <a:spLocks noGrp="1"/>
          </p:cNvSpPr>
          <p:nvPr>
            <p:ph type="ftr" sz="quarter" idx="10"/>
          </p:nvPr>
        </p:nvSpPr>
        <p:spPr/>
        <p:txBody>
          <a:bodyPr/>
          <a:lstStyle>
            <a:lvl1pPr>
              <a:defRPr b="1" i="0">
                <a:latin typeface="Arial" panose="020B0604020202020204" pitchFamily="34" charset="0"/>
              </a:defRPr>
            </a:lvl1pPr>
          </a:lstStyle>
          <a:p>
            <a:r>
              <a:rPr lang="fr-FR" dirty="0" err="1"/>
              <a:t>Presentation</a:t>
            </a:r>
            <a:r>
              <a:rPr lang="fr-FR" dirty="0"/>
              <a:t> </a:t>
            </a:r>
            <a:r>
              <a:rPr lang="fr-FR" dirty="0" err="1"/>
              <a:t>title</a:t>
            </a:r>
            <a:endParaRPr lang="fr-FR" dirty="0"/>
          </a:p>
        </p:txBody>
      </p:sp>
      <p:sp>
        <p:nvSpPr>
          <p:cNvPr id="4" name="Espace réservé du numéro de diapositive 3">
            <a:extLst>
              <a:ext uri="{FF2B5EF4-FFF2-40B4-BE49-F238E27FC236}">
                <a16:creationId xmlns:a16="http://schemas.microsoft.com/office/drawing/2014/main" id="{A6AB79DF-36BF-9471-883D-4EE4DC52B467}"/>
              </a:ext>
            </a:extLst>
          </p:cNvPr>
          <p:cNvSpPr>
            <a:spLocks noGrp="1"/>
          </p:cNvSpPr>
          <p:nvPr>
            <p:ph type="sldNum" sz="quarter" idx="11"/>
          </p:nvPr>
        </p:nvSpPr>
        <p:spPr/>
        <p:txBody>
          <a:bodyPr/>
          <a:lstStyle>
            <a:lvl1pPr>
              <a:defRPr b="1" i="0">
                <a:latin typeface="Arial" panose="020B0604020202020204" pitchFamily="34" charset="0"/>
              </a:defRPr>
            </a:lvl1pPr>
          </a:lstStyle>
          <a:p>
            <a:fld id="{29BED1D5-2372-4BA3-AEA9-1F7A0F9A5921}" type="slidenum">
              <a:rPr lang="fr-FR" smtClean="0"/>
              <a:pPr/>
              <a:t>‹#›</a:t>
            </a:fld>
            <a:endParaRPr lang="fr-FR" dirty="0"/>
          </a:p>
        </p:txBody>
      </p:sp>
      <p:pic>
        <p:nvPicPr>
          <p:cNvPr id="7" name="Graphique 6">
            <a:extLst>
              <a:ext uri="{FF2B5EF4-FFF2-40B4-BE49-F238E27FC236}">
                <a16:creationId xmlns:a16="http://schemas.microsoft.com/office/drawing/2014/main" id="{211B46F3-9871-7D25-B856-91AE0005CC8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46038" y="94263"/>
            <a:ext cx="1906603" cy="623543"/>
          </a:xfrm>
          <a:prstGeom prst="rect">
            <a:avLst/>
          </a:prstGeom>
        </p:spPr>
      </p:pic>
      <p:sp>
        <p:nvSpPr>
          <p:cNvPr id="9" name="Espace réservé du texte 22">
            <a:extLst>
              <a:ext uri="{FF2B5EF4-FFF2-40B4-BE49-F238E27FC236}">
                <a16:creationId xmlns:a16="http://schemas.microsoft.com/office/drawing/2014/main" id="{45832CC8-7424-2A45-6BBA-2DA5B15A74ED}"/>
              </a:ext>
            </a:extLst>
          </p:cNvPr>
          <p:cNvSpPr>
            <a:spLocks noGrp="1"/>
          </p:cNvSpPr>
          <p:nvPr>
            <p:ph type="body" sz="quarter" idx="14" hasCustomPrompt="1"/>
          </p:nvPr>
        </p:nvSpPr>
        <p:spPr>
          <a:xfrm>
            <a:off x="354330" y="3627120"/>
            <a:ext cx="4533900" cy="762000"/>
          </a:xfrm>
          <a:prstGeom prst="rect">
            <a:avLst/>
          </a:prstGeom>
        </p:spPr>
        <p:txBody>
          <a:bodyPr/>
          <a:lstStyle>
            <a:lvl1pPr>
              <a:defRPr b="1" i="0">
                <a:solidFill>
                  <a:schemeClr val="accent1"/>
                </a:solidFill>
                <a:latin typeface="Arial" panose="020B0604020202020204" pitchFamily="34" charset="0"/>
              </a:defRPr>
            </a:lvl1pPr>
          </a:lstStyle>
          <a:p>
            <a:pPr lvl="0"/>
            <a:r>
              <a:rPr lang="en-US" dirty="0"/>
              <a:t>Write your text here on several lines</a:t>
            </a:r>
            <a:endParaRPr lang="fr-FR" dirty="0"/>
          </a:p>
        </p:txBody>
      </p:sp>
      <p:sp>
        <p:nvSpPr>
          <p:cNvPr id="10" name="Espace réservé du texte 22">
            <a:extLst>
              <a:ext uri="{FF2B5EF4-FFF2-40B4-BE49-F238E27FC236}">
                <a16:creationId xmlns:a16="http://schemas.microsoft.com/office/drawing/2014/main" id="{45E0DAD7-5752-4DE3-6C5E-0E39778D1416}"/>
              </a:ext>
            </a:extLst>
          </p:cNvPr>
          <p:cNvSpPr>
            <a:spLocks noGrp="1"/>
          </p:cNvSpPr>
          <p:nvPr>
            <p:ph type="body" sz="quarter" idx="15" hasCustomPrompt="1"/>
          </p:nvPr>
        </p:nvSpPr>
        <p:spPr>
          <a:xfrm>
            <a:off x="6317159" y="5001599"/>
            <a:ext cx="1093470" cy="762000"/>
          </a:xfrm>
          <a:prstGeom prst="rect">
            <a:avLst/>
          </a:prstGeom>
        </p:spPr>
        <p:txBody>
          <a:bodyPr/>
          <a:lstStyle>
            <a:lvl1pPr>
              <a:defRPr lang="fr-FR" sz="4000" b="1" i="0" kern="1200" dirty="0">
                <a:solidFill>
                  <a:schemeClr val="tx2"/>
                </a:solidFill>
                <a:latin typeface="Arial" panose="020B0604020202020204" pitchFamily="34" charset="0"/>
                <a:ea typeface="+mn-ea"/>
                <a:cs typeface="+mn-cs"/>
              </a:defRPr>
            </a:lvl1pPr>
          </a:lstStyle>
          <a:p>
            <a:pPr lvl="0"/>
            <a:r>
              <a:rPr lang="fr-FR" dirty="0"/>
              <a:t>XX</a:t>
            </a:r>
          </a:p>
        </p:txBody>
      </p:sp>
      <p:sp>
        <p:nvSpPr>
          <p:cNvPr id="11" name="Espace réservé du texte 22">
            <a:extLst>
              <a:ext uri="{FF2B5EF4-FFF2-40B4-BE49-F238E27FC236}">
                <a16:creationId xmlns:a16="http://schemas.microsoft.com/office/drawing/2014/main" id="{F24B3AA1-6174-9084-D335-30034D2BF1DA}"/>
              </a:ext>
            </a:extLst>
          </p:cNvPr>
          <p:cNvSpPr>
            <a:spLocks noGrp="1"/>
          </p:cNvSpPr>
          <p:nvPr>
            <p:ph type="body" sz="quarter" idx="16" hasCustomPrompt="1"/>
          </p:nvPr>
        </p:nvSpPr>
        <p:spPr>
          <a:xfrm>
            <a:off x="8336459" y="5001599"/>
            <a:ext cx="1093470" cy="762000"/>
          </a:xfrm>
          <a:prstGeom prst="rect">
            <a:avLst/>
          </a:prstGeom>
        </p:spPr>
        <p:txBody>
          <a:bodyPr/>
          <a:lstStyle>
            <a:lvl1pPr>
              <a:defRPr lang="fr-FR" sz="4000" b="1" i="0" kern="1200" dirty="0">
                <a:solidFill>
                  <a:schemeClr val="tx2"/>
                </a:solidFill>
                <a:latin typeface="Arial" panose="020B0604020202020204" pitchFamily="34" charset="0"/>
                <a:ea typeface="+mn-ea"/>
                <a:cs typeface="+mn-cs"/>
              </a:defRPr>
            </a:lvl1pPr>
          </a:lstStyle>
          <a:p>
            <a:pPr lvl="0"/>
            <a:r>
              <a:rPr lang="fr-FR" dirty="0"/>
              <a:t>XX</a:t>
            </a:r>
          </a:p>
        </p:txBody>
      </p:sp>
      <p:sp>
        <p:nvSpPr>
          <p:cNvPr id="12" name="Espace réservé du texte 22">
            <a:extLst>
              <a:ext uri="{FF2B5EF4-FFF2-40B4-BE49-F238E27FC236}">
                <a16:creationId xmlns:a16="http://schemas.microsoft.com/office/drawing/2014/main" id="{AF413421-509B-DABE-0632-B76F087A16F0}"/>
              </a:ext>
            </a:extLst>
          </p:cNvPr>
          <p:cNvSpPr>
            <a:spLocks noGrp="1"/>
          </p:cNvSpPr>
          <p:nvPr>
            <p:ph type="body" sz="quarter" idx="17" hasCustomPrompt="1"/>
          </p:nvPr>
        </p:nvSpPr>
        <p:spPr>
          <a:xfrm>
            <a:off x="10355759" y="5001599"/>
            <a:ext cx="1093470" cy="762000"/>
          </a:xfrm>
          <a:prstGeom prst="rect">
            <a:avLst/>
          </a:prstGeom>
        </p:spPr>
        <p:txBody>
          <a:bodyPr/>
          <a:lstStyle>
            <a:lvl1pPr>
              <a:defRPr lang="fr-FR" sz="4000" b="1" i="0" kern="1200" dirty="0">
                <a:solidFill>
                  <a:schemeClr val="tx2"/>
                </a:solidFill>
                <a:latin typeface="Arial" panose="020B0604020202020204" pitchFamily="34" charset="0"/>
                <a:ea typeface="+mn-ea"/>
                <a:cs typeface="+mn-cs"/>
              </a:defRPr>
            </a:lvl1pPr>
          </a:lstStyle>
          <a:p>
            <a:pPr lvl="0"/>
            <a:r>
              <a:rPr lang="fr-FR" dirty="0"/>
              <a:t>XX</a:t>
            </a:r>
          </a:p>
        </p:txBody>
      </p:sp>
      <p:sp>
        <p:nvSpPr>
          <p:cNvPr id="13" name="Espace réservé du texte 22">
            <a:extLst>
              <a:ext uri="{FF2B5EF4-FFF2-40B4-BE49-F238E27FC236}">
                <a16:creationId xmlns:a16="http://schemas.microsoft.com/office/drawing/2014/main" id="{A4373FA2-E002-2F5F-04BB-3A2C52DDF0B8}"/>
              </a:ext>
            </a:extLst>
          </p:cNvPr>
          <p:cNvSpPr>
            <a:spLocks noGrp="1"/>
          </p:cNvSpPr>
          <p:nvPr>
            <p:ph type="body" sz="quarter" idx="18" hasCustomPrompt="1"/>
          </p:nvPr>
        </p:nvSpPr>
        <p:spPr>
          <a:xfrm>
            <a:off x="6317159" y="5778839"/>
            <a:ext cx="1184910" cy="365125"/>
          </a:xfrm>
          <a:prstGeom prst="rect">
            <a:avLst/>
          </a:prstGeom>
        </p:spPr>
        <p:txBody>
          <a:bodyPr>
            <a:noAutofit/>
          </a:bodyPr>
          <a:lstStyle>
            <a:lvl1pPr>
              <a:defRPr sz="1050" b="1" i="0">
                <a:solidFill>
                  <a:schemeClr val="accent1"/>
                </a:solidFill>
                <a:latin typeface="Arial" panose="020B0604020202020204" pitchFamily="34" charset="0"/>
              </a:defRPr>
            </a:lvl1pPr>
          </a:lstStyle>
          <a:p>
            <a:pPr lvl="0"/>
            <a:r>
              <a:rPr lang="en-US" dirty="0"/>
              <a:t>Write your text here on several lines</a:t>
            </a:r>
            <a:endParaRPr lang="fr-FR" dirty="0"/>
          </a:p>
        </p:txBody>
      </p:sp>
      <p:sp>
        <p:nvSpPr>
          <p:cNvPr id="14" name="Espace réservé du texte 22">
            <a:extLst>
              <a:ext uri="{FF2B5EF4-FFF2-40B4-BE49-F238E27FC236}">
                <a16:creationId xmlns:a16="http://schemas.microsoft.com/office/drawing/2014/main" id="{DDE9D559-09C7-610B-AE30-17A6122EB90F}"/>
              </a:ext>
            </a:extLst>
          </p:cNvPr>
          <p:cNvSpPr>
            <a:spLocks noGrp="1"/>
          </p:cNvSpPr>
          <p:nvPr>
            <p:ph type="body" sz="quarter" idx="19" hasCustomPrompt="1"/>
          </p:nvPr>
        </p:nvSpPr>
        <p:spPr>
          <a:xfrm>
            <a:off x="8366939" y="5778839"/>
            <a:ext cx="1184910" cy="365125"/>
          </a:xfrm>
          <a:prstGeom prst="rect">
            <a:avLst/>
          </a:prstGeom>
        </p:spPr>
        <p:txBody>
          <a:bodyPr>
            <a:noAutofit/>
          </a:bodyPr>
          <a:lstStyle>
            <a:lvl1pPr>
              <a:defRPr sz="1050" b="1" i="0">
                <a:solidFill>
                  <a:schemeClr val="accent1"/>
                </a:solidFill>
                <a:latin typeface="Arial" panose="020B0604020202020204" pitchFamily="34" charset="0"/>
              </a:defRPr>
            </a:lvl1pPr>
          </a:lstStyle>
          <a:p>
            <a:pPr lvl="0"/>
            <a:r>
              <a:rPr lang="en-US" dirty="0"/>
              <a:t>Write your text here on several lines</a:t>
            </a:r>
            <a:endParaRPr lang="fr-FR" dirty="0"/>
          </a:p>
        </p:txBody>
      </p:sp>
      <p:sp>
        <p:nvSpPr>
          <p:cNvPr id="15" name="Espace réservé du texte 22">
            <a:extLst>
              <a:ext uri="{FF2B5EF4-FFF2-40B4-BE49-F238E27FC236}">
                <a16:creationId xmlns:a16="http://schemas.microsoft.com/office/drawing/2014/main" id="{5A012031-3F15-6C27-6566-77327A054658}"/>
              </a:ext>
            </a:extLst>
          </p:cNvPr>
          <p:cNvSpPr>
            <a:spLocks noGrp="1"/>
          </p:cNvSpPr>
          <p:nvPr>
            <p:ph type="body" sz="quarter" idx="20" hasCustomPrompt="1"/>
          </p:nvPr>
        </p:nvSpPr>
        <p:spPr>
          <a:xfrm>
            <a:off x="10377310" y="5778839"/>
            <a:ext cx="1184910" cy="365125"/>
          </a:xfrm>
          <a:prstGeom prst="rect">
            <a:avLst/>
          </a:prstGeom>
        </p:spPr>
        <p:txBody>
          <a:bodyPr>
            <a:noAutofit/>
          </a:bodyPr>
          <a:lstStyle>
            <a:lvl1pPr>
              <a:defRPr sz="1050" b="1" i="0">
                <a:solidFill>
                  <a:schemeClr val="accent1"/>
                </a:solidFill>
                <a:latin typeface="Arial" panose="020B0604020202020204" pitchFamily="34" charset="0"/>
              </a:defRPr>
            </a:lvl1pPr>
          </a:lstStyle>
          <a:p>
            <a:pPr lvl="0"/>
            <a:r>
              <a:rPr lang="en-US" dirty="0"/>
              <a:t>Write your text here on several lines</a:t>
            </a:r>
            <a:endParaRPr lang="fr-FR" dirty="0"/>
          </a:p>
        </p:txBody>
      </p:sp>
      <p:cxnSp>
        <p:nvCxnSpPr>
          <p:cNvPr id="16" name="Connecteur droit 15">
            <a:extLst>
              <a:ext uri="{FF2B5EF4-FFF2-40B4-BE49-F238E27FC236}">
                <a16:creationId xmlns:a16="http://schemas.microsoft.com/office/drawing/2014/main" id="{89585548-A64B-96E7-EC28-A25BCB3C8B35}"/>
              </a:ext>
            </a:extLst>
          </p:cNvPr>
          <p:cNvCxnSpPr>
            <a:cxnSpLocks/>
          </p:cNvCxnSpPr>
          <p:nvPr userDrawn="1"/>
        </p:nvCxnSpPr>
        <p:spPr>
          <a:xfrm flipH="1">
            <a:off x="-8661" y="2276475"/>
            <a:ext cx="12209323" cy="0"/>
          </a:xfrm>
          <a:prstGeom prst="line">
            <a:avLst/>
          </a:prstGeom>
          <a:ln>
            <a:gradFill flip="none" rotWithShape="1">
              <a:gsLst>
                <a:gs pos="68000">
                  <a:srgbClr val="006A4E"/>
                </a:gs>
                <a:gs pos="36000">
                  <a:srgbClr val="006A4E">
                    <a:alpha val="60000"/>
                  </a:srgbClr>
                </a:gs>
                <a:gs pos="0">
                  <a:schemeClr val="accent1">
                    <a:alpha val="0"/>
                  </a:schemeClr>
                </a:gs>
                <a:gs pos="100000">
                  <a:schemeClr val="accent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7" name="Connecteur droit 16">
            <a:extLst>
              <a:ext uri="{FF2B5EF4-FFF2-40B4-BE49-F238E27FC236}">
                <a16:creationId xmlns:a16="http://schemas.microsoft.com/office/drawing/2014/main" id="{99E727A0-7C75-34BB-D282-5E19557675D5}"/>
              </a:ext>
            </a:extLst>
          </p:cNvPr>
          <p:cNvCxnSpPr>
            <a:cxnSpLocks/>
          </p:cNvCxnSpPr>
          <p:nvPr userDrawn="1"/>
        </p:nvCxnSpPr>
        <p:spPr>
          <a:xfrm flipH="1">
            <a:off x="-8661" y="4573905"/>
            <a:ext cx="12209323" cy="0"/>
          </a:xfrm>
          <a:prstGeom prst="line">
            <a:avLst/>
          </a:prstGeom>
          <a:ln>
            <a:gradFill flip="none" rotWithShape="1">
              <a:gsLst>
                <a:gs pos="68000">
                  <a:srgbClr val="006A4E"/>
                </a:gs>
                <a:gs pos="36000">
                  <a:srgbClr val="006A4E">
                    <a:alpha val="60000"/>
                  </a:srgbClr>
                </a:gs>
                <a:gs pos="0">
                  <a:schemeClr val="accent1">
                    <a:alpha val="0"/>
                  </a:schemeClr>
                </a:gs>
                <a:gs pos="100000">
                  <a:schemeClr val="accent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9" name="Connecteur droit 18">
            <a:extLst>
              <a:ext uri="{FF2B5EF4-FFF2-40B4-BE49-F238E27FC236}">
                <a16:creationId xmlns:a16="http://schemas.microsoft.com/office/drawing/2014/main" id="{0F30D34E-A92A-968F-B0CF-62BD1E4AD8C5}"/>
              </a:ext>
            </a:extLst>
          </p:cNvPr>
          <p:cNvCxnSpPr>
            <a:cxnSpLocks/>
          </p:cNvCxnSpPr>
          <p:nvPr userDrawn="1"/>
        </p:nvCxnSpPr>
        <p:spPr>
          <a:xfrm>
            <a:off x="11787506" y="2"/>
            <a:ext cx="0" cy="6857997"/>
          </a:xfrm>
          <a:prstGeom prst="line">
            <a:avLst/>
          </a:prstGeom>
          <a:ln>
            <a:gradFill flip="none" rotWithShape="1">
              <a:gsLst>
                <a:gs pos="27000">
                  <a:srgbClr val="006A4E">
                    <a:alpha val="60000"/>
                  </a:srgbClr>
                </a:gs>
                <a:gs pos="0">
                  <a:schemeClr val="accent1">
                    <a:alpha val="0"/>
                  </a:schemeClr>
                </a:gs>
                <a:gs pos="100000">
                  <a:schemeClr val="accent1">
                    <a:alpha val="0"/>
                  </a:schemeClr>
                </a:gs>
              </a:gsLst>
              <a:lin ang="5400000" scaled="1"/>
              <a:tileRect/>
            </a:gradFill>
          </a:ln>
        </p:spPr>
        <p:style>
          <a:lnRef idx="1">
            <a:schemeClr val="accent1"/>
          </a:lnRef>
          <a:fillRef idx="0">
            <a:schemeClr val="accent1"/>
          </a:fillRef>
          <a:effectRef idx="0">
            <a:schemeClr val="accent1"/>
          </a:effectRef>
          <a:fontRef idx="minor">
            <a:schemeClr val="tx1"/>
          </a:fontRef>
        </p:style>
      </p:cxnSp>
      <p:sp>
        <p:nvSpPr>
          <p:cNvPr id="21" name="Espace réservé du texte 20">
            <a:extLst>
              <a:ext uri="{FF2B5EF4-FFF2-40B4-BE49-F238E27FC236}">
                <a16:creationId xmlns:a16="http://schemas.microsoft.com/office/drawing/2014/main" id="{81B81326-8B24-B5F8-97C5-BADD9B73B283}"/>
              </a:ext>
            </a:extLst>
          </p:cNvPr>
          <p:cNvSpPr>
            <a:spLocks noGrp="1"/>
          </p:cNvSpPr>
          <p:nvPr>
            <p:ph type="body" sz="quarter" idx="21"/>
          </p:nvPr>
        </p:nvSpPr>
        <p:spPr>
          <a:xfrm>
            <a:off x="6097744" y="2282824"/>
            <a:ext cx="5687381" cy="2298700"/>
          </a:xfrm>
          <a:prstGeom prst="rect">
            <a:avLst/>
          </a:prstGeom>
          <a:solidFill>
            <a:schemeClr val="bg1">
              <a:lumMod val="95000"/>
            </a:schemeClr>
          </a:solidFill>
        </p:spPr>
        <p:txBody>
          <a:bodyPr/>
          <a:lstStyle>
            <a:lvl1pPr>
              <a:defRPr b="1" i="0">
                <a:solidFill>
                  <a:schemeClr val="accent1">
                    <a:lumMod val="50000"/>
                  </a:schemeClr>
                </a:solidFill>
                <a:latin typeface="Arial" panose="020B0604020202020204" pitchFamily="34" charset="0"/>
              </a:defRPr>
            </a:lvl1pPr>
          </a:lstStyle>
          <a:p>
            <a:pPr lvl="0"/>
            <a:endParaRPr lang="fr-FR" dirty="0"/>
          </a:p>
        </p:txBody>
      </p:sp>
      <p:cxnSp>
        <p:nvCxnSpPr>
          <p:cNvPr id="18" name="Connecteur droit 17">
            <a:extLst>
              <a:ext uri="{FF2B5EF4-FFF2-40B4-BE49-F238E27FC236}">
                <a16:creationId xmlns:a16="http://schemas.microsoft.com/office/drawing/2014/main" id="{3342B8C3-747F-92B8-9ACC-96248C16B770}"/>
              </a:ext>
            </a:extLst>
          </p:cNvPr>
          <p:cNvCxnSpPr>
            <a:cxnSpLocks/>
          </p:cNvCxnSpPr>
          <p:nvPr userDrawn="1"/>
        </p:nvCxnSpPr>
        <p:spPr>
          <a:xfrm>
            <a:off x="6091873" y="2"/>
            <a:ext cx="0" cy="6857997"/>
          </a:xfrm>
          <a:prstGeom prst="line">
            <a:avLst/>
          </a:prstGeom>
          <a:ln>
            <a:gradFill flip="none" rotWithShape="1">
              <a:gsLst>
                <a:gs pos="27000">
                  <a:srgbClr val="006A4E">
                    <a:alpha val="60000"/>
                  </a:srgbClr>
                </a:gs>
                <a:gs pos="0">
                  <a:schemeClr val="accent1">
                    <a:alpha val="0"/>
                  </a:schemeClr>
                </a:gs>
                <a:gs pos="100000">
                  <a:schemeClr val="accent1">
                    <a:alpha val="0"/>
                  </a:schemeClr>
                </a:gs>
              </a:gsLst>
              <a:lin ang="5400000" scaled="1"/>
              <a:tileRect/>
            </a:gradFill>
          </a:ln>
        </p:spPr>
        <p:style>
          <a:lnRef idx="1">
            <a:schemeClr val="accent1"/>
          </a:lnRef>
          <a:fillRef idx="0">
            <a:schemeClr val="accent1"/>
          </a:fillRef>
          <a:effectRef idx="0">
            <a:schemeClr val="accent1"/>
          </a:effectRef>
          <a:fontRef idx="minor">
            <a:schemeClr val="tx1"/>
          </a:fontRef>
        </p:style>
      </p:cxnSp>
      <p:sp>
        <p:nvSpPr>
          <p:cNvPr id="5" name="Espace réservé du texte 14">
            <a:extLst>
              <a:ext uri="{FF2B5EF4-FFF2-40B4-BE49-F238E27FC236}">
                <a16:creationId xmlns:a16="http://schemas.microsoft.com/office/drawing/2014/main" id="{E22488AA-9880-ED26-0552-DC303A2DEBC2}"/>
              </a:ext>
            </a:extLst>
          </p:cNvPr>
          <p:cNvSpPr>
            <a:spLocks noGrp="1"/>
          </p:cNvSpPr>
          <p:nvPr>
            <p:ph type="body" sz="quarter" idx="12" hasCustomPrompt="1"/>
          </p:nvPr>
        </p:nvSpPr>
        <p:spPr>
          <a:xfrm>
            <a:off x="442913" y="735890"/>
            <a:ext cx="2201227" cy="327025"/>
          </a:xfrm>
          <a:prstGeom prst="roundRect">
            <a:avLst>
              <a:gd name="adj" fmla="val 5793"/>
            </a:avLst>
          </a:prstGeom>
          <a:solidFill>
            <a:schemeClr val="accent6"/>
          </a:solidFill>
        </p:spPr>
        <p:txBody>
          <a:bodyPr vert="horz" lIns="72000" tIns="0" rIns="0" bIns="0" rtlCol="0" anchor="ctr" anchorCtr="0">
            <a:noAutofit/>
          </a:bodyPr>
          <a:lstStyle>
            <a:lvl1pPr algn="ctr">
              <a:defRPr lang="fr-FR" sz="1000" b="1" i="0" cap="all" spc="300" baseline="0" dirty="0">
                <a:solidFill>
                  <a:schemeClr val="lt1"/>
                </a:solidFill>
                <a:latin typeface="Arial" panose="020B0604020202020204" pitchFamily="34" charset="0"/>
              </a:defRPr>
            </a:lvl1pPr>
            <a:lvl2pPr>
              <a:defRPr lang="fr-FR" sz="1000" kern="1200" spc="300" dirty="0" smtClean="0">
                <a:solidFill>
                  <a:schemeClr val="lt1"/>
                </a:solidFill>
                <a:latin typeface="Arial" pitchFamily="34" charset="0"/>
                <a:ea typeface="+mn-ea"/>
                <a:cs typeface="+mn-cs"/>
              </a:defRPr>
            </a:lvl2pPr>
            <a:lvl3pPr>
              <a:defRPr lang="fr-FR" sz="1000" kern="1200" spc="300" dirty="0" smtClean="0">
                <a:solidFill>
                  <a:schemeClr val="lt1"/>
                </a:solidFill>
                <a:latin typeface="Arial" pitchFamily="34" charset="0"/>
                <a:ea typeface="+mn-ea"/>
                <a:cs typeface="+mn-cs"/>
              </a:defRPr>
            </a:lvl3pPr>
            <a:lvl4pPr>
              <a:defRPr lang="fr-FR" sz="1000" kern="1200" spc="300" dirty="0" smtClean="0">
                <a:solidFill>
                  <a:schemeClr val="lt1"/>
                </a:solidFill>
                <a:latin typeface="Arial" pitchFamily="34" charset="0"/>
                <a:ea typeface="+mn-ea"/>
                <a:cs typeface="+mn-cs"/>
              </a:defRPr>
            </a:lvl4pPr>
            <a:lvl5pPr>
              <a:defRPr lang="fr-FR" sz="1000" kern="1200" spc="300" dirty="0">
                <a:solidFill>
                  <a:schemeClr val="lt1"/>
                </a:solidFill>
                <a:latin typeface="Arial" pitchFamily="34" charset="0"/>
                <a:ea typeface="+mn-ea"/>
                <a:cs typeface="+mn-cs"/>
              </a:defRPr>
            </a:lvl5pPr>
          </a:lstStyle>
          <a:p>
            <a:pPr lvl="0" algn="ctr"/>
            <a:r>
              <a:rPr lang="fr-FR" dirty="0"/>
              <a:t>YOUR SURTITLE</a:t>
            </a:r>
          </a:p>
        </p:txBody>
      </p:sp>
    </p:spTree>
    <p:extLst>
      <p:ext uri="{BB962C8B-B14F-4D97-AF65-F5344CB8AC3E}">
        <p14:creationId xmlns:p14="http://schemas.microsoft.com/office/powerpoint/2010/main" val="298900259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pécifique 5">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659B52A-10A4-E8C3-5896-67AFFFE29BD4}"/>
              </a:ext>
            </a:extLst>
          </p:cNvPr>
          <p:cNvSpPr>
            <a:spLocks noGrp="1"/>
          </p:cNvSpPr>
          <p:nvPr>
            <p:ph type="title" hasCustomPrompt="1"/>
          </p:nvPr>
        </p:nvSpPr>
        <p:spPr/>
        <p:txBody>
          <a:bodyPr/>
          <a:lstStyle>
            <a:lvl1pPr>
              <a:defRPr b="1" i="0">
                <a:latin typeface="Arial" panose="020B0604020202020204" pitchFamily="34" charset="0"/>
              </a:defRPr>
            </a:lvl1pPr>
          </a:lstStyle>
          <a:p>
            <a:r>
              <a:rPr lang="en-US" dirty="0"/>
              <a:t>The title of the slide here</a:t>
            </a:r>
            <a:endParaRPr lang="fr-FR" dirty="0"/>
          </a:p>
        </p:txBody>
      </p:sp>
      <p:sp>
        <p:nvSpPr>
          <p:cNvPr id="3" name="Espace réservé du pied de page 2">
            <a:extLst>
              <a:ext uri="{FF2B5EF4-FFF2-40B4-BE49-F238E27FC236}">
                <a16:creationId xmlns:a16="http://schemas.microsoft.com/office/drawing/2014/main" id="{B3D5A075-B3DC-D513-CE33-6D95345591B2}"/>
              </a:ext>
            </a:extLst>
          </p:cNvPr>
          <p:cNvSpPr>
            <a:spLocks noGrp="1"/>
          </p:cNvSpPr>
          <p:nvPr>
            <p:ph type="ftr" sz="quarter" idx="10"/>
          </p:nvPr>
        </p:nvSpPr>
        <p:spPr/>
        <p:txBody>
          <a:bodyPr/>
          <a:lstStyle>
            <a:lvl1pPr>
              <a:defRPr b="1" i="0">
                <a:latin typeface="Arial" panose="020B0604020202020204" pitchFamily="34" charset="0"/>
              </a:defRPr>
            </a:lvl1pPr>
          </a:lstStyle>
          <a:p>
            <a:r>
              <a:rPr lang="fr-FR" dirty="0" err="1"/>
              <a:t>Presentation</a:t>
            </a:r>
            <a:r>
              <a:rPr lang="fr-FR" dirty="0"/>
              <a:t> </a:t>
            </a:r>
            <a:r>
              <a:rPr lang="fr-FR" dirty="0" err="1"/>
              <a:t>title</a:t>
            </a:r>
            <a:endParaRPr lang="fr-FR" dirty="0"/>
          </a:p>
        </p:txBody>
      </p:sp>
      <p:sp>
        <p:nvSpPr>
          <p:cNvPr id="4" name="Espace réservé du numéro de diapositive 3">
            <a:extLst>
              <a:ext uri="{FF2B5EF4-FFF2-40B4-BE49-F238E27FC236}">
                <a16:creationId xmlns:a16="http://schemas.microsoft.com/office/drawing/2014/main" id="{6EE0D3E9-90D6-0327-43B4-FDBD17EC3CD9}"/>
              </a:ext>
            </a:extLst>
          </p:cNvPr>
          <p:cNvSpPr>
            <a:spLocks noGrp="1"/>
          </p:cNvSpPr>
          <p:nvPr>
            <p:ph type="sldNum" sz="quarter" idx="11"/>
          </p:nvPr>
        </p:nvSpPr>
        <p:spPr/>
        <p:txBody>
          <a:bodyPr/>
          <a:lstStyle>
            <a:lvl1pPr>
              <a:defRPr b="1" i="0">
                <a:latin typeface="Arial" panose="020B0604020202020204" pitchFamily="34" charset="0"/>
              </a:defRPr>
            </a:lvl1pPr>
          </a:lstStyle>
          <a:p>
            <a:fld id="{29BED1D5-2372-4BA3-AEA9-1F7A0F9A5921}" type="slidenum">
              <a:rPr lang="fr-FR" smtClean="0"/>
              <a:pPr/>
              <a:t>‹#›</a:t>
            </a:fld>
            <a:endParaRPr lang="fr-FR" dirty="0"/>
          </a:p>
        </p:txBody>
      </p:sp>
      <p:pic>
        <p:nvPicPr>
          <p:cNvPr id="7" name="Graphique 6">
            <a:extLst>
              <a:ext uri="{FF2B5EF4-FFF2-40B4-BE49-F238E27FC236}">
                <a16:creationId xmlns:a16="http://schemas.microsoft.com/office/drawing/2014/main" id="{17C5B3F2-72E3-0C02-A919-CA832294F4D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46038" y="94263"/>
            <a:ext cx="1906603" cy="623543"/>
          </a:xfrm>
          <a:prstGeom prst="rect">
            <a:avLst/>
          </a:prstGeom>
        </p:spPr>
      </p:pic>
      <p:sp>
        <p:nvSpPr>
          <p:cNvPr id="10" name="Espace réservé du texte 9">
            <a:extLst>
              <a:ext uri="{FF2B5EF4-FFF2-40B4-BE49-F238E27FC236}">
                <a16:creationId xmlns:a16="http://schemas.microsoft.com/office/drawing/2014/main" id="{C8E34008-06C9-BB20-70DD-98DD98EABB2D}"/>
              </a:ext>
            </a:extLst>
          </p:cNvPr>
          <p:cNvSpPr>
            <a:spLocks noGrp="1"/>
          </p:cNvSpPr>
          <p:nvPr>
            <p:ph type="body" sz="quarter" idx="13" hasCustomPrompt="1"/>
          </p:nvPr>
        </p:nvSpPr>
        <p:spPr>
          <a:xfrm>
            <a:off x="412750" y="1791185"/>
            <a:ext cx="10914063" cy="304315"/>
          </a:xfrm>
        </p:spPr>
        <p:txBody>
          <a:bodyPr>
            <a:normAutofit/>
          </a:bodyPr>
          <a:lstStyle>
            <a:lvl1pPr>
              <a:defRPr sz="1800" b="1" i="0">
                <a:solidFill>
                  <a:schemeClr val="accent1"/>
                </a:solidFill>
                <a:latin typeface="Arial" panose="020B0604020202020204" pitchFamily="34" charset="0"/>
              </a:defRPr>
            </a:lvl1pPr>
            <a:lvl2pPr>
              <a:buNone/>
              <a:defRPr/>
            </a:lvl2pPr>
          </a:lstStyle>
          <a:p>
            <a:pPr lvl="0"/>
            <a:r>
              <a:rPr lang="en-US" dirty="0"/>
              <a:t>Write your subtitle here if necessary</a:t>
            </a:r>
            <a:endParaRPr lang="fr-FR" dirty="0"/>
          </a:p>
        </p:txBody>
      </p:sp>
      <p:sp>
        <p:nvSpPr>
          <p:cNvPr id="12" name="Espace réservé du texte 11">
            <a:extLst>
              <a:ext uri="{FF2B5EF4-FFF2-40B4-BE49-F238E27FC236}">
                <a16:creationId xmlns:a16="http://schemas.microsoft.com/office/drawing/2014/main" id="{4E148F1B-FE19-7BE9-7B24-FDDB52BB7C06}"/>
              </a:ext>
            </a:extLst>
          </p:cNvPr>
          <p:cNvSpPr>
            <a:spLocks noGrp="1"/>
          </p:cNvSpPr>
          <p:nvPr>
            <p:ph type="body" sz="quarter" idx="14" hasCustomPrompt="1"/>
          </p:nvPr>
        </p:nvSpPr>
        <p:spPr>
          <a:xfrm>
            <a:off x="359569" y="2590165"/>
            <a:ext cx="5427662" cy="498599"/>
          </a:xfrm>
        </p:spPr>
        <p:txBody>
          <a:bodyPr>
            <a:normAutofit/>
          </a:bodyPr>
          <a:lstStyle>
            <a:lvl1pPr>
              <a:defRPr sz="1100" b="0" i="0">
                <a:solidFill>
                  <a:schemeClr val="tx2"/>
                </a:solidFill>
                <a:latin typeface="Arial" panose="020B0604020202020204" pitchFamily="34" charset="0"/>
              </a:defRPr>
            </a:lvl1pPr>
          </a:lstStyle>
          <a:p>
            <a:pPr lvl="0"/>
            <a:r>
              <a:rPr lang="fr-FR" dirty="0"/>
              <a:t>Write </a:t>
            </a:r>
            <a:r>
              <a:rPr lang="fr-FR" dirty="0" err="1"/>
              <a:t>your</a:t>
            </a:r>
            <a:r>
              <a:rPr lang="fr-FR" dirty="0"/>
              <a:t> </a:t>
            </a:r>
            <a:r>
              <a:rPr lang="fr-FR" dirty="0" err="1"/>
              <a:t>text</a:t>
            </a:r>
            <a:r>
              <a:rPr lang="fr-FR" dirty="0"/>
              <a:t> </a:t>
            </a:r>
            <a:r>
              <a:rPr lang="fr-FR" dirty="0" err="1"/>
              <a:t>here</a:t>
            </a:r>
            <a:endParaRPr lang="fr-FR" dirty="0"/>
          </a:p>
        </p:txBody>
      </p:sp>
      <p:sp>
        <p:nvSpPr>
          <p:cNvPr id="17" name="Espace réservé du contenu 16">
            <a:extLst>
              <a:ext uri="{FF2B5EF4-FFF2-40B4-BE49-F238E27FC236}">
                <a16:creationId xmlns:a16="http://schemas.microsoft.com/office/drawing/2014/main" id="{6BD81869-4905-DA54-D9ED-165470664A92}"/>
              </a:ext>
            </a:extLst>
          </p:cNvPr>
          <p:cNvSpPr>
            <a:spLocks noGrp="1"/>
          </p:cNvSpPr>
          <p:nvPr>
            <p:ph sz="quarter" idx="15" hasCustomPrompt="1"/>
          </p:nvPr>
        </p:nvSpPr>
        <p:spPr>
          <a:xfrm>
            <a:off x="360363" y="3437912"/>
            <a:ext cx="2674937" cy="2851128"/>
          </a:xfrm>
        </p:spPr>
        <p:txBody>
          <a:bodyPr/>
          <a:lstStyle>
            <a:lvl1pPr>
              <a:defRPr b="1" i="0">
                <a:latin typeface="Arial" panose="020B0604020202020204" pitchFamily="34" charset="0"/>
              </a:defRPr>
            </a:lvl1pPr>
            <a:lvl2pPr>
              <a:defRPr b="1" i="0">
                <a:latin typeface="Arial" panose="020B0604020202020204" pitchFamily="34" charset="0"/>
              </a:defRPr>
            </a:lvl2pPr>
            <a:lvl3pPr>
              <a:defRPr b="1" i="0">
                <a:latin typeface="Arial" panose="020B0604020202020204" pitchFamily="34" charset="0"/>
              </a:defRPr>
            </a:lvl3pPr>
            <a:lvl4pPr>
              <a:defRPr b="1" i="0">
                <a:latin typeface="Arial" panose="020B0604020202020204" pitchFamily="34" charset="0"/>
              </a:defRPr>
            </a:lvl4pPr>
            <a:lvl5pPr>
              <a:defRPr b="1" i="0">
                <a:latin typeface="Arial" panose="020B0604020202020204" pitchFamily="34" charset="0"/>
              </a:defRPr>
            </a:lvl5pPr>
          </a:lstStyle>
          <a:p>
            <a:pPr lvl="0"/>
            <a:r>
              <a:rPr lang="en-US" noProof="0" dirty="0"/>
              <a:t>This is your first level of text, click here to add text</a:t>
            </a:r>
          </a:p>
          <a:p>
            <a:pPr lvl="1"/>
            <a:r>
              <a:rPr lang="en-US" noProof="0" dirty="0"/>
              <a:t>This is the second level of text</a:t>
            </a:r>
          </a:p>
          <a:p>
            <a:pPr lvl="2"/>
            <a:r>
              <a:rPr lang="en-US" noProof="0" dirty="0"/>
              <a:t>Third level of text</a:t>
            </a:r>
          </a:p>
          <a:p>
            <a:pPr lvl="3"/>
            <a:r>
              <a:rPr lang="en-US" noProof="0" dirty="0"/>
              <a:t>This is the fourth level of text</a:t>
            </a:r>
          </a:p>
          <a:p>
            <a:pPr lvl="4"/>
            <a:r>
              <a:rPr lang="en-US" noProof="0" dirty="0"/>
              <a:t>This is the fifth level of text</a:t>
            </a:r>
            <a:endParaRPr lang="en-GB" noProof="0" dirty="0"/>
          </a:p>
        </p:txBody>
      </p:sp>
      <p:sp>
        <p:nvSpPr>
          <p:cNvPr id="18" name="Espace réservé du contenu 16">
            <a:extLst>
              <a:ext uri="{FF2B5EF4-FFF2-40B4-BE49-F238E27FC236}">
                <a16:creationId xmlns:a16="http://schemas.microsoft.com/office/drawing/2014/main" id="{D04C0AEF-EF97-DCCF-7801-D79CC8EE1B99}"/>
              </a:ext>
            </a:extLst>
          </p:cNvPr>
          <p:cNvSpPr>
            <a:spLocks noGrp="1"/>
          </p:cNvSpPr>
          <p:nvPr>
            <p:ph sz="quarter" idx="16" hasCustomPrompt="1"/>
          </p:nvPr>
        </p:nvSpPr>
        <p:spPr>
          <a:xfrm>
            <a:off x="3194291" y="3437912"/>
            <a:ext cx="2674937" cy="2851128"/>
          </a:xfrm>
        </p:spPr>
        <p:txBody>
          <a:bodyPr/>
          <a:lstStyle>
            <a:lvl1pPr>
              <a:defRPr b="1" i="0">
                <a:latin typeface="Arial" panose="020B0604020202020204" pitchFamily="34" charset="0"/>
              </a:defRPr>
            </a:lvl1pPr>
            <a:lvl2pPr>
              <a:defRPr b="1" i="0">
                <a:latin typeface="Arial" panose="020B0604020202020204" pitchFamily="34" charset="0"/>
              </a:defRPr>
            </a:lvl2pPr>
            <a:lvl3pPr>
              <a:defRPr b="1" i="0">
                <a:latin typeface="Arial" panose="020B0604020202020204" pitchFamily="34" charset="0"/>
              </a:defRPr>
            </a:lvl3pPr>
            <a:lvl4pPr>
              <a:defRPr b="1" i="0">
                <a:latin typeface="Arial" panose="020B0604020202020204" pitchFamily="34" charset="0"/>
              </a:defRPr>
            </a:lvl4pPr>
            <a:lvl5pPr>
              <a:defRPr b="1" i="0">
                <a:latin typeface="Arial" panose="020B0604020202020204" pitchFamily="34" charset="0"/>
              </a:defRPr>
            </a:lvl5pPr>
          </a:lstStyle>
          <a:p>
            <a:pPr lvl="0"/>
            <a:r>
              <a:rPr lang="en-US" noProof="0" dirty="0"/>
              <a:t>This is your first level of text, click here to add text</a:t>
            </a:r>
          </a:p>
          <a:p>
            <a:pPr lvl="1"/>
            <a:r>
              <a:rPr lang="en-US" noProof="0" dirty="0"/>
              <a:t>This is the second level of text</a:t>
            </a:r>
          </a:p>
          <a:p>
            <a:pPr lvl="2"/>
            <a:r>
              <a:rPr lang="en-US" noProof="0" dirty="0"/>
              <a:t>Third level of text</a:t>
            </a:r>
          </a:p>
          <a:p>
            <a:pPr lvl="3"/>
            <a:r>
              <a:rPr lang="en-US" noProof="0" dirty="0"/>
              <a:t>This is the fourth level of text</a:t>
            </a:r>
          </a:p>
          <a:p>
            <a:pPr lvl="4"/>
            <a:r>
              <a:rPr lang="en-US" noProof="0" dirty="0"/>
              <a:t>This is the fifth level of text</a:t>
            </a:r>
            <a:endParaRPr lang="en-GB" noProof="0" dirty="0"/>
          </a:p>
        </p:txBody>
      </p:sp>
      <p:cxnSp>
        <p:nvCxnSpPr>
          <p:cNvPr id="20" name="Connecteur droit 19">
            <a:extLst>
              <a:ext uri="{FF2B5EF4-FFF2-40B4-BE49-F238E27FC236}">
                <a16:creationId xmlns:a16="http://schemas.microsoft.com/office/drawing/2014/main" id="{3AFA5A02-CFDC-B66E-5D98-6D4D867DB01A}"/>
              </a:ext>
            </a:extLst>
          </p:cNvPr>
          <p:cNvCxnSpPr>
            <a:cxnSpLocks/>
          </p:cNvCxnSpPr>
          <p:nvPr userDrawn="1"/>
        </p:nvCxnSpPr>
        <p:spPr>
          <a:xfrm>
            <a:off x="6091873" y="2276475"/>
            <a:ext cx="0" cy="4581524"/>
          </a:xfrm>
          <a:prstGeom prst="line">
            <a:avLst/>
          </a:prstGeom>
          <a:ln>
            <a:gradFill flip="none" rotWithShape="1">
              <a:gsLst>
                <a:gs pos="27000">
                  <a:srgbClr val="006A4E">
                    <a:alpha val="60000"/>
                  </a:srgbClr>
                </a:gs>
                <a:gs pos="0">
                  <a:schemeClr val="accent1">
                    <a:alpha val="0"/>
                  </a:schemeClr>
                </a:gs>
                <a:gs pos="100000">
                  <a:schemeClr val="accent1">
                    <a:alpha val="0"/>
                  </a:schemeClr>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22" name="Connecteur droit 21">
            <a:extLst>
              <a:ext uri="{FF2B5EF4-FFF2-40B4-BE49-F238E27FC236}">
                <a16:creationId xmlns:a16="http://schemas.microsoft.com/office/drawing/2014/main" id="{770BA0E1-7C05-0B3B-41C5-F4E4AC6EBDAE}"/>
              </a:ext>
            </a:extLst>
          </p:cNvPr>
          <p:cNvCxnSpPr>
            <a:cxnSpLocks/>
          </p:cNvCxnSpPr>
          <p:nvPr userDrawn="1"/>
        </p:nvCxnSpPr>
        <p:spPr>
          <a:xfrm flipH="1">
            <a:off x="-8661" y="2276475"/>
            <a:ext cx="12209323" cy="0"/>
          </a:xfrm>
          <a:prstGeom prst="line">
            <a:avLst/>
          </a:prstGeom>
          <a:ln>
            <a:gradFill flip="none" rotWithShape="1">
              <a:gsLst>
                <a:gs pos="68000">
                  <a:srgbClr val="006A4E"/>
                </a:gs>
                <a:gs pos="36000">
                  <a:srgbClr val="006A4E">
                    <a:alpha val="60000"/>
                  </a:srgbClr>
                </a:gs>
                <a:gs pos="0">
                  <a:schemeClr val="accent1">
                    <a:alpha val="0"/>
                  </a:schemeClr>
                </a:gs>
                <a:gs pos="100000">
                  <a:schemeClr val="accent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23" name="Connecteur droit 22">
            <a:extLst>
              <a:ext uri="{FF2B5EF4-FFF2-40B4-BE49-F238E27FC236}">
                <a16:creationId xmlns:a16="http://schemas.microsoft.com/office/drawing/2014/main" id="{3367DDDC-1046-0428-4748-0344BA00DFED}"/>
              </a:ext>
            </a:extLst>
          </p:cNvPr>
          <p:cNvCxnSpPr>
            <a:cxnSpLocks/>
          </p:cNvCxnSpPr>
          <p:nvPr userDrawn="1"/>
        </p:nvCxnSpPr>
        <p:spPr>
          <a:xfrm flipH="1">
            <a:off x="-8661" y="6271895"/>
            <a:ext cx="12209323" cy="0"/>
          </a:xfrm>
          <a:prstGeom prst="line">
            <a:avLst/>
          </a:prstGeom>
          <a:ln>
            <a:gradFill flip="none" rotWithShape="1">
              <a:gsLst>
                <a:gs pos="68000">
                  <a:srgbClr val="006A4E"/>
                </a:gs>
                <a:gs pos="36000">
                  <a:srgbClr val="006A4E">
                    <a:alpha val="60000"/>
                  </a:srgbClr>
                </a:gs>
                <a:gs pos="0">
                  <a:schemeClr val="accent1">
                    <a:alpha val="0"/>
                  </a:schemeClr>
                </a:gs>
                <a:gs pos="100000">
                  <a:schemeClr val="accent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24" name="Connecteur droit 23">
            <a:extLst>
              <a:ext uri="{FF2B5EF4-FFF2-40B4-BE49-F238E27FC236}">
                <a16:creationId xmlns:a16="http://schemas.microsoft.com/office/drawing/2014/main" id="{3CE2343F-1150-F6B8-6B4E-4DFAB4856D55}"/>
              </a:ext>
            </a:extLst>
          </p:cNvPr>
          <p:cNvCxnSpPr>
            <a:cxnSpLocks/>
          </p:cNvCxnSpPr>
          <p:nvPr userDrawn="1"/>
        </p:nvCxnSpPr>
        <p:spPr>
          <a:xfrm flipH="1">
            <a:off x="6096000" y="4184015"/>
            <a:ext cx="6104662" cy="0"/>
          </a:xfrm>
          <a:prstGeom prst="line">
            <a:avLst/>
          </a:prstGeom>
          <a:ln>
            <a:gradFill flip="none" rotWithShape="1">
              <a:gsLst>
                <a:gs pos="68000">
                  <a:srgbClr val="006A4E"/>
                </a:gs>
                <a:gs pos="36000">
                  <a:srgbClr val="006A4E">
                    <a:alpha val="60000"/>
                  </a:srgbClr>
                </a:gs>
                <a:gs pos="0">
                  <a:schemeClr val="accent1">
                    <a:alpha val="0"/>
                  </a:schemeClr>
                </a:gs>
                <a:gs pos="100000">
                  <a:schemeClr val="accent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26" name="Connecteur droit 25">
            <a:extLst>
              <a:ext uri="{FF2B5EF4-FFF2-40B4-BE49-F238E27FC236}">
                <a16:creationId xmlns:a16="http://schemas.microsoft.com/office/drawing/2014/main" id="{1EF76B31-77E3-3263-EDE5-96D2226C800A}"/>
              </a:ext>
            </a:extLst>
          </p:cNvPr>
          <p:cNvCxnSpPr>
            <a:cxnSpLocks/>
          </p:cNvCxnSpPr>
          <p:nvPr userDrawn="1"/>
        </p:nvCxnSpPr>
        <p:spPr>
          <a:xfrm>
            <a:off x="11779886" y="0"/>
            <a:ext cx="0" cy="4184015"/>
          </a:xfrm>
          <a:prstGeom prst="line">
            <a:avLst/>
          </a:prstGeom>
          <a:ln>
            <a:gradFill flip="none" rotWithShape="1">
              <a:gsLst>
                <a:gs pos="27000">
                  <a:srgbClr val="006A4E">
                    <a:alpha val="60000"/>
                  </a:srgbClr>
                </a:gs>
                <a:gs pos="0">
                  <a:schemeClr val="accent1">
                    <a:alpha val="0"/>
                  </a:schemeClr>
                </a:gs>
                <a:gs pos="100000">
                  <a:schemeClr val="accent1">
                    <a:alpha val="0"/>
                  </a:schemeClr>
                </a:gs>
              </a:gsLst>
              <a:lin ang="5400000" scaled="1"/>
              <a:tileRect/>
            </a:gradFill>
          </a:ln>
        </p:spPr>
        <p:style>
          <a:lnRef idx="1">
            <a:schemeClr val="accent1"/>
          </a:lnRef>
          <a:fillRef idx="0">
            <a:schemeClr val="accent1"/>
          </a:fillRef>
          <a:effectRef idx="0">
            <a:schemeClr val="accent1"/>
          </a:effectRef>
          <a:fontRef idx="minor">
            <a:schemeClr val="tx1"/>
          </a:fontRef>
        </p:style>
      </p:cxnSp>
      <p:sp>
        <p:nvSpPr>
          <p:cNvPr id="5" name="Espace réservé du texte 14">
            <a:extLst>
              <a:ext uri="{FF2B5EF4-FFF2-40B4-BE49-F238E27FC236}">
                <a16:creationId xmlns:a16="http://schemas.microsoft.com/office/drawing/2014/main" id="{F2EEFB2E-D19F-12C6-3765-DA28CC9EED1A}"/>
              </a:ext>
            </a:extLst>
          </p:cNvPr>
          <p:cNvSpPr>
            <a:spLocks noGrp="1"/>
          </p:cNvSpPr>
          <p:nvPr>
            <p:ph type="body" sz="quarter" idx="12" hasCustomPrompt="1"/>
          </p:nvPr>
        </p:nvSpPr>
        <p:spPr>
          <a:xfrm>
            <a:off x="442913" y="735890"/>
            <a:ext cx="2201227" cy="327025"/>
          </a:xfrm>
          <a:prstGeom prst="roundRect">
            <a:avLst>
              <a:gd name="adj" fmla="val 5793"/>
            </a:avLst>
          </a:prstGeom>
          <a:solidFill>
            <a:schemeClr val="accent6"/>
          </a:solidFill>
        </p:spPr>
        <p:txBody>
          <a:bodyPr vert="horz" lIns="72000" tIns="0" rIns="0" bIns="0" rtlCol="0" anchor="ctr" anchorCtr="0">
            <a:noAutofit/>
          </a:bodyPr>
          <a:lstStyle>
            <a:lvl1pPr algn="ctr">
              <a:defRPr lang="fr-FR" sz="1000" b="1" i="0" cap="all" spc="300" baseline="0" dirty="0">
                <a:solidFill>
                  <a:schemeClr val="lt1"/>
                </a:solidFill>
                <a:latin typeface="Arial" panose="020B0604020202020204" pitchFamily="34" charset="0"/>
              </a:defRPr>
            </a:lvl1pPr>
            <a:lvl2pPr>
              <a:defRPr lang="fr-FR" sz="1000" kern="1200" spc="300" dirty="0" smtClean="0">
                <a:solidFill>
                  <a:schemeClr val="lt1"/>
                </a:solidFill>
                <a:latin typeface="Arial" pitchFamily="34" charset="0"/>
                <a:ea typeface="+mn-ea"/>
                <a:cs typeface="+mn-cs"/>
              </a:defRPr>
            </a:lvl2pPr>
            <a:lvl3pPr>
              <a:defRPr lang="fr-FR" sz="1000" kern="1200" spc="300" dirty="0" smtClean="0">
                <a:solidFill>
                  <a:schemeClr val="lt1"/>
                </a:solidFill>
                <a:latin typeface="Arial" pitchFamily="34" charset="0"/>
                <a:ea typeface="+mn-ea"/>
                <a:cs typeface="+mn-cs"/>
              </a:defRPr>
            </a:lvl3pPr>
            <a:lvl4pPr>
              <a:defRPr lang="fr-FR" sz="1000" kern="1200" spc="300" dirty="0" smtClean="0">
                <a:solidFill>
                  <a:schemeClr val="lt1"/>
                </a:solidFill>
                <a:latin typeface="Arial" pitchFamily="34" charset="0"/>
                <a:ea typeface="+mn-ea"/>
                <a:cs typeface="+mn-cs"/>
              </a:defRPr>
            </a:lvl4pPr>
            <a:lvl5pPr>
              <a:defRPr lang="fr-FR" sz="1000" kern="1200" spc="300" dirty="0">
                <a:solidFill>
                  <a:schemeClr val="lt1"/>
                </a:solidFill>
                <a:latin typeface="Arial" pitchFamily="34" charset="0"/>
                <a:ea typeface="+mn-ea"/>
                <a:cs typeface="+mn-cs"/>
              </a:defRPr>
            </a:lvl5pPr>
          </a:lstStyle>
          <a:p>
            <a:pPr lvl="0" algn="ctr"/>
            <a:r>
              <a:rPr lang="fr-FR" dirty="0"/>
              <a:t>YOUR SURTITLE</a:t>
            </a:r>
          </a:p>
        </p:txBody>
      </p:sp>
    </p:spTree>
    <p:extLst>
      <p:ext uri="{BB962C8B-B14F-4D97-AF65-F5344CB8AC3E}">
        <p14:creationId xmlns:p14="http://schemas.microsoft.com/office/powerpoint/2010/main" val="366156412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Key figure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D212562-77AB-631E-EB7F-F48C827F8D97}"/>
              </a:ext>
            </a:extLst>
          </p:cNvPr>
          <p:cNvSpPr>
            <a:spLocks noGrp="1"/>
          </p:cNvSpPr>
          <p:nvPr>
            <p:ph type="title" hasCustomPrompt="1"/>
          </p:nvPr>
        </p:nvSpPr>
        <p:spPr/>
        <p:txBody>
          <a:bodyPr/>
          <a:lstStyle>
            <a:lvl1pPr>
              <a:defRPr b="1" i="0">
                <a:latin typeface="Arial" panose="020B0604020202020204" pitchFamily="34" charset="0"/>
              </a:defRPr>
            </a:lvl1pPr>
          </a:lstStyle>
          <a:p>
            <a:r>
              <a:rPr lang="en-GB" noProof="0"/>
              <a:t>The title of the slide here</a:t>
            </a:r>
          </a:p>
        </p:txBody>
      </p:sp>
      <p:sp>
        <p:nvSpPr>
          <p:cNvPr id="3" name="Espace réservé du pied de page 2">
            <a:extLst>
              <a:ext uri="{FF2B5EF4-FFF2-40B4-BE49-F238E27FC236}">
                <a16:creationId xmlns:a16="http://schemas.microsoft.com/office/drawing/2014/main" id="{392DAEF3-488B-4522-1D2B-36E86171C0F6}"/>
              </a:ext>
            </a:extLst>
          </p:cNvPr>
          <p:cNvSpPr>
            <a:spLocks noGrp="1"/>
          </p:cNvSpPr>
          <p:nvPr>
            <p:ph type="ftr" sz="quarter" idx="10"/>
          </p:nvPr>
        </p:nvSpPr>
        <p:spPr/>
        <p:txBody>
          <a:bodyPr/>
          <a:lstStyle>
            <a:lvl1pPr>
              <a:defRPr b="1" i="0">
                <a:latin typeface="Arial" panose="020B0604020202020204" pitchFamily="34" charset="0"/>
              </a:defRPr>
            </a:lvl1pPr>
          </a:lstStyle>
          <a:p>
            <a:r>
              <a:rPr lang="fr-FR" dirty="0" err="1"/>
              <a:t>Presentation</a:t>
            </a:r>
            <a:r>
              <a:rPr lang="fr-FR" dirty="0"/>
              <a:t> </a:t>
            </a:r>
            <a:r>
              <a:rPr lang="fr-FR" dirty="0" err="1"/>
              <a:t>title</a:t>
            </a:r>
            <a:endParaRPr lang="fr-FR" dirty="0"/>
          </a:p>
        </p:txBody>
      </p:sp>
      <p:sp>
        <p:nvSpPr>
          <p:cNvPr id="4" name="Espace réservé du numéro de diapositive 3">
            <a:extLst>
              <a:ext uri="{FF2B5EF4-FFF2-40B4-BE49-F238E27FC236}">
                <a16:creationId xmlns:a16="http://schemas.microsoft.com/office/drawing/2014/main" id="{DCCE9BC1-55AB-CC84-7F55-10AAD2E663DE}"/>
              </a:ext>
            </a:extLst>
          </p:cNvPr>
          <p:cNvSpPr>
            <a:spLocks noGrp="1"/>
          </p:cNvSpPr>
          <p:nvPr>
            <p:ph type="sldNum" sz="quarter" idx="11"/>
          </p:nvPr>
        </p:nvSpPr>
        <p:spPr/>
        <p:txBody>
          <a:bodyPr/>
          <a:lstStyle>
            <a:lvl1pPr>
              <a:defRPr b="1" i="0">
                <a:latin typeface="Arial" panose="020B0604020202020204" pitchFamily="34" charset="0"/>
              </a:defRPr>
            </a:lvl1pPr>
          </a:lstStyle>
          <a:p>
            <a:fld id="{29BED1D5-2372-4BA3-AEA9-1F7A0F9A5921}" type="slidenum">
              <a:rPr lang="en-GB" noProof="0" smtClean="0"/>
              <a:pPr/>
              <a:t>‹#›</a:t>
            </a:fld>
            <a:endParaRPr lang="en-GB" noProof="0"/>
          </a:p>
        </p:txBody>
      </p:sp>
      <p:pic>
        <p:nvPicPr>
          <p:cNvPr id="7" name="Graphique 6">
            <a:extLst>
              <a:ext uri="{FF2B5EF4-FFF2-40B4-BE49-F238E27FC236}">
                <a16:creationId xmlns:a16="http://schemas.microsoft.com/office/drawing/2014/main" id="{D2694471-AC8D-E15D-BB61-AA02F3080DE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46038" y="94263"/>
            <a:ext cx="1906603" cy="623543"/>
          </a:xfrm>
          <a:prstGeom prst="rect">
            <a:avLst/>
          </a:prstGeom>
        </p:spPr>
      </p:pic>
      <p:sp>
        <p:nvSpPr>
          <p:cNvPr id="8" name="Espace réservé du texte 14">
            <a:extLst>
              <a:ext uri="{FF2B5EF4-FFF2-40B4-BE49-F238E27FC236}">
                <a16:creationId xmlns:a16="http://schemas.microsoft.com/office/drawing/2014/main" id="{A271EAA8-9AA7-3EDC-5B21-BF53C0B853CD}"/>
              </a:ext>
            </a:extLst>
          </p:cNvPr>
          <p:cNvSpPr>
            <a:spLocks noGrp="1"/>
          </p:cNvSpPr>
          <p:nvPr>
            <p:ph type="body" sz="quarter" idx="12" hasCustomPrompt="1"/>
          </p:nvPr>
        </p:nvSpPr>
        <p:spPr>
          <a:xfrm>
            <a:off x="442913" y="735890"/>
            <a:ext cx="2201227" cy="327025"/>
          </a:xfrm>
          <a:prstGeom prst="roundRect">
            <a:avLst>
              <a:gd name="adj" fmla="val 5793"/>
            </a:avLst>
          </a:prstGeom>
          <a:solidFill>
            <a:schemeClr val="accent6"/>
          </a:solidFill>
        </p:spPr>
        <p:txBody>
          <a:bodyPr vert="horz" lIns="72000" tIns="0" rIns="0" bIns="0" rtlCol="0" anchor="ctr" anchorCtr="0">
            <a:noAutofit/>
          </a:bodyPr>
          <a:lstStyle>
            <a:lvl1pPr algn="ctr">
              <a:defRPr lang="fr-FR" sz="1000" b="1" i="0" cap="all" spc="300" baseline="0" dirty="0">
                <a:solidFill>
                  <a:schemeClr val="lt1"/>
                </a:solidFill>
                <a:latin typeface="Arial" panose="020B0604020202020204" pitchFamily="34" charset="0"/>
              </a:defRPr>
            </a:lvl1pPr>
            <a:lvl2pPr>
              <a:defRPr lang="fr-FR" sz="1000" kern="1200" spc="300" dirty="0" smtClean="0">
                <a:solidFill>
                  <a:schemeClr val="lt1"/>
                </a:solidFill>
                <a:latin typeface="Arial" pitchFamily="34" charset="0"/>
                <a:ea typeface="+mn-ea"/>
                <a:cs typeface="+mn-cs"/>
              </a:defRPr>
            </a:lvl2pPr>
            <a:lvl3pPr>
              <a:defRPr lang="fr-FR" sz="1000" kern="1200" spc="300" dirty="0" smtClean="0">
                <a:solidFill>
                  <a:schemeClr val="lt1"/>
                </a:solidFill>
                <a:latin typeface="Arial" pitchFamily="34" charset="0"/>
                <a:ea typeface="+mn-ea"/>
                <a:cs typeface="+mn-cs"/>
              </a:defRPr>
            </a:lvl3pPr>
            <a:lvl4pPr>
              <a:defRPr lang="fr-FR" sz="1000" kern="1200" spc="300" dirty="0" smtClean="0">
                <a:solidFill>
                  <a:schemeClr val="lt1"/>
                </a:solidFill>
                <a:latin typeface="Arial" pitchFamily="34" charset="0"/>
                <a:ea typeface="+mn-ea"/>
                <a:cs typeface="+mn-cs"/>
              </a:defRPr>
            </a:lvl4pPr>
            <a:lvl5pPr>
              <a:defRPr lang="fr-FR" sz="1000" kern="1200" spc="300" dirty="0">
                <a:solidFill>
                  <a:schemeClr val="lt1"/>
                </a:solidFill>
                <a:latin typeface="Arial" pitchFamily="34" charset="0"/>
                <a:ea typeface="+mn-ea"/>
                <a:cs typeface="+mn-cs"/>
              </a:defRPr>
            </a:lvl5pPr>
          </a:lstStyle>
          <a:p>
            <a:pPr lvl="0" algn="ctr"/>
            <a:r>
              <a:rPr lang="en-GB" noProof="0"/>
              <a:t>YOUR SURTITLE</a:t>
            </a:r>
          </a:p>
        </p:txBody>
      </p:sp>
      <p:sp>
        <p:nvSpPr>
          <p:cNvPr id="9" name="Espace réservé pour une image  14">
            <a:extLst>
              <a:ext uri="{FF2B5EF4-FFF2-40B4-BE49-F238E27FC236}">
                <a16:creationId xmlns:a16="http://schemas.microsoft.com/office/drawing/2014/main" id="{61B69DC8-0FB0-0C67-4119-38EC5E090581}"/>
              </a:ext>
            </a:extLst>
          </p:cNvPr>
          <p:cNvSpPr>
            <a:spLocks noGrp="1"/>
          </p:cNvSpPr>
          <p:nvPr>
            <p:ph type="pic" sz="quarter" idx="15"/>
          </p:nvPr>
        </p:nvSpPr>
        <p:spPr>
          <a:xfrm>
            <a:off x="442913" y="2288194"/>
            <a:ext cx="3205162" cy="3985605"/>
          </a:xfrm>
          <a:prstGeom prst="rect">
            <a:avLst/>
          </a:prstGeom>
          <a:solidFill>
            <a:schemeClr val="bg1">
              <a:lumMod val="95000"/>
            </a:schemeClr>
          </a:solidFill>
        </p:spPr>
        <p:txBody>
          <a:bodyPr/>
          <a:lstStyle>
            <a:lvl1pPr>
              <a:defRPr b="1" i="0">
                <a:latin typeface="Arial" panose="020B0604020202020204" pitchFamily="34" charset="0"/>
              </a:defRPr>
            </a:lvl1pPr>
          </a:lstStyle>
          <a:p>
            <a:endParaRPr lang="en-GB" noProof="0"/>
          </a:p>
        </p:txBody>
      </p:sp>
      <p:cxnSp>
        <p:nvCxnSpPr>
          <p:cNvPr id="10" name="Connecteur droit 9">
            <a:extLst>
              <a:ext uri="{FF2B5EF4-FFF2-40B4-BE49-F238E27FC236}">
                <a16:creationId xmlns:a16="http://schemas.microsoft.com/office/drawing/2014/main" id="{706B6393-F596-857F-2116-41A34598C18C}"/>
              </a:ext>
            </a:extLst>
          </p:cNvPr>
          <p:cNvCxnSpPr>
            <a:cxnSpLocks/>
          </p:cNvCxnSpPr>
          <p:nvPr userDrawn="1"/>
        </p:nvCxnSpPr>
        <p:spPr>
          <a:xfrm flipH="1">
            <a:off x="-8661" y="2276475"/>
            <a:ext cx="12209323" cy="0"/>
          </a:xfrm>
          <a:prstGeom prst="line">
            <a:avLst/>
          </a:prstGeom>
          <a:ln>
            <a:gradFill flip="none" rotWithShape="1">
              <a:gsLst>
                <a:gs pos="68000">
                  <a:srgbClr val="006A4E"/>
                </a:gs>
                <a:gs pos="36000">
                  <a:srgbClr val="006A4E">
                    <a:alpha val="60000"/>
                  </a:srgbClr>
                </a:gs>
                <a:gs pos="0">
                  <a:schemeClr val="accent1">
                    <a:alpha val="0"/>
                  </a:schemeClr>
                </a:gs>
                <a:gs pos="100000">
                  <a:schemeClr val="accent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2" name="Connecteur droit 11">
            <a:extLst>
              <a:ext uri="{FF2B5EF4-FFF2-40B4-BE49-F238E27FC236}">
                <a16:creationId xmlns:a16="http://schemas.microsoft.com/office/drawing/2014/main" id="{12D1E929-C8D6-31B2-7237-6871FB0619DC}"/>
              </a:ext>
            </a:extLst>
          </p:cNvPr>
          <p:cNvCxnSpPr>
            <a:cxnSpLocks/>
          </p:cNvCxnSpPr>
          <p:nvPr userDrawn="1"/>
        </p:nvCxnSpPr>
        <p:spPr>
          <a:xfrm flipH="1">
            <a:off x="-8661" y="6273799"/>
            <a:ext cx="12209323" cy="0"/>
          </a:xfrm>
          <a:prstGeom prst="line">
            <a:avLst/>
          </a:prstGeom>
          <a:ln>
            <a:gradFill flip="none" rotWithShape="1">
              <a:gsLst>
                <a:gs pos="68000">
                  <a:srgbClr val="006A4E"/>
                </a:gs>
                <a:gs pos="36000">
                  <a:srgbClr val="006A4E">
                    <a:alpha val="60000"/>
                  </a:srgbClr>
                </a:gs>
                <a:gs pos="0">
                  <a:schemeClr val="accent1">
                    <a:alpha val="0"/>
                  </a:schemeClr>
                </a:gs>
                <a:gs pos="100000">
                  <a:schemeClr val="accent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nvGrpSpPr>
          <p:cNvPr id="42" name="Groupe 41">
            <a:extLst>
              <a:ext uri="{FF2B5EF4-FFF2-40B4-BE49-F238E27FC236}">
                <a16:creationId xmlns:a16="http://schemas.microsoft.com/office/drawing/2014/main" id="{3EA59C58-C72A-D563-347B-3FCA1093E048}"/>
              </a:ext>
            </a:extLst>
          </p:cNvPr>
          <p:cNvGrpSpPr/>
          <p:nvPr userDrawn="1"/>
        </p:nvGrpSpPr>
        <p:grpSpPr>
          <a:xfrm>
            <a:off x="3646490" y="3608916"/>
            <a:ext cx="8554172" cy="1332441"/>
            <a:chOff x="-8661" y="3608916"/>
            <a:chExt cx="12209323" cy="1332441"/>
          </a:xfrm>
        </p:grpSpPr>
        <p:cxnSp>
          <p:nvCxnSpPr>
            <p:cNvPr id="11" name="Connecteur droit 10">
              <a:extLst>
                <a:ext uri="{FF2B5EF4-FFF2-40B4-BE49-F238E27FC236}">
                  <a16:creationId xmlns:a16="http://schemas.microsoft.com/office/drawing/2014/main" id="{6C499994-05A2-CBD3-8AA9-A30332FA7023}"/>
                </a:ext>
              </a:extLst>
            </p:cNvPr>
            <p:cNvCxnSpPr>
              <a:cxnSpLocks/>
            </p:cNvCxnSpPr>
            <p:nvPr userDrawn="1"/>
          </p:nvCxnSpPr>
          <p:spPr>
            <a:xfrm flipH="1">
              <a:off x="-8661" y="3608916"/>
              <a:ext cx="12209323" cy="0"/>
            </a:xfrm>
            <a:prstGeom prst="line">
              <a:avLst/>
            </a:prstGeom>
            <a:ln>
              <a:gradFill flip="none" rotWithShape="1">
                <a:gsLst>
                  <a:gs pos="68000">
                    <a:srgbClr val="006A4E"/>
                  </a:gs>
                  <a:gs pos="36000">
                    <a:srgbClr val="006A4E">
                      <a:alpha val="60000"/>
                    </a:srgbClr>
                  </a:gs>
                  <a:gs pos="0">
                    <a:schemeClr val="accent1">
                      <a:alpha val="0"/>
                    </a:schemeClr>
                  </a:gs>
                  <a:gs pos="100000">
                    <a:schemeClr val="accent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3" name="Connecteur droit 12">
              <a:extLst>
                <a:ext uri="{FF2B5EF4-FFF2-40B4-BE49-F238E27FC236}">
                  <a16:creationId xmlns:a16="http://schemas.microsoft.com/office/drawing/2014/main" id="{9528E88C-1BB0-18C9-CD2A-D22A576B1C44}"/>
                </a:ext>
              </a:extLst>
            </p:cNvPr>
            <p:cNvCxnSpPr>
              <a:cxnSpLocks/>
            </p:cNvCxnSpPr>
            <p:nvPr userDrawn="1"/>
          </p:nvCxnSpPr>
          <p:spPr>
            <a:xfrm flipH="1">
              <a:off x="-8661" y="4941357"/>
              <a:ext cx="12209323" cy="0"/>
            </a:xfrm>
            <a:prstGeom prst="line">
              <a:avLst/>
            </a:prstGeom>
            <a:ln>
              <a:gradFill flip="none" rotWithShape="1">
                <a:gsLst>
                  <a:gs pos="68000">
                    <a:srgbClr val="006A4E"/>
                  </a:gs>
                  <a:gs pos="36000">
                    <a:srgbClr val="006A4E">
                      <a:alpha val="60000"/>
                    </a:srgbClr>
                  </a:gs>
                  <a:gs pos="0">
                    <a:schemeClr val="accent1">
                      <a:alpha val="0"/>
                    </a:schemeClr>
                  </a:gs>
                  <a:gs pos="100000">
                    <a:schemeClr val="accent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cxnSp>
        <p:nvCxnSpPr>
          <p:cNvPr id="14" name="Connecteur droit 13">
            <a:extLst>
              <a:ext uri="{FF2B5EF4-FFF2-40B4-BE49-F238E27FC236}">
                <a16:creationId xmlns:a16="http://schemas.microsoft.com/office/drawing/2014/main" id="{AB2E4B51-7A51-4088-16C3-3F66B5E7175A}"/>
              </a:ext>
            </a:extLst>
          </p:cNvPr>
          <p:cNvCxnSpPr>
            <a:cxnSpLocks/>
          </p:cNvCxnSpPr>
          <p:nvPr userDrawn="1"/>
        </p:nvCxnSpPr>
        <p:spPr>
          <a:xfrm>
            <a:off x="11793538" y="0"/>
            <a:ext cx="0" cy="6857997"/>
          </a:xfrm>
          <a:prstGeom prst="line">
            <a:avLst/>
          </a:prstGeom>
          <a:ln>
            <a:gradFill flip="none" rotWithShape="1">
              <a:gsLst>
                <a:gs pos="27000">
                  <a:srgbClr val="006A4E">
                    <a:alpha val="60000"/>
                  </a:srgbClr>
                </a:gs>
                <a:gs pos="0">
                  <a:schemeClr val="accent1">
                    <a:alpha val="0"/>
                  </a:schemeClr>
                </a:gs>
                <a:gs pos="100000">
                  <a:schemeClr val="accent1">
                    <a:alpha val="0"/>
                  </a:schemeClr>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5" name="Connecteur droit 14">
            <a:extLst>
              <a:ext uri="{FF2B5EF4-FFF2-40B4-BE49-F238E27FC236}">
                <a16:creationId xmlns:a16="http://schemas.microsoft.com/office/drawing/2014/main" id="{B9026FFB-8FC6-6607-242F-DD506590CCA7}"/>
              </a:ext>
            </a:extLst>
          </p:cNvPr>
          <p:cNvCxnSpPr>
            <a:cxnSpLocks/>
          </p:cNvCxnSpPr>
          <p:nvPr userDrawn="1"/>
        </p:nvCxnSpPr>
        <p:spPr>
          <a:xfrm>
            <a:off x="6364288" y="2288195"/>
            <a:ext cx="0" cy="4569802"/>
          </a:xfrm>
          <a:prstGeom prst="line">
            <a:avLst/>
          </a:prstGeom>
          <a:ln>
            <a:gradFill flip="none" rotWithShape="1">
              <a:gsLst>
                <a:gs pos="27000">
                  <a:srgbClr val="006A4E">
                    <a:alpha val="60000"/>
                  </a:srgbClr>
                </a:gs>
                <a:gs pos="0">
                  <a:schemeClr val="accent1">
                    <a:alpha val="0"/>
                  </a:schemeClr>
                </a:gs>
                <a:gs pos="100000">
                  <a:schemeClr val="accent1">
                    <a:alpha val="0"/>
                  </a:schemeClr>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6" name="Connecteur droit 15">
            <a:extLst>
              <a:ext uri="{FF2B5EF4-FFF2-40B4-BE49-F238E27FC236}">
                <a16:creationId xmlns:a16="http://schemas.microsoft.com/office/drawing/2014/main" id="{5E3BFE3D-81C4-1CDD-9654-FE9B0708D58A}"/>
              </a:ext>
            </a:extLst>
          </p:cNvPr>
          <p:cNvCxnSpPr>
            <a:cxnSpLocks/>
          </p:cNvCxnSpPr>
          <p:nvPr userDrawn="1"/>
        </p:nvCxnSpPr>
        <p:spPr>
          <a:xfrm>
            <a:off x="9078913" y="2288195"/>
            <a:ext cx="0" cy="4569802"/>
          </a:xfrm>
          <a:prstGeom prst="line">
            <a:avLst/>
          </a:prstGeom>
          <a:ln>
            <a:gradFill flip="none" rotWithShape="1">
              <a:gsLst>
                <a:gs pos="27000">
                  <a:srgbClr val="006A4E">
                    <a:alpha val="60000"/>
                  </a:srgbClr>
                </a:gs>
                <a:gs pos="0">
                  <a:schemeClr val="accent1">
                    <a:alpha val="0"/>
                  </a:schemeClr>
                </a:gs>
                <a:gs pos="100000">
                  <a:schemeClr val="accent1">
                    <a:alpha val="0"/>
                  </a:schemeClr>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7" name="Connecteur droit 16">
            <a:extLst>
              <a:ext uri="{FF2B5EF4-FFF2-40B4-BE49-F238E27FC236}">
                <a16:creationId xmlns:a16="http://schemas.microsoft.com/office/drawing/2014/main" id="{E33F21AB-4DFC-94DD-2E2A-AADA86051D48}"/>
              </a:ext>
            </a:extLst>
          </p:cNvPr>
          <p:cNvCxnSpPr>
            <a:cxnSpLocks/>
          </p:cNvCxnSpPr>
          <p:nvPr userDrawn="1"/>
        </p:nvCxnSpPr>
        <p:spPr>
          <a:xfrm>
            <a:off x="3649663" y="2288195"/>
            <a:ext cx="0" cy="3985604"/>
          </a:xfrm>
          <a:prstGeom prst="line">
            <a:avLst/>
          </a:prstGeom>
          <a:ln>
            <a:gradFill flip="none" rotWithShape="1">
              <a:gsLst>
                <a:gs pos="27000">
                  <a:srgbClr val="006A4E">
                    <a:alpha val="60000"/>
                  </a:srgbClr>
                </a:gs>
                <a:gs pos="0">
                  <a:schemeClr val="accent1">
                    <a:alpha val="0"/>
                  </a:schemeClr>
                </a:gs>
                <a:gs pos="100000">
                  <a:schemeClr val="accent1">
                    <a:alpha val="0"/>
                  </a:schemeClr>
                </a:gs>
              </a:gsLst>
              <a:lin ang="5400000" scaled="1"/>
              <a:tileRect/>
            </a:gradFill>
          </a:ln>
        </p:spPr>
        <p:style>
          <a:lnRef idx="1">
            <a:schemeClr val="accent1"/>
          </a:lnRef>
          <a:fillRef idx="0">
            <a:schemeClr val="accent1"/>
          </a:fillRef>
          <a:effectRef idx="0">
            <a:schemeClr val="accent1"/>
          </a:effectRef>
          <a:fontRef idx="minor">
            <a:schemeClr val="tx1"/>
          </a:fontRef>
        </p:style>
      </p:cxnSp>
      <p:sp>
        <p:nvSpPr>
          <p:cNvPr id="20" name="Espace réservé du texte 22">
            <a:extLst>
              <a:ext uri="{FF2B5EF4-FFF2-40B4-BE49-F238E27FC236}">
                <a16:creationId xmlns:a16="http://schemas.microsoft.com/office/drawing/2014/main" id="{61F1F566-0673-59DA-199F-387E67075014}"/>
              </a:ext>
            </a:extLst>
          </p:cNvPr>
          <p:cNvSpPr>
            <a:spLocks noGrp="1"/>
          </p:cNvSpPr>
          <p:nvPr userDrawn="1">
            <p:ph type="body" sz="quarter" idx="16" hasCustomPrompt="1"/>
          </p:nvPr>
        </p:nvSpPr>
        <p:spPr>
          <a:xfrm>
            <a:off x="3892344" y="2453005"/>
            <a:ext cx="1093470" cy="619143"/>
          </a:xfrm>
          <a:prstGeom prst="rect">
            <a:avLst/>
          </a:prstGeom>
        </p:spPr>
        <p:txBody>
          <a:bodyPr/>
          <a:lstStyle>
            <a:lvl1pPr>
              <a:defRPr lang="fr-FR" sz="4000" b="1" i="0" kern="1200" dirty="0">
                <a:solidFill>
                  <a:schemeClr val="tx2"/>
                </a:solidFill>
                <a:latin typeface="Arial" panose="020B0604020202020204" pitchFamily="34" charset="0"/>
                <a:ea typeface="+mn-ea"/>
                <a:cs typeface="+mn-cs"/>
              </a:defRPr>
            </a:lvl1pPr>
          </a:lstStyle>
          <a:p>
            <a:pPr lvl="0"/>
            <a:r>
              <a:rPr lang="en-GB" noProof="0"/>
              <a:t>XX</a:t>
            </a:r>
          </a:p>
        </p:txBody>
      </p:sp>
      <p:sp>
        <p:nvSpPr>
          <p:cNvPr id="21" name="Espace réservé du texte 22">
            <a:extLst>
              <a:ext uri="{FF2B5EF4-FFF2-40B4-BE49-F238E27FC236}">
                <a16:creationId xmlns:a16="http://schemas.microsoft.com/office/drawing/2014/main" id="{856DFFB3-B338-5C6D-3019-B6CD02AD6DF6}"/>
              </a:ext>
            </a:extLst>
          </p:cNvPr>
          <p:cNvSpPr>
            <a:spLocks noGrp="1"/>
          </p:cNvSpPr>
          <p:nvPr userDrawn="1">
            <p:ph type="body" sz="quarter" idx="18" hasCustomPrompt="1"/>
          </p:nvPr>
        </p:nvSpPr>
        <p:spPr>
          <a:xfrm>
            <a:off x="3892343" y="3085694"/>
            <a:ext cx="2228769" cy="365125"/>
          </a:xfrm>
          <a:prstGeom prst="rect">
            <a:avLst/>
          </a:prstGeom>
        </p:spPr>
        <p:txBody>
          <a:bodyPr>
            <a:normAutofit/>
          </a:bodyPr>
          <a:lstStyle>
            <a:lvl1pPr>
              <a:defRPr sz="1050" b="1" i="0">
                <a:solidFill>
                  <a:schemeClr val="accent1"/>
                </a:solidFill>
                <a:latin typeface="Arial" panose="020B0604020202020204" pitchFamily="34" charset="0"/>
              </a:defRPr>
            </a:lvl1pPr>
          </a:lstStyle>
          <a:p>
            <a:pPr lvl="0"/>
            <a:r>
              <a:rPr lang="en-GB" noProof="0" dirty="0"/>
              <a:t>Write your text here</a:t>
            </a:r>
          </a:p>
        </p:txBody>
      </p:sp>
      <p:sp>
        <p:nvSpPr>
          <p:cNvPr id="22" name="Espace réservé du texte 22">
            <a:extLst>
              <a:ext uri="{FF2B5EF4-FFF2-40B4-BE49-F238E27FC236}">
                <a16:creationId xmlns:a16="http://schemas.microsoft.com/office/drawing/2014/main" id="{3FA75507-06A9-8C62-906A-59C2FB9E8BFF}"/>
              </a:ext>
            </a:extLst>
          </p:cNvPr>
          <p:cNvSpPr>
            <a:spLocks noGrp="1"/>
          </p:cNvSpPr>
          <p:nvPr userDrawn="1">
            <p:ph type="body" sz="quarter" idx="19" hasCustomPrompt="1"/>
          </p:nvPr>
        </p:nvSpPr>
        <p:spPr>
          <a:xfrm>
            <a:off x="6595966" y="2453005"/>
            <a:ext cx="1093470" cy="619143"/>
          </a:xfrm>
          <a:prstGeom prst="rect">
            <a:avLst/>
          </a:prstGeom>
        </p:spPr>
        <p:txBody>
          <a:bodyPr/>
          <a:lstStyle>
            <a:lvl1pPr>
              <a:defRPr lang="fr-FR" sz="4000" b="1" i="0" kern="1200" dirty="0">
                <a:solidFill>
                  <a:schemeClr val="tx2"/>
                </a:solidFill>
                <a:latin typeface="Arial" panose="020B0604020202020204" pitchFamily="34" charset="0"/>
                <a:ea typeface="+mn-ea"/>
                <a:cs typeface="+mn-cs"/>
              </a:defRPr>
            </a:lvl1pPr>
          </a:lstStyle>
          <a:p>
            <a:pPr lvl="0"/>
            <a:r>
              <a:rPr lang="en-GB" noProof="0"/>
              <a:t>XX</a:t>
            </a:r>
          </a:p>
        </p:txBody>
      </p:sp>
      <p:sp>
        <p:nvSpPr>
          <p:cNvPr id="23" name="Espace réservé du texte 22">
            <a:extLst>
              <a:ext uri="{FF2B5EF4-FFF2-40B4-BE49-F238E27FC236}">
                <a16:creationId xmlns:a16="http://schemas.microsoft.com/office/drawing/2014/main" id="{A77CFB02-9539-C9E4-DF33-F0833A15163D}"/>
              </a:ext>
            </a:extLst>
          </p:cNvPr>
          <p:cNvSpPr>
            <a:spLocks noGrp="1"/>
          </p:cNvSpPr>
          <p:nvPr userDrawn="1">
            <p:ph type="body" sz="quarter" idx="20" hasCustomPrompt="1"/>
          </p:nvPr>
        </p:nvSpPr>
        <p:spPr>
          <a:xfrm>
            <a:off x="6595965" y="3085694"/>
            <a:ext cx="2228769" cy="365125"/>
          </a:xfrm>
          <a:prstGeom prst="rect">
            <a:avLst/>
          </a:prstGeom>
        </p:spPr>
        <p:txBody>
          <a:bodyPr>
            <a:normAutofit/>
          </a:bodyPr>
          <a:lstStyle>
            <a:lvl1pPr>
              <a:defRPr sz="1050" b="1" i="0">
                <a:solidFill>
                  <a:schemeClr val="accent1"/>
                </a:solidFill>
                <a:latin typeface="Arial" panose="020B0604020202020204" pitchFamily="34" charset="0"/>
              </a:defRPr>
            </a:lvl1pPr>
          </a:lstStyle>
          <a:p>
            <a:pPr lvl="0"/>
            <a:r>
              <a:rPr lang="en-GB" noProof="0" dirty="0"/>
              <a:t>Write your text here</a:t>
            </a:r>
          </a:p>
        </p:txBody>
      </p:sp>
      <p:sp>
        <p:nvSpPr>
          <p:cNvPr id="24" name="Espace réservé du texte 22">
            <a:extLst>
              <a:ext uri="{FF2B5EF4-FFF2-40B4-BE49-F238E27FC236}">
                <a16:creationId xmlns:a16="http://schemas.microsoft.com/office/drawing/2014/main" id="{147832A9-F7CE-738F-DFF7-F13EEE4184A3}"/>
              </a:ext>
            </a:extLst>
          </p:cNvPr>
          <p:cNvSpPr>
            <a:spLocks noGrp="1"/>
          </p:cNvSpPr>
          <p:nvPr userDrawn="1">
            <p:ph type="body" sz="quarter" idx="21" hasCustomPrompt="1"/>
          </p:nvPr>
        </p:nvSpPr>
        <p:spPr>
          <a:xfrm>
            <a:off x="9320502" y="2453005"/>
            <a:ext cx="1093470" cy="619143"/>
          </a:xfrm>
          <a:prstGeom prst="rect">
            <a:avLst/>
          </a:prstGeom>
        </p:spPr>
        <p:txBody>
          <a:bodyPr/>
          <a:lstStyle>
            <a:lvl1pPr>
              <a:defRPr lang="fr-FR" sz="4000" b="1" i="0" kern="1200" dirty="0">
                <a:solidFill>
                  <a:schemeClr val="tx2"/>
                </a:solidFill>
                <a:latin typeface="Arial" panose="020B0604020202020204" pitchFamily="34" charset="0"/>
                <a:ea typeface="+mn-ea"/>
                <a:cs typeface="+mn-cs"/>
              </a:defRPr>
            </a:lvl1pPr>
          </a:lstStyle>
          <a:p>
            <a:pPr lvl="0"/>
            <a:r>
              <a:rPr lang="en-GB" noProof="0"/>
              <a:t>XX</a:t>
            </a:r>
          </a:p>
        </p:txBody>
      </p:sp>
      <p:sp>
        <p:nvSpPr>
          <p:cNvPr id="25" name="Espace réservé du texte 22">
            <a:extLst>
              <a:ext uri="{FF2B5EF4-FFF2-40B4-BE49-F238E27FC236}">
                <a16:creationId xmlns:a16="http://schemas.microsoft.com/office/drawing/2014/main" id="{84467C50-C82A-B628-2386-0B72931D7D10}"/>
              </a:ext>
            </a:extLst>
          </p:cNvPr>
          <p:cNvSpPr>
            <a:spLocks noGrp="1"/>
          </p:cNvSpPr>
          <p:nvPr userDrawn="1">
            <p:ph type="body" sz="quarter" idx="22" hasCustomPrompt="1"/>
          </p:nvPr>
        </p:nvSpPr>
        <p:spPr>
          <a:xfrm>
            <a:off x="9320501" y="3085694"/>
            <a:ext cx="2228769" cy="365125"/>
          </a:xfrm>
          <a:prstGeom prst="rect">
            <a:avLst/>
          </a:prstGeom>
        </p:spPr>
        <p:txBody>
          <a:bodyPr>
            <a:normAutofit/>
          </a:bodyPr>
          <a:lstStyle>
            <a:lvl1pPr>
              <a:defRPr sz="1050" b="1" i="0">
                <a:solidFill>
                  <a:schemeClr val="accent1"/>
                </a:solidFill>
                <a:latin typeface="Arial" panose="020B0604020202020204" pitchFamily="34" charset="0"/>
              </a:defRPr>
            </a:lvl1pPr>
          </a:lstStyle>
          <a:p>
            <a:pPr lvl="0"/>
            <a:r>
              <a:rPr lang="en-GB" noProof="0" dirty="0"/>
              <a:t>Write your text here</a:t>
            </a:r>
          </a:p>
        </p:txBody>
      </p:sp>
      <p:sp>
        <p:nvSpPr>
          <p:cNvPr id="26" name="Espace réservé du texte 22">
            <a:extLst>
              <a:ext uri="{FF2B5EF4-FFF2-40B4-BE49-F238E27FC236}">
                <a16:creationId xmlns:a16="http://schemas.microsoft.com/office/drawing/2014/main" id="{7C65AB0C-7B60-90DC-BE12-DE7FA949C7BB}"/>
              </a:ext>
            </a:extLst>
          </p:cNvPr>
          <p:cNvSpPr>
            <a:spLocks noGrp="1"/>
          </p:cNvSpPr>
          <p:nvPr userDrawn="1">
            <p:ph type="body" sz="quarter" idx="23" hasCustomPrompt="1"/>
          </p:nvPr>
        </p:nvSpPr>
        <p:spPr>
          <a:xfrm>
            <a:off x="3892344" y="3785445"/>
            <a:ext cx="1093470" cy="619143"/>
          </a:xfrm>
          <a:prstGeom prst="rect">
            <a:avLst/>
          </a:prstGeom>
        </p:spPr>
        <p:txBody>
          <a:bodyPr/>
          <a:lstStyle>
            <a:lvl1pPr>
              <a:defRPr lang="fr-FR" sz="4000" b="1" i="0" kern="1200" dirty="0">
                <a:solidFill>
                  <a:schemeClr val="tx2"/>
                </a:solidFill>
                <a:latin typeface="Arial" panose="020B0604020202020204" pitchFamily="34" charset="0"/>
                <a:ea typeface="+mn-ea"/>
                <a:cs typeface="+mn-cs"/>
              </a:defRPr>
            </a:lvl1pPr>
          </a:lstStyle>
          <a:p>
            <a:pPr lvl="0"/>
            <a:r>
              <a:rPr lang="en-GB" noProof="0"/>
              <a:t>XX</a:t>
            </a:r>
          </a:p>
        </p:txBody>
      </p:sp>
      <p:sp>
        <p:nvSpPr>
          <p:cNvPr id="27" name="Espace réservé du texte 22">
            <a:extLst>
              <a:ext uri="{FF2B5EF4-FFF2-40B4-BE49-F238E27FC236}">
                <a16:creationId xmlns:a16="http://schemas.microsoft.com/office/drawing/2014/main" id="{56B59731-AC16-0AD0-E966-503229FF1F32}"/>
              </a:ext>
            </a:extLst>
          </p:cNvPr>
          <p:cNvSpPr>
            <a:spLocks noGrp="1"/>
          </p:cNvSpPr>
          <p:nvPr userDrawn="1">
            <p:ph type="body" sz="quarter" idx="24" hasCustomPrompt="1"/>
          </p:nvPr>
        </p:nvSpPr>
        <p:spPr>
          <a:xfrm>
            <a:off x="3892343" y="4418134"/>
            <a:ext cx="2228769" cy="365125"/>
          </a:xfrm>
          <a:prstGeom prst="rect">
            <a:avLst/>
          </a:prstGeom>
        </p:spPr>
        <p:txBody>
          <a:bodyPr>
            <a:normAutofit/>
          </a:bodyPr>
          <a:lstStyle>
            <a:lvl1pPr>
              <a:defRPr sz="1050" b="1" i="0">
                <a:solidFill>
                  <a:schemeClr val="accent1"/>
                </a:solidFill>
                <a:latin typeface="Arial" panose="020B0604020202020204" pitchFamily="34" charset="0"/>
              </a:defRPr>
            </a:lvl1pPr>
          </a:lstStyle>
          <a:p>
            <a:pPr lvl="0"/>
            <a:r>
              <a:rPr lang="en-GB" noProof="0" dirty="0"/>
              <a:t>Write your text here</a:t>
            </a:r>
          </a:p>
        </p:txBody>
      </p:sp>
      <p:sp>
        <p:nvSpPr>
          <p:cNvPr id="28" name="Espace réservé du texte 22">
            <a:extLst>
              <a:ext uri="{FF2B5EF4-FFF2-40B4-BE49-F238E27FC236}">
                <a16:creationId xmlns:a16="http://schemas.microsoft.com/office/drawing/2014/main" id="{B28D1947-FE36-E464-C70B-ABB3DA65ED91}"/>
              </a:ext>
            </a:extLst>
          </p:cNvPr>
          <p:cNvSpPr>
            <a:spLocks noGrp="1"/>
          </p:cNvSpPr>
          <p:nvPr userDrawn="1">
            <p:ph type="body" sz="quarter" idx="25" hasCustomPrompt="1"/>
          </p:nvPr>
        </p:nvSpPr>
        <p:spPr>
          <a:xfrm>
            <a:off x="6595966" y="3785445"/>
            <a:ext cx="1093470" cy="619143"/>
          </a:xfrm>
          <a:prstGeom prst="rect">
            <a:avLst/>
          </a:prstGeom>
        </p:spPr>
        <p:txBody>
          <a:bodyPr/>
          <a:lstStyle>
            <a:lvl1pPr>
              <a:defRPr lang="fr-FR" sz="4000" b="1" i="0" kern="1200" dirty="0">
                <a:solidFill>
                  <a:schemeClr val="tx2"/>
                </a:solidFill>
                <a:latin typeface="Arial" panose="020B0604020202020204" pitchFamily="34" charset="0"/>
                <a:ea typeface="+mn-ea"/>
                <a:cs typeface="+mn-cs"/>
              </a:defRPr>
            </a:lvl1pPr>
          </a:lstStyle>
          <a:p>
            <a:pPr lvl="0"/>
            <a:r>
              <a:rPr lang="en-GB" noProof="0"/>
              <a:t>XX</a:t>
            </a:r>
          </a:p>
        </p:txBody>
      </p:sp>
      <p:sp>
        <p:nvSpPr>
          <p:cNvPr id="29" name="Espace réservé du texte 22">
            <a:extLst>
              <a:ext uri="{FF2B5EF4-FFF2-40B4-BE49-F238E27FC236}">
                <a16:creationId xmlns:a16="http://schemas.microsoft.com/office/drawing/2014/main" id="{5A386D3E-8381-B04D-6406-24CC312830D8}"/>
              </a:ext>
            </a:extLst>
          </p:cNvPr>
          <p:cNvSpPr>
            <a:spLocks noGrp="1"/>
          </p:cNvSpPr>
          <p:nvPr userDrawn="1">
            <p:ph type="body" sz="quarter" idx="26" hasCustomPrompt="1"/>
          </p:nvPr>
        </p:nvSpPr>
        <p:spPr>
          <a:xfrm>
            <a:off x="6595965" y="4418134"/>
            <a:ext cx="2228769" cy="365125"/>
          </a:xfrm>
          <a:prstGeom prst="rect">
            <a:avLst/>
          </a:prstGeom>
        </p:spPr>
        <p:txBody>
          <a:bodyPr>
            <a:normAutofit/>
          </a:bodyPr>
          <a:lstStyle>
            <a:lvl1pPr>
              <a:defRPr sz="1050" b="1" i="0">
                <a:solidFill>
                  <a:schemeClr val="accent1"/>
                </a:solidFill>
                <a:latin typeface="Arial" panose="020B0604020202020204" pitchFamily="34" charset="0"/>
              </a:defRPr>
            </a:lvl1pPr>
          </a:lstStyle>
          <a:p>
            <a:pPr lvl="0"/>
            <a:r>
              <a:rPr lang="en-GB" noProof="0" dirty="0"/>
              <a:t>Write your text here</a:t>
            </a:r>
          </a:p>
        </p:txBody>
      </p:sp>
      <p:sp>
        <p:nvSpPr>
          <p:cNvPr id="30" name="Espace réservé du texte 22">
            <a:extLst>
              <a:ext uri="{FF2B5EF4-FFF2-40B4-BE49-F238E27FC236}">
                <a16:creationId xmlns:a16="http://schemas.microsoft.com/office/drawing/2014/main" id="{B180904E-35F8-9C77-72BE-94A4A7BA4314}"/>
              </a:ext>
            </a:extLst>
          </p:cNvPr>
          <p:cNvSpPr>
            <a:spLocks noGrp="1"/>
          </p:cNvSpPr>
          <p:nvPr userDrawn="1">
            <p:ph type="body" sz="quarter" idx="27" hasCustomPrompt="1"/>
          </p:nvPr>
        </p:nvSpPr>
        <p:spPr>
          <a:xfrm>
            <a:off x="9320502" y="3785445"/>
            <a:ext cx="1093470" cy="619143"/>
          </a:xfrm>
          <a:prstGeom prst="rect">
            <a:avLst/>
          </a:prstGeom>
        </p:spPr>
        <p:txBody>
          <a:bodyPr/>
          <a:lstStyle>
            <a:lvl1pPr>
              <a:defRPr lang="fr-FR" sz="4000" b="1" i="0" kern="1200" dirty="0">
                <a:solidFill>
                  <a:schemeClr val="tx2"/>
                </a:solidFill>
                <a:latin typeface="Arial" panose="020B0604020202020204" pitchFamily="34" charset="0"/>
                <a:ea typeface="+mn-ea"/>
                <a:cs typeface="+mn-cs"/>
              </a:defRPr>
            </a:lvl1pPr>
          </a:lstStyle>
          <a:p>
            <a:pPr lvl="0"/>
            <a:r>
              <a:rPr lang="en-GB" noProof="0"/>
              <a:t>XX</a:t>
            </a:r>
          </a:p>
        </p:txBody>
      </p:sp>
      <p:sp>
        <p:nvSpPr>
          <p:cNvPr id="31" name="Espace réservé du texte 22">
            <a:extLst>
              <a:ext uri="{FF2B5EF4-FFF2-40B4-BE49-F238E27FC236}">
                <a16:creationId xmlns:a16="http://schemas.microsoft.com/office/drawing/2014/main" id="{076E6A85-6090-D489-C1A4-B0EB1DA12A1B}"/>
              </a:ext>
            </a:extLst>
          </p:cNvPr>
          <p:cNvSpPr>
            <a:spLocks noGrp="1"/>
          </p:cNvSpPr>
          <p:nvPr userDrawn="1">
            <p:ph type="body" sz="quarter" idx="28" hasCustomPrompt="1"/>
          </p:nvPr>
        </p:nvSpPr>
        <p:spPr>
          <a:xfrm>
            <a:off x="9320501" y="4418134"/>
            <a:ext cx="2228769" cy="365125"/>
          </a:xfrm>
          <a:prstGeom prst="rect">
            <a:avLst/>
          </a:prstGeom>
        </p:spPr>
        <p:txBody>
          <a:bodyPr>
            <a:normAutofit/>
          </a:bodyPr>
          <a:lstStyle>
            <a:lvl1pPr>
              <a:defRPr sz="1050" b="1" i="0">
                <a:solidFill>
                  <a:schemeClr val="accent1"/>
                </a:solidFill>
                <a:latin typeface="Arial" panose="020B0604020202020204" pitchFamily="34" charset="0"/>
              </a:defRPr>
            </a:lvl1pPr>
          </a:lstStyle>
          <a:p>
            <a:pPr lvl="0"/>
            <a:r>
              <a:rPr lang="en-GB" noProof="0" dirty="0"/>
              <a:t>Write your text here</a:t>
            </a:r>
          </a:p>
        </p:txBody>
      </p:sp>
      <p:sp>
        <p:nvSpPr>
          <p:cNvPr id="32" name="Espace réservé du texte 22">
            <a:extLst>
              <a:ext uri="{FF2B5EF4-FFF2-40B4-BE49-F238E27FC236}">
                <a16:creationId xmlns:a16="http://schemas.microsoft.com/office/drawing/2014/main" id="{DF85D116-8D6A-5273-3593-C4F637E6829B}"/>
              </a:ext>
            </a:extLst>
          </p:cNvPr>
          <p:cNvSpPr>
            <a:spLocks noGrp="1"/>
          </p:cNvSpPr>
          <p:nvPr userDrawn="1">
            <p:ph type="body" sz="quarter" idx="29" hasCustomPrompt="1"/>
          </p:nvPr>
        </p:nvSpPr>
        <p:spPr>
          <a:xfrm>
            <a:off x="3892344" y="5096990"/>
            <a:ext cx="1093470" cy="619143"/>
          </a:xfrm>
          <a:prstGeom prst="rect">
            <a:avLst/>
          </a:prstGeom>
        </p:spPr>
        <p:txBody>
          <a:bodyPr/>
          <a:lstStyle>
            <a:lvl1pPr>
              <a:defRPr lang="fr-FR" sz="4000" b="1" i="0" kern="1200" dirty="0">
                <a:solidFill>
                  <a:schemeClr val="tx2"/>
                </a:solidFill>
                <a:latin typeface="Arial" panose="020B0604020202020204" pitchFamily="34" charset="0"/>
                <a:ea typeface="+mn-ea"/>
                <a:cs typeface="+mn-cs"/>
              </a:defRPr>
            </a:lvl1pPr>
          </a:lstStyle>
          <a:p>
            <a:pPr lvl="0"/>
            <a:r>
              <a:rPr lang="en-GB" noProof="0"/>
              <a:t>XX</a:t>
            </a:r>
          </a:p>
        </p:txBody>
      </p:sp>
      <p:sp>
        <p:nvSpPr>
          <p:cNvPr id="33" name="Espace réservé du texte 22">
            <a:extLst>
              <a:ext uri="{FF2B5EF4-FFF2-40B4-BE49-F238E27FC236}">
                <a16:creationId xmlns:a16="http://schemas.microsoft.com/office/drawing/2014/main" id="{6C882B5E-9066-1528-973C-5430E686E688}"/>
              </a:ext>
            </a:extLst>
          </p:cNvPr>
          <p:cNvSpPr>
            <a:spLocks noGrp="1"/>
          </p:cNvSpPr>
          <p:nvPr userDrawn="1">
            <p:ph type="body" sz="quarter" idx="30" hasCustomPrompt="1"/>
          </p:nvPr>
        </p:nvSpPr>
        <p:spPr>
          <a:xfrm>
            <a:off x="3892343" y="5729679"/>
            <a:ext cx="2228769" cy="365125"/>
          </a:xfrm>
          <a:prstGeom prst="rect">
            <a:avLst/>
          </a:prstGeom>
        </p:spPr>
        <p:txBody>
          <a:bodyPr>
            <a:normAutofit/>
          </a:bodyPr>
          <a:lstStyle>
            <a:lvl1pPr>
              <a:defRPr sz="1050" b="1" i="0">
                <a:solidFill>
                  <a:schemeClr val="accent1"/>
                </a:solidFill>
                <a:latin typeface="Arial" panose="020B0604020202020204" pitchFamily="34" charset="0"/>
              </a:defRPr>
            </a:lvl1pPr>
          </a:lstStyle>
          <a:p>
            <a:pPr lvl="0"/>
            <a:r>
              <a:rPr lang="en-GB" noProof="0" dirty="0"/>
              <a:t>Write your text here</a:t>
            </a:r>
          </a:p>
        </p:txBody>
      </p:sp>
      <p:sp>
        <p:nvSpPr>
          <p:cNvPr id="34" name="Espace réservé du texte 22">
            <a:extLst>
              <a:ext uri="{FF2B5EF4-FFF2-40B4-BE49-F238E27FC236}">
                <a16:creationId xmlns:a16="http://schemas.microsoft.com/office/drawing/2014/main" id="{9B2CD1B7-981E-87FA-30EF-A7400E0C643C}"/>
              </a:ext>
            </a:extLst>
          </p:cNvPr>
          <p:cNvSpPr>
            <a:spLocks noGrp="1"/>
          </p:cNvSpPr>
          <p:nvPr userDrawn="1">
            <p:ph type="body" sz="quarter" idx="31" hasCustomPrompt="1"/>
          </p:nvPr>
        </p:nvSpPr>
        <p:spPr>
          <a:xfrm>
            <a:off x="6595966" y="5096990"/>
            <a:ext cx="1093470" cy="619143"/>
          </a:xfrm>
          <a:prstGeom prst="rect">
            <a:avLst/>
          </a:prstGeom>
        </p:spPr>
        <p:txBody>
          <a:bodyPr/>
          <a:lstStyle>
            <a:lvl1pPr>
              <a:defRPr lang="fr-FR" sz="4000" b="1" i="0" kern="1200" dirty="0">
                <a:solidFill>
                  <a:schemeClr val="tx2"/>
                </a:solidFill>
                <a:latin typeface="Arial" panose="020B0604020202020204" pitchFamily="34" charset="0"/>
                <a:ea typeface="+mn-ea"/>
                <a:cs typeface="+mn-cs"/>
              </a:defRPr>
            </a:lvl1pPr>
          </a:lstStyle>
          <a:p>
            <a:pPr lvl="0"/>
            <a:r>
              <a:rPr lang="en-GB" noProof="0"/>
              <a:t>XX</a:t>
            </a:r>
          </a:p>
        </p:txBody>
      </p:sp>
      <p:sp>
        <p:nvSpPr>
          <p:cNvPr id="35" name="Espace réservé du texte 22">
            <a:extLst>
              <a:ext uri="{FF2B5EF4-FFF2-40B4-BE49-F238E27FC236}">
                <a16:creationId xmlns:a16="http://schemas.microsoft.com/office/drawing/2014/main" id="{5A813B57-F800-1D8F-BB4C-6ED26D021946}"/>
              </a:ext>
            </a:extLst>
          </p:cNvPr>
          <p:cNvSpPr>
            <a:spLocks noGrp="1"/>
          </p:cNvSpPr>
          <p:nvPr userDrawn="1">
            <p:ph type="body" sz="quarter" idx="32" hasCustomPrompt="1"/>
          </p:nvPr>
        </p:nvSpPr>
        <p:spPr>
          <a:xfrm>
            <a:off x="6595965" y="5729679"/>
            <a:ext cx="2228769" cy="365125"/>
          </a:xfrm>
          <a:prstGeom prst="rect">
            <a:avLst/>
          </a:prstGeom>
        </p:spPr>
        <p:txBody>
          <a:bodyPr>
            <a:normAutofit/>
          </a:bodyPr>
          <a:lstStyle>
            <a:lvl1pPr>
              <a:defRPr sz="1050" b="1" i="0">
                <a:solidFill>
                  <a:schemeClr val="accent1"/>
                </a:solidFill>
                <a:latin typeface="Arial" panose="020B0604020202020204" pitchFamily="34" charset="0"/>
              </a:defRPr>
            </a:lvl1pPr>
          </a:lstStyle>
          <a:p>
            <a:pPr lvl="0"/>
            <a:r>
              <a:rPr lang="en-GB" noProof="0" dirty="0"/>
              <a:t>Write your text here</a:t>
            </a:r>
          </a:p>
        </p:txBody>
      </p:sp>
      <p:sp>
        <p:nvSpPr>
          <p:cNvPr id="36" name="Espace réservé du texte 22">
            <a:extLst>
              <a:ext uri="{FF2B5EF4-FFF2-40B4-BE49-F238E27FC236}">
                <a16:creationId xmlns:a16="http://schemas.microsoft.com/office/drawing/2014/main" id="{DDDAED9F-0A2F-2E47-8FDE-A52CD6CA2354}"/>
              </a:ext>
            </a:extLst>
          </p:cNvPr>
          <p:cNvSpPr>
            <a:spLocks noGrp="1"/>
          </p:cNvSpPr>
          <p:nvPr userDrawn="1">
            <p:ph type="body" sz="quarter" idx="33" hasCustomPrompt="1"/>
          </p:nvPr>
        </p:nvSpPr>
        <p:spPr>
          <a:xfrm>
            <a:off x="9320502" y="5096990"/>
            <a:ext cx="1093470" cy="619143"/>
          </a:xfrm>
          <a:prstGeom prst="rect">
            <a:avLst/>
          </a:prstGeom>
        </p:spPr>
        <p:txBody>
          <a:bodyPr/>
          <a:lstStyle>
            <a:lvl1pPr>
              <a:defRPr lang="fr-FR" sz="4000" b="1" i="0" kern="1200" dirty="0">
                <a:solidFill>
                  <a:schemeClr val="tx2"/>
                </a:solidFill>
                <a:latin typeface="Arial" panose="020B0604020202020204" pitchFamily="34" charset="0"/>
                <a:ea typeface="+mn-ea"/>
                <a:cs typeface="+mn-cs"/>
              </a:defRPr>
            </a:lvl1pPr>
          </a:lstStyle>
          <a:p>
            <a:pPr lvl="0"/>
            <a:r>
              <a:rPr lang="en-GB" noProof="0"/>
              <a:t>XX</a:t>
            </a:r>
          </a:p>
        </p:txBody>
      </p:sp>
      <p:sp>
        <p:nvSpPr>
          <p:cNvPr id="37" name="Espace réservé du texte 22">
            <a:extLst>
              <a:ext uri="{FF2B5EF4-FFF2-40B4-BE49-F238E27FC236}">
                <a16:creationId xmlns:a16="http://schemas.microsoft.com/office/drawing/2014/main" id="{C07B88F7-BCA4-1BB3-B3FE-A2C3294DD891}"/>
              </a:ext>
            </a:extLst>
          </p:cNvPr>
          <p:cNvSpPr>
            <a:spLocks noGrp="1"/>
          </p:cNvSpPr>
          <p:nvPr userDrawn="1">
            <p:ph type="body" sz="quarter" idx="34" hasCustomPrompt="1"/>
          </p:nvPr>
        </p:nvSpPr>
        <p:spPr>
          <a:xfrm>
            <a:off x="9320501" y="5729679"/>
            <a:ext cx="2228769" cy="365125"/>
          </a:xfrm>
          <a:prstGeom prst="rect">
            <a:avLst/>
          </a:prstGeom>
        </p:spPr>
        <p:txBody>
          <a:bodyPr>
            <a:normAutofit/>
          </a:bodyPr>
          <a:lstStyle>
            <a:lvl1pPr>
              <a:defRPr sz="1050" b="1" i="0">
                <a:solidFill>
                  <a:schemeClr val="accent1"/>
                </a:solidFill>
                <a:latin typeface="Arial" panose="020B0604020202020204" pitchFamily="34" charset="0"/>
              </a:defRPr>
            </a:lvl1pPr>
          </a:lstStyle>
          <a:p>
            <a:pPr lvl="0"/>
            <a:r>
              <a:rPr lang="en-GB" noProof="0" dirty="0"/>
              <a:t>Write your text here</a:t>
            </a:r>
          </a:p>
        </p:txBody>
      </p:sp>
      <p:cxnSp>
        <p:nvCxnSpPr>
          <p:cNvPr id="39" name="Connecteur droit 38">
            <a:extLst>
              <a:ext uri="{FF2B5EF4-FFF2-40B4-BE49-F238E27FC236}">
                <a16:creationId xmlns:a16="http://schemas.microsoft.com/office/drawing/2014/main" id="{A5709056-4482-43C1-772D-BE62CF6383E2}"/>
              </a:ext>
            </a:extLst>
          </p:cNvPr>
          <p:cNvCxnSpPr>
            <a:cxnSpLocks/>
          </p:cNvCxnSpPr>
          <p:nvPr userDrawn="1"/>
        </p:nvCxnSpPr>
        <p:spPr>
          <a:xfrm>
            <a:off x="442121" y="2288195"/>
            <a:ext cx="0" cy="3985605"/>
          </a:xfrm>
          <a:prstGeom prst="line">
            <a:avLst/>
          </a:prstGeom>
          <a:ln>
            <a:gradFill flip="none" rotWithShape="1">
              <a:gsLst>
                <a:gs pos="27000">
                  <a:srgbClr val="006A4E">
                    <a:alpha val="60000"/>
                  </a:srgbClr>
                </a:gs>
                <a:gs pos="0">
                  <a:schemeClr val="accent1">
                    <a:alpha val="0"/>
                  </a:schemeClr>
                </a:gs>
                <a:gs pos="100000">
                  <a:schemeClr val="accent1">
                    <a:alpha val="0"/>
                  </a:schemeClr>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41" name="Connecteur droit 40">
            <a:extLst>
              <a:ext uri="{FF2B5EF4-FFF2-40B4-BE49-F238E27FC236}">
                <a16:creationId xmlns:a16="http://schemas.microsoft.com/office/drawing/2014/main" id="{3AE94ECE-8CDE-10D7-2967-82AE1A0010E1}"/>
              </a:ext>
            </a:extLst>
          </p:cNvPr>
          <p:cNvCxnSpPr>
            <a:cxnSpLocks/>
          </p:cNvCxnSpPr>
          <p:nvPr userDrawn="1"/>
        </p:nvCxnSpPr>
        <p:spPr>
          <a:xfrm>
            <a:off x="3648075" y="2275495"/>
            <a:ext cx="0" cy="3985605"/>
          </a:xfrm>
          <a:prstGeom prst="line">
            <a:avLst/>
          </a:prstGeom>
          <a:ln>
            <a:gradFill flip="none" rotWithShape="1">
              <a:gsLst>
                <a:gs pos="27000">
                  <a:srgbClr val="006A4E">
                    <a:alpha val="60000"/>
                  </a:srgbClr>
                </a:gs>
                <a:gs pos="0">
                  <a:schemeClr val="accent1">
                    <a:alpha val="0"/>
                  </a:schemeClr>
                </a:gs>
                <a:gs pos="100000">
                  <a:schemeClr val="accent1">
                    <a:alpha val="0"/>
                  </a:schemeClr>
                </a:gs>
              </a:gsLst>
              <a:lin ang="5400000" scaled="1"/>
              <a:tileRect/>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9939172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lide Process / Timelin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B6DFB21-0CE3-CCF1-56F9-785E7E7CC064}"/>
              </a:ext>
            </a:extLst>
          </p:cNvPr>
          <p:cNvSpPr>
            <a:spLocks noGrp="1"/>
          </p:cNvSpPr>
          <p:nvPr>
            <p:ph type="title" hasCustomPrompt="1"/>
          </p:nvPr>
        </p:nvSpPr>
        <p:spPr>
          <a:xfrm>
            <a:off x="412159" y="1225279"/>
            <a:ext cx="5683841" cy="498598"/>
          </a:xfrm>
        </p:spPr>
        <p:txBody>
          <a:bodyPr/>
          <a:lstStyle>
            <a:lvl1pPr>
              <a:defRPr b="1" i="0">
                <a:latin typeface="Arial" panose="020B0604020202020204" pitchFamily="34" charset="0"/>
              </a:defRPr>
            </a:lvl1pPr>
          </a:lstStyle>
          <a:p>
            <a:r>
              <a:rPr lang="fr-FR" dirty="0"/>
              <a:t>Your process</a:t>
            </a:r>
          </a:p>
        </p:txBody>
      </p:sp>
      <p:sp>
        <p:nvSpPr>
          <p:cNvPr id="3" name="Espace réservé du pied de page 2">
            <a:extLst>
              <a:ext uri="{FF2B5EF4-FFF2-40B4-BE49-F238E27FC236}">
                <a16:creationId xmlns:a16="http://schemas.microsoft.com/office/drawing/2014/main" id="{1B2710D4-FDDE-B178-A683-3CD7CE7B73DF}"/>
              </a:ext>
            </a:extLst>
          </p:cNvPr>
          <p:cNvSpPr>
            <a:spLocks noGrp="1"/>
          </p:cNvSpPr>
          <p:nvPr>
            <p:ph type="ftr" sz="quarter" idx="10"/>
          </p:nvPr>
        </p:nvSpPr>
        <p:spPr/>
        <p:txBody>
          <a:bodyPr/>
          <a:lstStyle>
            <a:lvl1pPr>
              <a:defRPr b="1" i="0">
                <a:latin typeface="Arial" panose="020B0604020202020204" pitchFamily="34" charset="0"/>
              </a:defRPr>
            </a:lvl1pPr>
          </a:lstStyle>
          <a:p>
            <a:r>
              <a:rPr lang="fr-FR" dirty="0" err="1"/>
              <a:t>Presentation</a:t>
            </a:r>
            <a:r>
              <a:rPr lang="fr-FR" dirty="0"/>
              <a:t> </a:t>
            </a:r>
            <a:r>
              <a:rPr lang="fr-FR" dirty="0" err="1"/>
              <a:t>title</a:t>
            </a:r>
            <a:endParaRPr lang="fr-FR" dirty="0"/>
          </a:p>
        </p:txBody>
      </p:sp>
      <p:sp>
        <p:nvSpPr>
          <p:cNvPr id="4" name="Espace réservé du numéro de diapositive 3">
            <a:extLst>
              <a:ext uri="{FF2B5EF4-FFF2-40B4-BE49-F238E27FC236}">
                <a16:creationId xmlns:a16="http://schemas.microsoft.com/office/drawing/2014/main" id="{D9D39938-B230-1E05-A4E9-A1FB9151E8B5}"/>
              </a:ext>
            </a:extLst>
          </p:cNvPr>
          <p:cNvSpPr>
            <a:spLocks noGrp="1"/>
          </p:cNvSpPr>
          <p:nvPr>
            <p:ph type="sldNum" sz="quarter" idx="11"/>
          </p:nvPr>
        </p:nvSpPr>
        <p:spPr/>
        <p:txBody>
          <a:bodyPr/>
          <a:lstStyle>
            <a:lvl1pPr>
              <a:defRPr b="1" i="0">
                <a:latin typeface="Arial" panose="020B0604020202020204" pitchFamily="34" charset="0"/>
              </a:defRPr>
            </a:lvl1pPr>
          </a:lstStyle>
          <a:p>
            <a:fld id="{29BED1D5-2372-4BA3-AEA9-1F7A0F9A5921}" type="slidenum">
              <a:rPr lang="fr-FR" smtClean="0"/>
              <a:pPr/>
              <a:t>‹#›</a:t>
            </a:fld>
            <a:endParaRPr lang="fr-FR" dirty="0"/>
          </a:p>
        </p:txBody>
      </p:sp>
      <p:pic>
        <p:nvPicPr>
          <p:cNvPr id="5" name="Graphique 4">
            <a:extLst>
              <a:ext uri="{FF2B5EF4-FFF2-40B4-BE49-F238E27FC236}">
                <a16:creationId xmlns:a16="http://schemas.microsoft.com/office/drawing/2014/main" id="{6F4D8F14-47FF-267C-5C9C-8D54148C505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46038" y="94263"/>
            <a:ext cx="1906603" cy="623543"/>
          </a:xfrm>
          <a:prstGeom prst="rect">
            <a:avLst/>
          </a:prstGeom>
        </p:spPr>
      </p:pic>
      <p:sp>
        <p:nvSpPr>
          <p:cNvPr id="6" name="Espace réservé du texte 14">
            <a:extLst>
              <a:ext uri="{FF2B5EF4-FFF2-40B4-BE49-F238E27FC236}">
                <a16:creationId xmlns:a16="http://schemas.microsoft.com/office/drawing/2014/main" id="{B0B35DEB-8968-2580-6F2F-F6D6ADCA1418}"/>
              </a:ext>
            </a:extLst>
          </p:cNvPr>
          <p:cNvSpPr>
            <a:spLocks noGrp="1"/>
          </p:cNvSpPr>
          <p:nvPr>
            <p:ph type="body" sz="quarter" idx="12" hasCustomPrompt="1"/>
          </p:nvPr>
        </p:nvSpPr>
        <p:spPr>
          <a:xfrm>
            <a:off x="442913" y="735890"/>
            <a:ext cx="2201227" cy="327025"/>
          </a:xfrm>
          <a:prstGeom prst="roundRect">
            <a:avLst>
              <a:gd name="adj" fmla="val 5793"/>
            </a:avLst>
          </a:prstGeom>
          <a:solidFill>
            <a:schemeClr val="accent6"/>
          </a:solidFill>
        </p:spPr>
        <p:txBody>
          <a:bodyPr vert="horz" lIns="72000" tIns="0" rIns="0" bIns="0" rtlCol="0" anchor="ctr" anchorCtr="0">
            <a:noAutofit/>
          </a:bodyPr>
          <a:lstStyle>
            <a:lvl1pPr algn="ctr">
              <a:defRPr lang="fr-FR" sz="1000" b="1" i="0" cap="all" spc="300" baseline="0" dirty="0">
                <a:solidFill>
                  <a:schemeClr val="lt1"/>
                </a:solidFill>
                <a:latin typeface="Arial" panose="020B0604020202020204" pitchFamily="34" charset="0"/>
              </a:defRPr>
            </a:lvl1pPr>
            <a:lvl2pPr>
              <a:defRPr lang="fr-FR" sz="1000" kern="1200" spc="300" dirty="0" smtClean="0">
                <a:solidFill>
                  <a:schemeClr val="lt1"/>
                </a:solidFill>
                <a:latin typeface="Arial" pitchFamily="34" charset="0"/>
                <a:ea typeface="+mn-ea"/>
                <a:cs typeface="+mn-cs"/>
              </a:defRPr>
            </a:lvl2pPr>
            <a:lvl3pPr>
              <a:defRPr lang="fr-FR" sz="1000" kern="1200" spc="300" dirty="0" smtClean="0">
                <a:solidFill>
                  <a:schemeClr val="lt1"/>
                </a:solidFill>
                <a:latin typeface="Arial" pitchFamily="34" charset="0"/>
                <a:ea typeface="+mn-ea"/>
                <a:cs typeface="+mn-cs"/>
              </a:defRPr>
            </a:lvl3pPr>
            <a:lvl4pPr>
              <a:defRPr lang="fr-FR" sz="1000" kern="1200" spc="300" dirty="0" smtClean="0">
                <a:solidFill>
                  <a:schemeClr val="lt1"/>
                </a:solidFill>
                <a:latin typeface="Arial" pitchFamily="34" charset="0"/>
                <a:ea typeface="+mn-ea"/>
                <a:cs typeface="+mn-cs"/>
              </a:defRPr>
            </a:lvl4pPr>
            <a:lvl5pPr>
              <a:defRPr lang="fr-FR" sz="1000" kern="1200" spc="300" dirty="0">
                <a:solidFill>
                  <a:schemeClr val="lt1"/>
                </a:solidFill>
                <a:latin typeface="Arial" pitchFamily="34" charset="0"/>
                <a:ea typeface="+mn-ea"/>
                <a:cs typeface="+mn-cs"/>
              </a:defRPr>
            </a:lvl5pPr>
          </a:lstStyle>
          <a:p>
            <a:pPr lvl="0" algn="ctr"/>
            <a:r>
              <a:rPr lang="fr-FR" dirty="0"/>
              <a:t>YOUR SURTITLE</a:t>
            </a:r>
          </a:p>
        </p:txBody>
      </p:sp>
      <p:cxnSp>
        <p:nvCxnSpPr>
          <p:cNvPr id="7" name="Straight Arrow Connector 37">
            <a:extLst>
              <a:ext uri="{FF2B5EF4-FFF2-40B4-BE49-F238E27FC236}">
                <a16:creationId xmlns:a16="http://schemas.microsoft.com/office/drawing/2014/main" id="{1D173919-D299-7E6D-11F1-306F9C604678}"/>
              </a:ext>
            </a:extLst>
          </p:cNvPr>
          <p:cNvCxnSpPr>
            <a:cxnSpLocks/>
          </p:cNvCxnSpPr>
          <p:nvPr userDrawn="1"/>
        </p:nvCxnSpPr>
        <p:spPr>
          <a:xfrm>
            <a:off x="0" y="2867163"/>
            <a:ext cx="11784013" cy="0"/>
          </a:xfrm>
          <a:prstGeom prst="straightConnector1">
            <a:avLst/>
          </a:prstGeom>
          <a:ln>
            <a:gradFill flip="none" rotWithShape="1">
              <a:gsLst>
                <a:gs pos="0">
                  <a:schemeClr val="tx2">
                    <a:alpha val="0"/>
                  </a:schemeClr>
                </a:gs>
                <a:gs pos="24000">
                  <a:schemeClr val="tx2"/>
                </a:gs>
                <a:gs pos="100000">
                  <a:schemeClr val="accent1"/>
                </a:gs>
              </a:gsLst>
              <a:lin ang="0" scaled="1"/>
              <a:tileRect/>
            </a:gradFill>
            <a:tailEnd type="arrow" w="sm" len="sm"/>
          </a:ln>
        </p:spPr>
        <p:style>
          <a:lnRef idx="1">
            <a:schemeClr val="accent1"/>
          </a:lnRef>
          <a:fillRef idx="0">
            <a:schemeClr val="accent1"/>
          </a:fillRef>
          <a:effectRef idx="0">
            <a:schemeClr val="accent1"/>
          </a:effectRef>
          <a:fontRef idx="minor">
            <a:schemeClr val="tx1"/>
          </a:fontRef>
        </p:style>
      </p:cxnSp>
      <p:sp>
        <p:nvSpPr>
          <p:cNvPr id="44" name="Espace réservé du texte 22">
            <a:extLst>
              <a:ext uri="{FF2B5EF4-FFF2-40B4-BE49-F238E27FC236}">
                <a16:creationId xmlns:a16="http://schemas.microsoft.com/office/drawing/2014/main" id="{4A9B2AAC-9C80-6B25-0003-8B6693134F03}"/>
              </a:ext>
            </a:extLst>
          </p:cNvPr>
          <p:cNvSpPr>
            <a:spLocks noGrp="1"/>
          </p:cNvSpPr>
          <p:nvPr>
            <p:ph type="body" sz="quarter" idx="23" hasCustomPrompt="1"/>
          </p:nvPr>
        </p:nvSpPr>
        <p:spPr>
          <a:xfrm rot="16200000">
            <a:off x="-150710" y="3755181"/>
            <a:ext cx="1285876" cy="366817"/>
          </a:xfrm>
          <a:prstGeom prst="rect">
            <a:avLst/>
          </a:prstGeom>
        </p:spPr>
        <p:txBody>
          <a:bodyPr lIns="0" tIns="0" rIns="0" bIns="0" anchor="ctr" anchorCtr="0">
            <a:normAutofit/>
          </a:bodyPr>
          <a:lstStyle>
            <a:lvl1pPr algn="ctr">
              <a:lnSpc>
                <a:spcPct val="100000"/>
              </a:lnSpc>
              <a:spcBef>
                <a:spcPts val="0"/>
              </a:spcBef>
              <a:spcAft>
                <a:spcPts val="300"/>
              </a:spcAft>
              <a:defRPr lang="fr-FR" sz="1100" b="1" i="0" kern="1200" cap="all" spc="200" baseline="0" dirty="0">
                <a:solidFill>
                  <a:schemeClr val="accent1">
                    <a:lumMod val="75000"/>
                  </a:schemeClr>
                </a:solidFill>
                <a:latin typeface="Arial" panose="020B0604020202020204" pitchFamily="34" charset="0"/>
                <a:ea typeface="+mn-ea"/>
                <a:cs typeface="+mn-cs"/>
              </a:defRPr>
            </a:lvl1pPr>
          </a:lstStyle>
          <a:p>
            <a:pPr lvl="0"/>
            <a:r>
              <a:rPr lang="fr-FR" dirty="0"/>
              <a:t>YOUR </a:t>
            </a:r>
            <a:r>
              <a:rPr lang="fr-FR" dirty="0" err="1"/>
              <a:t>text</a:t>
            </a:r>
            <a:endParaRPr lang="fr-FR" dirty="0"/>
          </a:p>
        </p:txBody>
      </p:sp>
      <p:sp>
        <p:nvSpPr>
          <p:cNvPr id="45" name="Espace réservé du texte 22">
            <a:extLst>
              <a:ext uri="{FF2B5EF4-FFF2-40B4-BE49-F238E27FC236}">
                <a16:creationId xmlns:a16="http://schemas.microsoft.com/office/drawing/2014/main" id="{1A100114-3E25-725C-1B5F-12F86DA7B5AE}"/>
              </a:ext>
            </a:extLst>
          </p:cNvPr>
          <p:cNvSpPr>
            <a:spLocks noGrp="1"/>
          </p:cNvSpPr>
          <p:nvPr>
            <p:ph type="body" sz="quarter" idx="24" hasCustomPrompt="1"/>
          </p:nvPr>
        </p:nvSpPr>
        <p:spPr>
          <a:xfrm>
            <a:off x="722956" y="2102695"/>
            <a:ext cx="1194050" cy="366817"/>
          </a:xfrm>
          <a:prstGeom prst="rect">
            <a:avLst/>
          </a:prstGeom>
        </p:spPr>
        <p:txBody>
          <a:bodyPr lIns="0" tIns="0" rIns="0" bIns="0" anchor="ctr" anchorCtr="0">
            <a:normAutofit/>
          </a:bodyPr>
          <a:lstStyle>
            <a:lvl1pPr algn="ctr">
              <a:lnSpc>
                <a:spcPct val="100000"/>
              </a:lnSpc>
              <a:spcBef>
                <a:spcPts val="0"/>
              </a:spcBef>
              <a:spcAft>
                <a:spcPts val="300"/>
              </a:spcAft>
              <a:defRPr lang="fr-FR" sz="1100" b="1" i="0" kern="1200" cap="all" spc="200" baseline="0" dirty="0">
                <a:solidFill>
                  <a:schemeClr val="accent1">
                    <a:lumMod val="75000"/>
                  </a:schemeClr>
                </a:solidFill>
                <a:latin typeface="Arial" panose="020B0604020202020204" pitchFamily="34" charset="0"/>
                <a:ea typeface="+mn-ea"/>
                <a:cs typeface="+mn-cs"/>
              </a:defRPr>
            </a:lvl1pPr>
          </a:lstStyle>
          <a:p>
            <a:pPr lvl="0"/>
            <a:r>
              <a:rPr lang="fr-FR" dirty="0"/>
              <a:t>YOUR </a:t>
            </a:r>
            <a:r>
              <a:rPr lang="fr-FR" dirty="0" err="1"/>
              <a:t>text</a:t>
            </a:r>
            <a:endParaRPr lang="fr-FR" dirty="0"/>
          </a:p>
        </p:txBody>
      </p:sp>
      <p:sp>
        <p:nvSpPr>
          <p:cNvPr id="46" name="Espace réservé du texte 22">
            <a:extLst>
              <a:ext uri="{FF2B5EF4-FFF2-40B4-BE49-F238E27FC236}">
                <a16:creationId xmlns:a16="http://schemas.microsoft.com/office/drawing/2014/main" id="{EED34AD7-F5FB-AB92-1CAA-2AF2B10D310A}"/>
              </a:ext>
            </a:extLst>
          </p:cNvPr>
          <p:cNvSpPr>
            <a:spLocks noGrp="1"/>
          </p:cNvSpPr>
          <p:nvPr>
            <p:ph type="body" sz="quarter" idx="25" hasCustomPrompt="1"/>
          </p:nvPr>
        </p:nvSpPr>
        <p:spPr>
          <a:xfrm>
            <a:off x="2121532" y="2102695"/>
            <a:ext cx="1194050" cy="366817"/>
          </a:xfrm>
          <a:prstGeom prst="rect">
            <a:avLst/>
          </a:prstGeom>
        </p:spPr>
        <p:txBody>
          <a:bodyPr lIns="0" tIns="0" rIns="0" bIns="0" anchor="ctr" anchorCtr="0">
            <a:normAutofit/>
          </a:bodyPr>
          <a:lstStyle>
            <a:lvl1pPr algn="ctr">
              <a:lnSpc>
                <a:spcPct val="100000"/>
              </a:lnSpc>
              <a:spcBef>
                <a:spcPts val="0"/>
              </a:spcBef>
              <a:spcAft>
                <a:spcPts val="300"/>
              </a:spcAft>
              <a:defRPr lang="fr-FR" sz="1100" b="1" i="0" kern="1200" cap="all" spc="200" baseline="0" dirty="0">
                <a:solidFill>
                  <a:schemeClr val="tx2"/>
                </a:solidFill>
                <a:latin typeface="Arial" panose="020B0604020202020204" pitchFamily="34" charset="0"/>
                <a:ea typeface="+mn-ea"/>
                <a:cs typeface="+mn-cs"/>
              </a:defRPr>
            </a:lvl1pPr>
          </a:lstStyle>
          <a:p>
            <a:pPr lvl="0"/>
            <a:r>
              <a:rPr lang="fr-FR" dirty="0"/>
              <a:t>YOUR </a:t>
            </a:r>
            <a:r>
              <a:rPr lang="fr-FR" dirty="0" err="1"/>
              <a:t>text</a:t>
            </a:r>
            <a:endParaRPr lang="fr-FR" dirty="0"/>
          </a:p>
        </p:txBody>
      </p:sp>
      <p:sp>
        <p:nvSpPr>
          <p:cNvPr id="47" name="Espace réservé du texte 22">
            <a:extLst>
              <a:ext uri="{FF2B5EF4-FFF2-40B4-BE49-F238E27FC236}">
                <a16:creationId xmlns:a16="http://schemas.microsoft.com/office/drawing/2014/main" id="{565E0B0D-C2B1-2F38-6D5C-FAFF36BA08C3}"/>
              </a:ext>
            </a:extLst>
          </p:cNvPr>
          <p:cNvSpPr>
            <a:spLocks noGrp="1"/>
          </p:cNvSpPr>
          <p:nvPr>
            <p:ph type="body" sz="quarter" idx="26" hasCustomPrompt="1"/>
          </p:nvPr>
        </p:nvSpPr>
        <p:spPr>
          <a:xfrm>
            <a:off x="3520108" y="2102695"/>
            <a:ext cx="1194050" cy="366817"/>
          </a:xfrm>
          <a:prstGeom prst="rect">
            <a:avLst/>
          </a:prstGeom>
        </p:spPr>
        <p:txBody>
          <a:bodyPr lIns="0" tIns="0" rIns="0" bIns="0" anchor="ctr" anchorCtr="0">
            <a:normAutofit/>
          </a:bodyPr>
          <a:lstStyle>
            <a:lvl1pPr algn="ctr">
              <a:lnSpc>
                <a:spcPct val="100000"/>
              </a:lnSpc>
              <a:spcBef>
                <a:spcPts val="0"/>
              </a:spcBef>
              <a:spcAft>
                <a:spcPts val="300"/>
              </a:spcAft>
              <a:defRPr lang="fr-FR" sz="1100" b="1" i="0" kern="1200" cap="all" spc="200" baseline="0" dirty="0">
                <a:solidFill>
                  <a:schemeClr val="accent6"/>
                </a:solidFill>
                <a:latin typeface="Arial" panose="020B0604020202020204" pitchFamily="34" charset="0"/>
                <a:ea typeface="+mn-ea"/>
                <a:cs typeface="+mn-cs"/>
              </a:defRPr>
            </a:lvl1pPr>
          </a:lstStyle>
          <a:p>
            <a:pPr lvl="0"/>
            <a:r>
              <a:rPr lang="fr-FR" dirty="0"/>
              <a:t>YOUR </a:t>
            </a:r>
            <a:r>
              <a:rPr lang="fr-FR" dirty="0" err="1"/>
              <a:t>text</a:t>
            </a:r>
            <a:endParaRPr lang="fr-FR" dirty="0"/>
          </a:p>
        </p:txBody>
      </p:sp>
      <p:sp>
        <p:nvSpPr>
          <p:cNvPr id="48" name="Espace réservé du texte 22">
            <a:extLst>
              <a:ext uri="{FF2B5EF4-FFF2-40B4-BE49-F238E27FC236}">
                <a16:creationId xmlns:a16="http://schemas.microsoft.com/office/drawing/2014/main" id="{3438F9D1-F34B-436C-C9D2-58C68A9FA663}"/>
              </a:ext>
            </a:extLst>
          </p:cNvPr>
          <p:cNvSpPr>
            <a:spLocks noGrp="1"/>
          </p:cNvSpPr>
          <p:nvPr>
            <p:ph type="body" sz="quarter" idx="27" hasCustomPrompt="1"/>
          </p:nvPr>
        </p:nvSpPr>
        <p:spPr>
          <a:xfrm>
            <a:off x="4918684" y="2102695"/>
            <a:ext cx="1194050" cy="366817"/>
          </a:xfrm>
          <a:prstGeom prst="rect">
            <a:avLst/>
          </a:prstGeom>
        </p:spPr>
        <p:txBody>
          <a:bodyPr lIns="0" tIns="0" rIns="0" bIns="0" anchor="ctr" anchorCtr="0">
            <a:normAutofit/>
          </a:bodyPr>
          <a:lstStyle>
            <a:lvl1pPr algn="ctr">
              <a:lnSpc>
                <a:spcPct val="100000"/>
              </a:lnSpc>
              <a:spcBef>
                <a:spcPts val="0"/>
              </a:spcBef>
              <a:spcAft>
                <a:spcPts val="300"/>
              </a:spcAft>
              <a:defRPr lang="fr-FR" sz="1100" b="1" i="0" kern="1200" cap="all" spc="200" baseline="0" dirty="0">
                <a:solidFill>
                  <a:schemeClr val="accent1">
                    <a:lumMod val="75000"/>
                  </a:schemeClr>
                </a:solidFill>
                <a:latin typeface="Arial" panose="020B0604020202020204" pitchFamily="34" charset="0"/>
                <a:ea typeface="+mn-ea"/>
                <a:cs typeface="+mn-cs"/>
              </a:defRPr>
            </a:lvl1pPr>
          </a:lstStyle>
          <a:p>
            <a:pPr lvl="0"/>
            <a:r>
              <a:rPr lang="fr-FR" dirty="0"/>
              <a:t>YOUR </a:t>
            </a:r>
            <a:r>
              <a:rPr lang="fr-FR" dirty="0" err="1"/>
              <a:t>text</a:t>
            </a:r>
            <a:endParaRPr lang="fr-FR" dirty="0"/>
          </a:p>
        </p:txBody>
      </p:sp>
      <p:sp>
        <p:nvSpPr>
          <p:cNvPr id="49" name="Espace réservé du texte 22">
            <a:extLst>
              <a:ext uri="{FF2B5EF4-FFF2-40B4-BE49-F238E27FC236}">
                <a16:creationId xmlns:a16="http://schemas.microsoft.com/office/drawing/2014/main" id="{9398D062-5615-CCD2-A77C-B95D2716CC4A}"/>
              </a:ext>
            </a:extLst>
          </p:cNvPr>
          <p:cNvSpPr>
            <a:spLocks noGrp="1"/>
          </p:cNvSpPr>
          <p:nvPr>
            <p:ph type="body" sz="quarter" idx="28" hasCustomPrompt="1"/>
          </p:nvPr>
        </p:nvSpPr>
        <p:spPr>
          <a:xfrm>
            <a:off x="6317260" y="2102695"/>
            <a:ext cx="1194050" cy="366817"/>
          </a:xfrm>
          <a:prstGeom prst="rect">
            <a:avLst/>
          </a:prstGeom>
        </p:spPr>
        <p:txBody>
          <a:bodyPr lIns="0" tIns="0" rIns="0" bIns="0" anchor="ctr" anchorCtr="0">
            <a:normAutofit/>
          </a:bodyPr>
          <a:lstStyle>
            <a:lvl1pPr algn="ctr">
              <a:lnSpc>
                <a:spcPct val="100000"/>
              </a:lnSpc>
              <a:spcBef>
                <a:spcPts val="0"/>
              </a:spcBef>
              <a:spcAft>
                <a:spcPts val="300"/>
              </a:spcAft>
              <a:defRPr lang="fr-FR" sz="1100" b="1" i="0" kern="1200" cap="all" spc="200" baseline="0" dirty="0">
                <a:solidFill>
                  <a:schemeClr val="tx2"/>
                </a:solidFill>
                <a:latin typeface="Arial" panose="020B0604020202020204" pitchFamily="34" charset="0"/>
                <a:ea typeface="+mn-ea"/>
                <a:cs typeface="+mn-cs"/>
              </a:defRPr>
            </a:lvl1pPr>
          </a:lstStyle>
          <a:p>
            <a:pPr lvl="0"/>
            <a:r>
              <a:rPr lang="fr-FR" dirty="0"/>
              <a:t>YOUR </a:t>
            </a:r>
            <a:r>
              <a:rPr lang="fr-FR" dirty="0" err="1"/>
              <a:t>text</a:t>
            </a:r>
            <a:endParaRPr lang="fr-FR" dirty="0"/>
          </a:p>
        </p:txBody>
      </p:sp>
      <p:sp>
        <p:nvSpPr>
          <p:cNvPr id="50" name="Espace réservé du texte 22">
            <a:extLst>
              <a:ext uri="{FF2B5EF4-FFF2-40B4-BE49-F238E27FC236}">
                <a16:creationId xmlns:a16="http://schemas.microsoft.com/office/drawing/2014/main" id="{35A4DBC3-0391-1A2B-C0A3-A46658E0E7D4}"/>
              </a:ext>
            </a:extLst>
          </p:cNvPr>
          <p:cNvSpPr>
            <a:spLocks noGrp="1"/>
          </p:cNvSpPr>
          <p:nvPr>
            <p:ph type="body" sz="quarter" idx="29" hasCustomPrompt="1"/>
          </p:nvPr>
        </p:nvSpPr>
        <p:spPr>
          <a:xfrm>
            <a:off x="7715836" y="2102695"/>
            <a:ext cx="1194050" cy="366817"/>
          </a:xfrm>
          <a:prstGeom prst="rect">
            <a:avLst/>
          </a:prstGeom>
        </p:spPr>
        <p:txBody>
          <a:bodyPr lIns="0" tIns="0" rIns="0" bIns="0" anchor="ctr" anchorCtr="0">
            <a:normAutofit/>
          </a:bodyPr>
          <a:lstStyle>
            <a:lvl1pPr algn="ctr">
              <a:lnSpc>
                <a:spcPct val="100000"/>
              </a:lnSpc>
              <a:spcBef>
                <a:spcPts val="0"/>
              </a:spcBef>
              <a:spcAft>
                <a:spcPts val="300"/>
              </a:spcAft>
              <a:defRPr lang="fr-FR" sz="1100" b="1" i="0" kern="1200" cap="all" spc="200" baseline="0" dirty="0">
                <a:solidFill>
                  <a:schemeClr val="accent6"/>
                </a:solidFill>
                <a:latin typeface="Arial" panose="020B0604020202020204" pitchFamily="34" charset="0"/>
                <a:ea typeface="+mn-ea"/>
                <a:cs typeface="+mn-cs"/>
              </a:defRPr>
            </a:lvl1pPr>
          </a:lstStyle>
          <a:p>
            <a:pPr lvl="0"/>
            <a:r>
              <a:rPr lang="fr-FR" dirty="0"/>
              <a:t>YOUR </a:t>
            </a:r>
            <a:r>
              <a:rPr lang="fr-FR" dirty="0" err="1"/>
              <a:t>text</a:t>
            </a:r>
            <a:endParaRPr lang="fr-FR" dirty="0"/>
          </a:p>
        </p:txBody>
      </p:sp>
      <p:sp>
        <p:nvSpPr>
          <p:cNvPr id="51" name="Espace réservé du texte 22">
            <a:extLst>
              <a:ext uri="{FF2B5EF4-FFF2-40B4-BE49-F238E27FC236}">
                <a16:creationId xmlns:a16="http://schemas.microsoft.com/office/drawing/2014/main" id="{C90E900F-7FCA-83DB-8475-644A19453613}"/>
              </a:ext>
            </a:extLst>
          </p:cNvPr>
          <p:cNvSpPr>
            <a:spLocks noGrp="1"/>
          </p:cNvSpPr>
          <p:nvPr>
            <p:ph type="body" sz="quarter" idx="30" hasCustomPrompt="1"/>
          </p:nvPr>
        </p:nvSpPr>
        <p:spPr>
          <a:xfrm>
            <a:off x="9114412" y="2102695"/>
            <a:ext cx="1194050" cy="366817"/>
          </a:xfrm>
          <a:prstGeom prst="rect">
            <a:avLst/>
          </a:prstGeom>
        </p:spPr>
        <p:txBody>
          <a:bodyPr lIns="0" tIns="0" rIns="0" bIns="0" anchor="ctr" anchorCtr="0">
            <a:normAutofit/>
          </a:bodyPr>
          <a:lstStyle>
            <a:lvl1pPr algn="ctr">
              <a:lnSpc>
                <a:spcPct val="100000"/>
              </a:lnSpc>
              <a:spcBef>
                <a:spcPts val="0"/>
              </a:spcBef>
              <a:spcAft>
                <a:spcPts val="300"/>
              </a:spcAft>
              <a:defRPr lang="fr-FR" sz="1100" b="1" i="0" kern="1200" cap="all" spc="200" baseline="0" dirty="0">
                <a:solidFill>
                  <a:schemeClr val="accent1">
                    <a:lumMod val="75000"/>
                  </a:schemeClr>
                </a:solidFill>
                <a:latin typeface="Arial" panose="020B0604020202020204" pitchFamily="34" charset="0"/>
                <a:ea typeface="+mn-ea"/>
                <a:cs typeface="+mn-cs"/>
              </a:defRPr>
            </a:lvl1pPr>
          </a:lstStyle>
          <a:p>
            <a:pPr lvl="0"/>
            <a:r>
              <a:rPr lang="fr-FR" dirty="0"/>
              <a:t>YOUR </a:t>
            </a:r>
            <a:r>
              <a:rPr lang="fr-FR" dirty="0" err="1"/>
              <a:t>text</a:t>
            </a:r>
            <a:endParaRPr lang="fr-FR" dirty="0"/>
          </a:p>
        </p:txBody>
      </p:sp>
      <p:sp>
        <p:nvSpPr>
          <p:cNvPr id="52" name="Espace réservé du texte 22">
            <a:extLst>
              <a:ext uri="{FF2B5EF4-FFF2-40B4-BE49-F238E27FC236}">
                <a16:creationId xmlns:a16="http://schemas.microsoft.com/office/drawing/2014/main" id="{EC373DBB-D030-D085-05D5-3D718390CFB6}"/>
              </a:ext>
            </a:extLst>
          </p:cNvPr>
          <p:cNvSpPr>
            <a:spLocks noGrp="1"/>
          </p:cNvSpPr>
          <p:nvPr>
            <p:ph type="body" sz="quarter" idx="31" hasCustomPrompt="1"/>
          </p:nvPr>
        </p:nvSpPr>
        <p:spPr>
          <a:xfrm>
            <a:off x="10512988" y="2102695"/>
            <a:ext cx="1194050" cy="366817"/>
          </a:xfrm>
          <a:prstGeom prst="rect">
            <a:avLst/>
          </a:prstGeom>
        </p:spPr>
        <p:txBody>
          <a:bodyPr lIns="0" tIns="0" rIns="0" bIns="0" anchor="ctr" anchorCtr="0">
            <a:normAutofit/>
          </a:bodyPr>
          <a:lstStyle>
            <a:lvl1pPr algn="ctr">
              <a:lnSpc>
                <a:spcPct val="100000"/>
              </a:lnSpc>
              <a:spcBef>
                <a:spcPts val="0"/>
              </a:spcBef>
              <a:spcAft>
                <a:spcPts val="300"/>
              </a:spcAft>
              <a:defRPr lang="fr-FR" sz="1100" b="1" i="0" kern="1200" cap="all" spc="200" baseline="0" dirty="0">
                <a:solidFill>
                  <a:schemeClr val="tx2"/>
                </a:solidFill>
                <a:latin typeface="Arial" panose="020B0604020202020204" pitchFamily="34" charset="0"/>
                <a:ea typeface="+mn-ea"/>
                <a:cs typeface="+mn-cs"/>
              </a:defRPr>
            </a:lvl1pPr>
          </a:lstStyle>
          <a:p>
            <a:pPr lvl="0"/>
            <a:r>
              <a:rPr lang="fr-FR" dirty="0"/>
              <a:t>YOUR </a:t>
            </a:r>
            <a:r>
              <a:rPr lang="fr-FR" dirty="0" err="1"/>
              <a:t>text</a:t>
            </a:r>
            <a:endParaRPr lang="fr-FR" dirty="0"/>
          </a:p>
        </p:txBody>
      </p:sp>
      <p:sp>
        <p:nvSpPr>
          <p:cNvPr id="53" name="Espace réservé du texte 22">
            <a:extLst>
              <a:ext uri="{FF2B5EF4-FFF2-40B4-BE49-F238E27FC236}">
                <a16:creationId xmlns:a16="http://schemas.microsoft.com/office/drawing/2014/main" id="{636DF338-5078-D26F-1EC0-DD163B3EB418}"/>
              </a:ext>
            </a:extLst>
          </p:cNvPr>
          <p:cNvSpPr>
            <a:spLocks noGrp="1"/>
          </p:cNvSpPr>
          <p:nvPr>
            <p:ph type="body" sz="quarter" idx="32" hasCustomPrompt="1"/>
          </p:nvPr>
        </p:nvSpPr>
        <p:spPr>
          <a:xfrm rot="16200000">
            <a:off x="-150710" y="5277929"/>
            <a:ext cx="1285876" cy="366817"/>
          </a:xfrm>
          <a:prstGeom prst="rect">
            <a:avLst/>
          </a:prstGeom>
        </p:spPr>
        <p:txBody>
          <a:bodyPr lIns="0" tIns="0" rIns="0" bIns="0" anchor="ctr" anchorCtr="0">
            <a:normAutofit/>
          </a:bodyPr>
          <a:lstStyle>
            <a:lvl1pPr algn="ctr">
              <a:lnSpc>
                <a:spcPct val="100000"/>
              </a:lnSpc>
              <a:spcBef>
                <a:spcPts val="0"/>
              </a:spcBef>
              <a:spcAft>
                <a:spcPts val="300"/>
              </a:spcAft>
              <a:defRPr lang="fr-FR" sz="1100" b="1" i="0" kern="1200" cap="all" spc="200" baseline="0" dirty="0">
                <a:solidFill>
                  <a:schemeClr val="accent1">
                    <a:lumMod val="75000"/>
                  </a:schemeClr>
                </a:solidFill>
                <a:latin typeface="Arial" panose="020B0604020202020204" pitchFamily="34" charset="0"/>
                <a:ea typeface="+mn-ea"/>
                <a:cs typeface="+mn-cs"/>
              </a:defRPr>
            </a:lvl1pPr>
          </a:lstStyle>
          <a:p>
            <a:pPr lvl="0"/>
            <a:r>
              <a:rPr lang="fr-FR" dirty="0"/>
              <a:t>YOUR </a:t>
            </a:r>
            <a:r>
              <a:rPr lang="fr-FR" dirty="0" err="1"/>
              <a:t>text</a:t>
            </a:r>
            <a:endParaRPr lang="fr-FR" dirty="0"/>
          </a:p>
        </p:txBody>
      </p:sp>
      <p:sp>
        <p:nvSpPr>
          <p:cNvPr id="56" name="Espace réservé du texte 55">
            <a:extLst>
              <a:ext uri="{FF2B5EF4-FFF2-40B4-BE49-F238E27FC236}">
                <a16:creationId xmlns:a16="http://schemas.microsoft.com/office/drawing/2014/main" id="{CDEF99B0-8D69-0529-5D0E-809E32094C90}"/>
              </a:ext>
            </a:extLst>
          </p:cNvPr>
          <p:cNvSpPr>
            <a:spLocks noGrp="1"/>
          </p:cNvSpPr>
          <p:nvPr>
            <p:ph type="body" sz="quarter" idx="33" hasCustomPrompt="1"/>
          </p:nvPr>
        </p:nvSpPr>
        <p:spPr>
          <a:xfrm>
            <a:off x="1050106" y="2603177"/>
            <a:ext cx="539750" cy="539750"/>
          </a:xfrm>
          <a:prstGeom prst="roundRect">
            <a:avLst>
              <a:gd name="adj" fmla="val 4314"/>
            </a:avLst>
          </a:prstGeom>
          <a:solidFill>
            <a:schemeClr val="accent1"/>
          </a:solidFill>
        </p:spPr>
        <p:txBody>
          <a:bodyPr lIns="0" anchor="ctr" anchorCtr="0"/>
          <a:lstStyle>
            <a:lvl1pPr algn="ctr">
              <a:defRPr b="1" i="0" spc="300">
                <a:solidFill>
                  <a:schemeClr val="bg1"/>
                </a:solidFill>
                <a:latin typeface="Arial" panose="020B0604020202020204" pitchFamily="34" charset="0"/>
              </a:defRPr>
            </a:lvl1pPr>
          </a:lstStyle>
          <a:p>
            <a:pPr lvl="0"/>
            <a:r>
              <a:rPr lang="fr-FR" dirty="0"/>
              <a:t>01</a:t>
            </a:r>
          </a:p>
        </p:txBody>
      </p:sp>
      <p:sp>
        <p:nvSpPr>
          <p:cNvPr id="57" name="Espace réservé du texte 55">
            <a:extLst>
              <a:ext uri="{FF2B5EF4-FFF2-40B4-BE49-F238E27FC236}">
                <a16:creationId xmlns:a16="http://schemas.microsoft.com/office/drawing/2014/main" id="{535CA850-13B8-88F9-6043-35D0A7694F70}"/>
              </a:ext>
            </a:extLst>
          </p:cNvPr>
          <p:cNvSpPr>
            <a:spLocks noGrp="1"/>
          </p:cNvSpPr>
          <p:nvPr>
            <p:ph type="body" sz="quarter" idx="34" hasCustomPrompt="1"/>
          </p:nvPr>
        </p:nvSpPr>
        <p:spPr>
          <a:xfrm>
            <a:off x="2448682" y="2603177"/>
            <a:ext cx="539750" cy="539750"/>
          </a:xfrm>
          <a:prstGeom prst="roundRect">
            <a:avLst>
              <a:gd name="adj" fmla="val 4314"/>
            </a:avLst>
          </a:prstGeom>
          <a:solidFill>
            <a:schemeClr val="tx2"/>
          </a:solidFill>
        </p:spPr>
        <p:txBody>
          <a:bodyPr lIns="0" anchor="ctr" anchorCtr="0"/>
          <a:lstStyle>
            <a:lvl1pPr algn="ctr">
              <a:defRPr b="1" i="0" spc="300">
                <a:solidFill>
                  <a:schemeClr val="bg1"/>
                </a:solidFill>
                <a:latin typeface="Arial" panose="020B0604020202020204" pitchFamily="34" charset="0"/>
              </a:defRPr>
            </a:lvl1pPr>
          </a:lstStyle>
          <a:p>
            <a:pPr lvl="0"/>
            <a:r>
              <a:rPr lang="fr-FR" dirty="0"/>
              <a:t>02</a:t>
            </a:r>
          </a:p>
        </p:txBody>
      </p:sp>
      <p:sp>
        <p:nvSpPr>
          <p:cNvPr id="58" name="Espace réservé du texte 55">
            <a:extLst>
              <a:ext uri="{FF2B5EF4-FFF2-40B4-BE49-F238E27FC236}">
                <a16:creationId xmlns:a16="http://schemas.microsoft.com/office/drawing/2014/main" id="{B0B33938-86BF-433F-078A-9182A03E0478}"/>
              </a:ext>
            </a:extLst>
          </p:cNvPr>
          <p:cNvSpPr>
            <a:spLocks noGrp="1"/>
          </p:cNvSpPr>
          <p:nvPr>
            <p:ph type="body" sz="quarter" idx="35" hasCustomPrompt="1"/>
          </p:nvPr>
        </p:nvSpPr>
        <p:spPr>
          <a:xfrm>
            <a:off x="3847258" y="2603177"/>
            <a:ext cx="539750" cy="539750"/>
          </a:xfrm>
          <a:prstGeom prst="roundRect">
            <a:avLst>
              <a:gd name="adj" fmla="val 4314"/>
            </a:avLst>
          </a:prstGeom>
          <a:solidFill>
            <a:schemeClr val="accent6"/>
          </a:solidFill>
        </p:spPr>
        <p:txBody>
          <a:bodyPr lIns="0" anchor="ctr" anchorCtr="0"/>
          <a:lstStyle>
            <a:lvl1pPr algn="ctr">
              <a:defRPr b="1" i="0" spc="300">
                <a:solidFill>
                  <a:schemeClr val="bg1"/>
                </a:solidFill>
                <a:latin typeface="Arial" panose="020B0604020202020204" pitchFamily="34" charset="0"/>
              </a:defRPr>
            </a:lvl1pPr>
          </a:lstStyle>
          <a:p>
            <a:pPr lvl="0"/>
            <a:r>
              <a:rPr lang="fr-FR" dirty="0"/>
              <a:t>03</a:t>
            </a:r>
          </a:p>
        </p:txBody>
      </p:sp>
      <p:sp>
        <p:nvSpPr>
          <p:cNvPr id="59" name="Espace réservé du texte 55">
            <a:extLst>
              <a:ext uri="{FF2B5EF4-FFF2-40B4-BE49-F238E27FC236}">
                <a16:creationId xmlns:a16="http://schemas.microsoft.com/office/drawing/2014/main" id="{55626ADD-2F11-D4FB-7F5F-CC61EEA3BBB3}"/>
              </a:ext>
            </a:extLst>
          </p:cNvPr>
          <p:cNvSpPr>
            <a:spLocks noGrp="1"/>
          </p:cNvSpPr>
          <p:nvPr>
            <p:ph type="body" sz="quarter" idx="36" hasCustomPrompt="1"/>
          </p:nvPr>
        </p:nvSpPr>
        <p:spPr>
          <a:xfrm>
            <a:off x="5245834" y="2603177"/>
            <a:ext cx="539750" cy="539750"/>
          </a:xfrm>
          <a:prstGeom prst="roundRect">
            <a:avLst>
              <a:gd name="adj" fmla="val 4314"/>
            </a:avLst>
          </a:prstGeom>
          <a:solidFill>
            <a:schemeClr val="accent1"/>
          </a:solidFill>
        </p:spPr>
        <p:txBody>
          <a:bodyPr lIns="0" anchor="ctr" anchorCtr="0"/>
          <a:lstStyle>
            <a:lvl1pPr algn="ctr">
              <a:defRPr b="1" i="0" spc="300">
                <a:solidFill>
                  <a:schemeClr val="bg1"/>
                </a:solidFill>
                <a:latin typeface="Arial" panose="020B0604020202020204" pitchFamily="34" charset="0"/>
              </a:defRPr>
            </a:lvl1pPr>
          </a:lstStyle>
          <a:p>
            <a:pPr lvl="0"/>
            <a:r>
              <a:rPr lang="fr-FR" dirty="0"/>
              <a:t>04</a:t>
            </a:r>
          </a:p>
        </p:txBody>
      </p:sp>
      <p:sp>
        <p:nvSpPr>
          <p:cNvPr id="60" name="Espace réservé du texte 55">
            <a:extLst>
              <a:ext uri="{FF2B5EF4-FFF2-40B4-BE49-F238E27FC236}">
                <a16:creationId xmlns:a16="http://schemas.microsoft.com/office/drawing/2014/main" id="{F4C4AB78-AACF-13E5-5EFD-A4EED2411A5F}"/>
              </a:ext>
            </a:extLst>
          </p:cNvPr>
          <p:cNvSpPr>
            <a:spLocks noGrp="1"/>
          </p:cNvSpPr>
          <p:nvPr>
            <p:ph type="body" sz="quarter" idx="37" hasCustomPrompt="1"/>
          </p:nvPr>
        </p:nvSpPr>
        <p:spPr>
          <a:xfrm>
            <a:off x="6644410" y="2603177"/>
            <a:ext cx="539750" cy="539750"/>
          </a:xfrm>
          <a:prstGeom prst="roundRect">
            <a:avLst>
              <a:gd name="adj" fmla="val 4314"/>
            </a:avLst>
          </a:prstGeom>
          <a:solidFill>
            <a:schemeClr val="tx2"/>
          </a:solidFill>
        </p:spPr>
        <p:txBody>
          <a:bodyPr lIns="0" anchor="ctr" anchorCtr="0"/>
          <a:lstStyle>
            <a:lvl1pPr algn="ctr">
              <a:defRPr b="1" i="0" spc="300">
                <a:solidFill>
                  <a:schemeClr val="bg1"/>
                </a:solidFill>
                <a:latin typeface="Arial" panose="020B0604020202020204" pitchFamily="34" charset="0"/>
              </a:defRPr>
            </a:lvl1pPr>
          </a:lstStyle>
          <a:p>
            <a:pPr lvl="0"/>
            <a:r>
              <a:rPr lang="fr-FR" dirty="0"/>
              <a:t>05</a:t>
            </a:r>
          </a:p>
        </p:txBody>
      </p:sp>
      <p:sp>
        <p:nvSpPr>
          <p:cNvPr id="61" name="Espace réservé du texte 55">
            <a:extLst>
              <a:ext uri="{FF2B5EF4-FFF2-40B4-BE49-F238E27FC236}">
                <a16:creationId xmlns:a16="http://schemas.microsoft.com/office/drawing/2014/main" id="{E3267185-D86C-99CF-70B2-86C043625286}"/>
              </a:ext>
            </a:extLst>
          </p:cNvPr>
          <p:cNvSpPr>
            <a:spLocks noGrp="1"/>
          </p:cNvSpPr>
          <p:nvPr>
            <p:ph type="body" sz="quarter" idx="38" hasCustomPrompt="1"/>
          </p:nvPr>
        </p:nvSpPr>
        <p:spPr>
          <a:xfrm>
            <a:off x="8042986" y="2603177"/>
            <a:ext cx="539750" cy="539750"/>
          </a:xfrm>
          <a:prstGeom prst="roundRect">
            <a:avLst>
              <a:gd name="adj" fmla="val 4314"/>
            </a:avLst>
          </a:prstGeom>
          <a:solidFill>
            <a:schemeClr val="accent6"/>
          </a:solidFill>
        </p:spPr>
        <p:txBody>
          <a:bodyPr lIns="0" anchor="ctr" anchorCtr="0"/>
          <a:lstStyle>
            <a:lvl1pPr algn="ctr">
              <a:defRPr b="1" i="0" spc="300">
                <a:solidFill>
                  <a:schemeClr val="bg1"/>
                </a:solidFill>
                <a:latin typeface="Arial" panose="020B0604020202020204" pitchFamily="34" charset="0"/>
              </a:defRPr>
            </a:lvl1pPr>
          </a:lstStyle>
          <a:p>
            <a:pPr lvl="0"/>
            <a:r>
              <a:rPr lang="fr-FR" dirty="0"/>
              <a:t>06</a:t>
            </a:r>
          </a:p>
        </p:txBody>
      </p:sp>
      <p:sp>
        <p:nvSpPr>
          <p:cNvPr id="62" name="Espace réservé du texte 55">
            <a:extLst>
              <a:ext uri="{FF2B5EF4-FFF2-40B4-BE49-F238E27FC236}">
                <a16:creationId xmlns:a16="http://schemas.microsoft.com/office/drawing/2014/main" id="{BC76C59A-85C2-1ACD-BF60-5626987D32E4}"/>
              </a:ext>
            </a:extLst>
          </p:cNvPr>
          <p:cNvSpPr>
            <a:spLocks noGrp="1"/>
          </p:cNvSpPr>
          <p:nvPr>
            <p:ph type="body" sz="quarter" idx="39" hasCustomPrompt="1"/>
          </p:nvPr>
        </p:nvSpPr>
        <p:spPr>
          <a:xfrm>
            <a:off x="9441562" y="2603177"/>
            <a:ext cx="539750" cy="539750"/>
          </a:xfrm>
          <a:prstGeom prst="roundRect">
            <a:avLst>
              <a:gd name="adj" fmla="val 4314"/>
            </a:avLst>
          </a:prstGeom>
          <a:solidFill>
            <a:schemeClr val="accent1"/>
          </a:solidFill>
        </p:spPr>
        <p:txBody>
          <a:bodyPr lIns="0" anchor="ctr" anchorCtr="0"/>
          <a:lstStyle>
            <a:lvl1pPr algn="ctr">
              <a:defRPr b="1" i="0" spc="300">
                <a:solidFill>
                  <a:schemeClr val="bg1"/>
                </a:solidFill>
                <a:latin typeface="Arial" panose="020B0604020202020204" pitchFamily="34" charset="0"/>
              </a:defRPr>
            </a:lvl1pPr>
          </a:lstStyle>
          <a:p>
            <a:pPr lvl="0"/>
            <a:r>
              <a:rPr lang="fr-FR" dirty="0"/>
              <a:t>07</a:t>
            </a:r>
          </a:p>
        </p:txBody>
      </p:sp>
      <p:sp>
        <p:nvSpPr>
          <p:cNvPr id="63" name="Espace réservé du texte 55">
            <a:extLst>
              <a:ext uri="{FF2B5EF4-FFF2-40B4-BE49-F238E27FC236}">
                <a16:creationId xmlns:a16="http://schemas.microsoft.com/office/drawing/2014/main" id="{E2797EBC-8D13-7184-BD86-F6E95524D0A0}"/>
              </a:ext>
            </a:extLst>
          </p:cNvPr>
          <p:cNvSpPr>
            <a:spLocks noGrp="1"/>
          </p:cNvSpPr>
          <p:nvPr>
            <p:ph type="body" sz="quarter" idx="40" hasCustomPrompt="1"/>
          </p:nvPr>
        </p:nvSpPr>
        <p:spPr>
          <a:xfrm>
            <a:off x="10840138" y="2603177"/>
            <a:ext cx="539750" cy="539750"/>
          </a:xfrm>
          <a:prstGeom prst="roundRect">
            <a:avLst>
              <a:gd name="adj" fmla="val 4314"/>
            </a:avLst>
          </a:prstGeom>
          <a:solidFill>
            <a:schemeClr val="tx2"/>
          </a:solidFill>
        </p:spPr>
        <p:txBody>
          <a:bodyPr lIns="0" anchor="ctr" anchorCtr="0"/>
          <a:lstStyle>
            <a:lvl1pPr algn="ctr">
              <a:defRPr b="1" i="0" spc="300">
                <a:solidFill>
                  <a:schemeClr val="bg1"/>
                </a:solidFill>
                <a:latin typeface="Arial" panose="020B0604020202020204" pitchFamily="34" charset="0"/>
              </a:defRPr>
            </a:lvl1pPr>
          </a:lstStyle>
          <a:p>
            <a:pPr lvl="0"/>
            <a:r>
              <a:rPr lang="fr-FR" dirty="0"/>
              <a:t>08</a:t>
            </a:r>
          </a:p>
        </p:txBody>
      </p:sp>
      <p:sp>
        <p:nvSpPr>
          <p:cNvPr id="64" name="Espace réservé du texte 22">
            <a:extLst>
              <a:ext uri="{FF2B5EF4-FFF2-40B4-BE49-F238E27FC236}">
                <a16:creationId xmlns:a16="http://schemas.microsoft.com/office/drawing/2014/main" id="{18BF2B58-DA87-D465-ADB8-69E4BC542D27}"/>
              </a:ext>
            </a:extLst>
          </p:cNvPr>
          <p:cNvSpPr>
            <a:spLocks noGrp="1"/>
          </p:cNvSpPr>
          <p:nvPr>
            <p:ph type="body" sz="quarter" idx="18" hasCustomPrompt="1"/>
          </p:nvPr>
        </p:nvSpPr>
        <p:spPr>
          <a:xfrm>
            <a:off x="722956" y="3416249"/>
            <a:ext cx="1194050" cy="1115110"/>
          </a:xfrm>
          <a:prstGeom prst="rect">
            <a:avLst/>
          </a:prstGeom>
        </p:spPr>
        <p:txBody>
          <a:bodyPr>
            <a:normAutofit/>
          </a:bodyPr>
          <a:lstStyle>
            <a:lvl1pPr marL="0" marR="0" indent="176213" algn="l" defTabSz="72000" rtl="0" eaLnBrk="1" fontAlgn="auto" latinLnBrk="0" hangingPunct="1">
              <a:lnSpc>
                <a:spcPct val="120000"/>
              </a:lnSpc>
              <a:spcBef>
                <a:spcPts val="800"/>
              </a:spcBef>
              <a:spcAft>
                <a:spcPts val="0"/>
              </a:spcAft>
              <a:buClr>
                <a:schemeClr val="accent1"/>
              </a:buClr>
              <a:buSzTx/>
              <a:buFont typeface="Wingdings" panose="05000000000000000000" pitchFamily="2" charset="2"/>
              <a:buNone/>
              <a:tabLst/>
              <a:defRPr sz="1050" b="1" i="0">
                <a:solidFill>
                  <a:schemeClr val="accent6"/>
                </a:solidFill>
                <a:latin typeface="Arial" panose="020B0604020202020204" pitchFamily="34" charset="0"/>
              </a:defRPr>
            </a:lvl1pPr>
          </a:lstStyle>
          <a:p>
            <a:pPr lvl="0"/>
            <a:r>
              <a:rPr lang="fr-FR" dirty="0"/>
              <a:t>Your </a:t>
            </a:r>
            <a:r>
              <a:rPr lang="fr-FR" dirty="0" err="1"/>
              <a:t>text</a:t>
            </a:r>
            <a:endParaRPr lang="fr-FR" dirty="0"/>
          </a:p>
          <a:p>
            <a:pPr marL="0" marR="0" lvl="0" indent="176213" algn="l" defTabSz="72000" rtl="0" eaLnBrk="1" fontAlgn="auto" latinLnBrk="0" hangingPunct="1">
              <a:lnSpc>
                <a:spcPct val="120000"/>
              </a:lnSpc>
              <a:spcBef>
                <a:spcPts val="800"/>
              </a:spcBef>
              <a:spcAft>
                <a:spcPts val="0"/>
              </a:spcAft>
              <a:buClr>
                <a:schemeClr val="accent1"/>
              </a:buClr>
              <a:buSzTx/>
              <a:buFont typeface="Wingdings" panose="05000000000000000000" pitchFamily="2" charset="2"/>
              <a:buChar char="§"/>
              <a:tabLst/>
              <a:defRPr/>
            </a:pPr>
            <a:r>
              <a:rPr lang="fr-FR" dirty="0"/>
              <a:t>Your </a:t>
            </a:r>
            <a:r>
              <a:rPr lang="fr-FR" dirty="0" err="1"/>
              <a:t>text</a:t>
            </a:r>
            <a:endParaRPr lang="fr-FR" dirty="0"/>
          </a:p>
          <a:p>
            <a:pPr marL="0" marR="0" lvl="0" indent="176213" algn="l" defTabSz="72000" rtl="0" eaLnBrk="1" fontAlgn="auto" latinLnBrk="0" hangingPunct="1">
              <a:lnSpc>
                <a:spcPct val="120000"/>
              </a:lnSpc>
              <a:spcBef>
                <a:spcPts val="800"/>
              </a:spcBef>
              <a:spcAft>
                <a:spcPts val="0"/>
              </a:spcAft>
              <a:buClr>
                <a:schemeClr val="accent1"/>
              </a:buClr>
              <a:buSzTx/>
              <a:buFont typeface="Wingdings" panose="05000000000000000000" pitchFamily="2" charset="2"/>
              <a:buChar char="§"/>
              <a:tabLst/>
              <a:defRPr/>
            </a:pPr>
            <a:r>
              <a:rPr lang="fr-FR" dirty="0"/>
              <a:t>Your </a:t>
            </a:r>
            <a:r>
              <a:rPr lang="fr-FR" dirty="0" err="1"/>
              <a:t>text</a:t>
            </a:r>
            <a:endParaRPr lang="fr-FR" dirty="0"/>
          </a:p>
          <a:p>
            <a:pPr marL="0" marR="0" lvl="0" indent="176213" algn="l" defTabSz="72000" rtl="0" eaLnBrk="1" fontAlgn="auto" latinLnBrk="0" hangingPunct="1">
              <a:lnSpc>
                <a:spcPct val="120000"/>
              </a:lnSpc>
              <a:spcBef>
                <a:spcPts val="800"/>
              </a:spcBef>
              <a:spcAft>
                <a:spcPts val="0"/>
              </a:spcAft>
              <a:buClr>
                <a:schemeClr val="accent1"/>
              </a:buClr>
              <a:buSzTx/>
              <a:buFont typeface="Wingdings" panose="05000000000000000000" pitchFamily="2" charset="2"/>
              <a:buChar char="§"/>
              <a:tabLst/>
              <a:defRPr/>
            </a:pPr>
            <a:r>
              <a:rPr lang="fr-FR" dirty="0"/>
              <a:t>Your </a:t>
            </a:r>
            <a:r>
              <a:rPr lang="fr-FR" dirty="0" err="1"/>
              <a:t>text</a:t>
            </a:r>
            <a:endParaRPr lang="fr-FR" dirty="0"/>
          </a:p>
          <a:p>
            <a:pPr lvl="0"/>
            <a:endParaRPr lang="fr-FR" dirty="0"/>
          </a:p>
        </p:txBody>
      </p:sp>
      <p:sp>
        <p:nvSpPr>
          <p:cNvPr id="65" name="Espace réservé du texte 22">
            <a:extLst>
              <a:ext uri="{FF2B5EF4-FFF2-40B4-BE49-F238E27FC236}">
                <a16:creationId xmlns:a16="http://schemas.microsoft.com/office/drawing/2014/main" id="{FC339FE3-60BE-F181-2AE0-9BAAC0C37B61}"/>
              </a:ext>
            </a:extLst>
          </p:cNvPr>
          <p:cNvSpPr>
            <a:spLocks noGrp="1"/>
          </p:cNvSpPr>
          <p:nvPr>
            <p:ph type="body" sz="quarter" idx="41" hasCustomPrompt="1"/>
          </p:nvPr>
        </p:nvSpPr>
        <p:spPr>
          <a:xfrm>
            <a:off x="722956" y="4907977"/>
            <a:ext cx="1194050" cy="1115110"/>
          </a:xfrm>
          <a:prstGeom prst="rect">
            <a:avLst/>
          </a:prstGeom>
        </p:spPr>
        <p:txBody>
          <a:bodyPr>
            <a:normAutofit/>
          </a:bodyPr>
          <a:lstStyle>
            <a:lvl1pPr marL="0" marR="0" indent="176213" algn="l" defTabSz="72000" rtl="0" eaLnBrk="1" fontAlgn="auto" latinLnBrk="0" hangingPunct="1">
              <a:lnSpc>
                <a:spcPct val="120000"/>
              </a:lnSpc>
              <a:spcBef>
                <a:spcPts val="800"/>
              </a:spcBef>
              <a:spcAft>
                <a:spcPts val="0"/>
              </a:spcAft>
              <a:buClr>
                <a:schemeClr val="accent1"/>
              </a:buClr>
              <a:buSzTx/>
              <a:buFont typeface="Wingdings" panose="05000000000000000000" pitchFamily="2" charset="2"/>
              <a:buChar char="§"/>
              <a:tabLst/>
              <a:defRPr sz="1050" b="1" i="0">
                <a:solidFill>
                  <a:schemeClr val="accent6"/>
                </a:solidFill>
                <a:latin typeface="Arial" panose="020B0604020202020204" pitchFamily="34" charset="0"/>
              </a:defRPr>
            </a:lvl1pPr>
          </a:lstStyle>
          <a:p>
            <a:pPr lvl="0"/>
            <a:r>
              <a:rPr lang="fr-FR" dirty="0"/>
              <a:t>Your </a:t>
            </a:r>
            <a:r>
              <a:rPr lang="fr-FR" dirty="0" err="1"/>
              <a:t>text</a:t>
            </a:r>
            <a:endParaRPr lang="fr-FR" dirty="0"/>
          </a:p>
          <a:p>
            <a:pPr marL="0" marR="0" lvl="0" indent="176213" algn="l" defTabSz="72000" rtl="0" eaLnBrk="1" fontAlgn="auto" latinLnBrk="0" hangingPunct="1">
              <a:lnSpc>
                <a:spcPct val="120000"/>
              </a:lnSpc>
              <a:spcBef>
                <a:spcPts val="800"/>
              </a:spcBef>
              <a:spcAft>
                <a:spcPts val="0"/>
              </a:spcAft>
              <a:buClr>
                <a:schemeClr val="accent1"/>
              </a:buClr>
              <a:buSzTx/>
              <a:buFont typeface="Wingdings" panose="05000000000000000000" pitchFamily="2" charset="2"/>
              <a:buChar char="§"/>
              <a:tabLst/>
              <a:defRPr/>
            </a:pPr>
            <a:r>
              <a:rPr lang="fr-FR" dirty="0"/>
              <a:t>Your </a:t>
            </a:r>
            <a:r>
              <a:rPr lang="fr-FR" dirty="0" err="1"/>
              <a:t>text</a:t>
            </a:r>
            <a:endParaRPr lang="fr-FR" dirty="0"/>
          </a:p>
          <a:p>
            <a:pPr marL="0" marR="0" lvl="0" indent="176213" algn="l" defTabSz="72000" rtl="0" eaLnBrk="1" fontAlgn="auto" latinLnBrk="0" hangingPunct="1">
              <a:lnSpc>
                <a:spcPct val="120000"/>
              </a:lnSpc>
              <a:spcBef>
                <a:spcPts val="800"/>
              </a:spcBef>
              <a:spcAft>
                <a:spcPts val="0"/>
              </a:spcAft>
              <a:buClr>
                <a:schemeClr val="accent1"/>
              </a:buClr>
              <a:buSzTx/>
              <a:buFont typeface="Wingdings" panose="05000000000000000000" pitchFamily="2" charset="2"/>
              <a:buChar char="§"/>
              <a:tabLst/>
              <a:defRPr/>
            </a:pPr>
            <a:r>
              <a:rPr lang="fr-FR" dirty="0"/>
              <a:t>Your </a:t>
            </a:r>
            <a:r>
              <a:rPr lang="fr-FR" dirty="0" err="1"/>
              <a:t>text</a:t>
            </a:r>
            <a:endParaRPr lang="fr-FR" dirty="0"/>
          </a:p>
          <a:p>
            <a:pPr marL="0" marR="0" lvl="0" indent="176213" algn="l" defTabSz="72000" rtl="0" eaLnBrk="1" fontAlgn="auto" latinLnBrk="0" hangingPunct="1">
              <a:lnSpc>
                <a:spcPct val="120000"/>
              </a:lnSpc>
              <a:spcBef>
                <a:spcPts val="800"/>
              </a:spcBef>
              <a:spcAft>
                <a:spcPts val="0"/>
              </a:spcAft>
              <a:buClr>
                <a:schemeClr val="accent1"/>
              </a:buClr>
              <a:buSzTx/>
              <a:buFont typeface="Wingdings" panose="05000000000000000000" pitchFamily="2" charset="2"/>
              <a:buChar char="§"/>
              <a:tabLst/>
              <a:defRPr/>
            </a:pPr>
            <a:r>
              <a:rPr lang="fr-FR" dirty="0"/>
              <a:t>Your </a:t>
            </a:r>
            <a:r>
              <a:rPr lang="fr-FR" dirty="0" err="1"/>
              <a:t>text</a:t>
            </a:r>
            <a:endParaRPr lang="fr-FR" dirty="0"/>
          </a:p>
        </p:txBody>
      </p:sp>
      <p:sp>
        <p:nvSpPr>
          <p:cNvPr id="66" name="Espace réservé du texte 22">
            <a:extLst>
              <a:ext uri="{FF2B5EF4-FFF2-40B4-BE49-F238E27FC236}">
                <a16:creationId xmlns:a16="http://schemas.microsoft.com/office/drawing/2014/main" id="{D770322B-5201-2668-F891-B228F7023528}"/>
              </a:ext>
            </a:extLst>
          </p:cNvPr>
          <p:cNvSpPr>
            <a:spLocks noGrp="1"/>
          </p:cNvSpPr>
          <p:nvPr>
            <p:ph type="body" sz="quarter" idx="42" hasCustomPrompt="1"/>
          </p:nvPr>
        </p:nvSpPr>
        <p:spPr>
          <a:xfrm>
            <a:off x="2121532" y="3416249"/>
            <a:ext cx="1194050" cy="1115110"/>
          </a:xfrm>
          <a:prstGeom prst="rect">
            <a:avLst/>
          </a:prstGeom>
        </p:spPr>
        <p:txBody>
          <a:bodyPr>
            <a:normAutofit/>
          </a:bodyPr>
          <a:lstStyle>
            <a:lvl1pPr marL="0" marR="0" indent="176213" algn="l" defTabSz="72000" rtl="0" eaLnBrk="1" fontAlgn="auto" latinLnBrk="0" hangingPunct="1">
              <a:lnSpc>
                <a:spcPct val="120000"/>
              </a:lnSpc>
              <a:spcBef>
                <a:spcPts val="800"/>
              </a:spcBef>
              <a:spcAft>
                <a:spcPts val="0"/>
              </a:spcAft>
              <a:buClr>
                <a:schemeClr val="accent1"/>
              </a:buClr>
              <a:buSzTx/>
              <a:buFont typeface="Wingdings" panose="05000000000000000000" pitchFamily="2" charset="2"/>
              <a:buChar char="§"/>
              <a:tabLst/>
              <a:defRPr sz="1050" b="1" i="0">
                <a:solidFill>
                  <a:schemeClr val="accent6"/>
                </a:solidFill>
                <a:latin typeface="Arial" panose="020B0604020202020204" pitchFamily="34" charset="0"/>
              </a:defRPr>
            </a:lvl1pPr>
          </a:lstStyle>
          <a:p>
            <a:pPr lvl="0"/>
            <a:r>
              <a:rPr lang="fr-FR" dirty="0"/>
              <a:t>Your </a:t>
            </a:r>
            <a:r>
              <a:rPr lang="fr-FR" dirty="0" err="1"/>
              <a:t>text</a:t>
            </a:r>
            <a:endParaRPr lang="fr-FR" dirty="0"/>
          </a:p>
          <a:p>
            <a:pPr marL="0" marR="0" lvl="0" indent="176213" algn="l" defTabSz="72000" rtl="0" eaLnBrk="1" fontAlgn="auto" latinLnBrk="0" hangingPunct="1">
              <a:lnSpc>
                <a:spcPct val="120000"/>
              </a:lnSpc>
              <a:spcBef>
                <a:spcPts val="800"/>
              </a:spcBef>
              <a:spcAft>
                <a:spcPts val="0"/>
              </a:spcAft>
              <a:buClr>
                <a:schemeClr val="accent1"/>
              </a:buClr>
              <a:buSzTx/>
              <a:buFont typeface="Wingdings" panose="05000000000000000000" pitchFamily="2" charset="2"/>
              <a:buChar char="§"/>
              <a:tabLst/>
              <a:defRPr/>
            </a:pPr>
            <a:r>
              <a:rPr lang="fr-FR" dirty="0"/>
              <a:t>Your </a:t>
            </a:r>
            <a:r>
              <a:rPr lang="fr-FR" dirty="0" err="1"/>
              <a:t>text</a:t>
            </a:r>
            <a:endParaRPr lang="fr-FR" dirty="0"/>
          </a:p>
          <a:p>
            <a:pPr marL="0" marR="0" lvl="0" indent="176213" algn="l" defTabSz="72000" rtl="0" eaLnBrk="1" fontAlgn="auto" latinLnBrk="0" hangingPunct="1">
              <a:lnSpc>
                <a:spcPct val="120000"/>
              </a:lnSpc>
              <a:spcBef>
                <a:spcPts val="800"/>
              </a:spcBef>
              <a:spcAft>
                <a:spcPts val="0"/>
              </a:spcAft>
              <a:buClr>
                <a:schemeClr val="accent1"/>
              </a:buClr>
              <a:buSzTx/>
              <a:buFont typeface="Wingdings" panose="05000000000000000000" pitchFamily="2" charset="2"/>
              <a:buChar char="§"/>
              <a:tabLst/>
              <a:defRPr/>
            </a:pPr>
            <a:r>
              <a:rPr lang="fr-FR" dirty="0"/>
              <a:t>Your </a:t>
            </a:r>
            <a:r>
              <a:rPr lang="fr-FR" dirty="0" err="1"/>
              <a:t>text</a:t>
            </a:r>
            <a:endParaRPr lang="fr-FR" dirty="0"/>
          </a:p>
          <a:p>
            <a:pPr marL="0" marR="0" lvl="0" indent="176213" algn="l" defTabSz="72000" rtl="0" eaLnBrk="1" fontAlgn="auto" latinLnBrk="0" hangingPunct="1">
              <a:lnSpc>
                <a:spcPct val="120000"/>
              </a:lnSpc>
              <a:spcBef>
                <a:spcPts val="800"/>
              </a:spcBef>
              <a:spcAft>
                <a:spcPts val="0"/>
              </a:spcAft>
              <a:buClr>
                <a:schemeClr val="accent1"/>
              </a:buClr>
              <a:buSzTx/>
              <a:buFont typeface="Wingdings" panose="05000000000000000000" pitchFamily="2" charset="2"/>
              <a:buChar char="§"/>
              <a:tabLst/>
              <a:defRPr/>
            </a:pPr>
            <a:r>
              <a:rPr lang="fr-FR" dirty="0"/>
              <a:t>Your </a:t>
            </a:r>
            <a:r>
              <a:rPr lang="fr-FR" dirty="0" err="1"/>
              <a:t>text</a:t>
            </a:r>
            <a:endParaRPr lang="fr-FR" dirty="0"/>
          </a:p>
          <a:p>
            <a:pPr lvl="0"/>
            <a:endParaRPr lang="fr-FR" dirty="0"/>
          </a:p>
        </p:txBody>
      </p:sp>
      <p:sp>
        <p:nvSpPr>
          <p:cNvPr id="67" name="Espace réservé du texte 22">
            <a:extLst>
              <a:ext uri="{FF2B5EF4-FFF2-40B4-BE49-F238E27FC236}">
                <a16:creationId xmlns:a16="http://schemas.microsoft.com/office/drawing/2014/main" id="{8A8AF367-3E08-4184-7924-3F23F92DE1D2}"/>
              </a:ext>
            </a:extLst>
          </p:cNvPr>
          <p:cNvSpPr>
            <a:spLocks noGrp="1"/>
          </p:cNvSpPr>
          <p:nvPr>
            <p:ph type="body" sz="quarter" idx="43" hasCustomPrompt="1"/>
          </p:nvPr>
        </p:nvSpPr>
        <p:spPr>
          <a:xfrm>
            <a:off x="2121532" y="4907977"/>
            <a:ext cx="1194050" cy="1115110"/>
          </a:xfrm>
          <a:prstGeom prst="rect">
            <a:avLst/>
          </a:prstGeom>
        </p:spPr>
        <p:txBody>
          <a:bodyPr>
            <a:normAutofit/>
          </a:bodyPr>
          <a:lstStyle>
            <a:lvl1pPr marL="0" marR="0" indent="176213" algn="l" defTabSz="72000" rtl="0" eaLnBrk="1" fontAlgn="auto" latinLnBrk="0" hangingPunct="1">
              <a:lnSpc>
                <a:spcPct val="120000"/>
              </a:lnSpc>
              <a:spcBef>
                <a:spcPts val="800"/>
              </a:spcBef>
              <a:spcAft>
                <a:spcPts val="0"/>
              </a:spcAft>
              <a:buClr>
                <a:schemeClr val="accent1"/>
              </a:buClr>
              <a:buSzTx/>
              <a:buFont typeface="Wingdings" panose="05000000000000000000" pitchFamily="2" charset="2"/>
              <a:buChar char="§"/>
              <a:tabLst/>
              <a:defRPr sz="1050" b="1" i="0">
                <a:solidFill>
                  <a:schemeClr val="accent6"/>
                </a:solidFill>
                <a:latin typeface="Arial" panose="020B0604020202020204" pitchFamily="34" charset="0"/>
              </a:defRPr>
            </a:lvl1pPr>
          </a:lstStyle>
          <a:p>
            <a:pPr lvl="0"/>
            <a:r>
              <a:rPr lang="fr-FR" dirty="0"/>
              <a:t>Your </a:t>
            </a:r>
            <a:r>
              <a:rPr lang="fr-FR" dirty="0" err="1"/>
              <a:t>text</a:t>
            </a:r>
            <a:endParaRPr lang="fr-FR" dirty="0"/>
          </a:p>
          <a:p>
            <a:pPr marL="0" marR="0" lvl="0" indent="176213" algn="l" defTabSz="72000" rtl="0" eaLnBrk="1" fontAlgn="auto" latinLnBrk="0" hangingPunct="1">
              <a:lnSpc>
                <a:spcPct val="120000"/>
              </a:lnSpc>
              <a:spcBef>
                <a:spcPts val="800"/>
              </a:spcBef>
              <a:spcAft>
                <a:spcPts val="0"/>
              </a:spcAft>
              <a:buClr>
                <a:schemeClr val="accent1"/>
              </a:buClr>
              <a:buSzTx/>
              <a:buFont typeface="Wingdings" panose="05000000000000000000" pitchFamily="2" charset="2"/>
              <a:buChar char="§"/>
              <a:tabLst/>
              <a:defRPr/>
            </a:pPr>
            <a:r>
              <a:rPr lang="fr-FR" dirty="0"/>
              <a:t>Your </a:t>
            </a:r>
            <a:r>
              <a:rPr lang="fr-FR" dirty="0" err="1"/>
              <a:t>text</a:t>
            </a:r>
            <a:endParaRPr lang="fr-FR" dirty="0"/>
          </a:p>
          <a:p>
            <a:pPr marL="0" marR="0" lvl="0" indent="176213" algn="l" defTabSz="72000" rtl="0" eaLnBrk="1" fontAlgn="auto" latinLnBrk="0" hangingPunct="1">
              <a:lnSpc>
                <a:spcPct val="120000"/>
              </a:lnSpc>
              <a:spcBef>
                <a:spcPts val="800"/>
              </a:spcBef>
              <a:spcAft>
                <a:spcPts val="0"/>
              </a:spcAft>
              <a:buClr>
                <a:schemeClr val="accent1"/>
              </a:buClr>
              <a:buSzTx/>
              <a:buFont typeface="Wingdings" panose="05000000000000000000" pitchFamily="2" charset="2"/>
              <a:buChar char="§"/>
              <a:tabLst/>
              <a:defRPr/>
            </a:pPr>
            <a:r>
              <a:rPr lang="fr-FR" dirty="0"/>
              <a:t>Your </a:t>
            </a:r>
            <a:r>
              <a:rPr lang="fr-FR" dirty="0" err="1"/>
              <a:t>text</a:t>
            </a:r>
            <a:endParaRPr lang="fr-FR" dirty="0"/>
          </a:p>
          <a:p>
            <a:pPr marL="0" marR="0" lvl="0" indent="176213" algn="l" defTabSz="72000" rtl="0" eaLnBrk="1" fontAlgn="auto" latinLnBrk="0" hangingPunct="1">
              <a:lnSpc>
                <a:spcPct val="120000"/>
              </a:lnSpc>
              <a:spcBef>
                <a:spcPts val="800"/>
              </a:spcBef>
              <a:spcAft>
                <a:spcPts val="0"/>
              </a:spcAft>
              <a:buClr>
                <a:schemeClr val="accent1"/>
              </a:buClr>
              <a:buSzTx/>
              <a:buFont typeface="Wingdings" panose="05000000000000000000" pitchFamily="2" charset="2"/>
              <a:buChar char="§"/>
              <a:tabLst/>
              <a:defRPr/>
            </a:pPr>
            <a:r>
              <a:rPr lang="fr-FR" dirty="0"/>
              <a:t>Your </a:t>
            </a:r>
            <a:r>
              <a:rPr lang="fr-FR" dirty="0" err="1"/>
              <a:t>text</a:t>
            </a:r>
            <a:endParaRPr lang="fr-FR" dirty="0"/>
          </a:p>
          <a:p>
            <a:pPr lvl="0"/>
            <a:endParaRPr lang="fr-FR" dirty="0"/>
          </a:p>
        </p:txBody>
      </p:sp>
      <p:sp>
        <p:nvSpPr>
          <p:cNvPr id="68" name="Espace réservé du texte 22">
            <a:extLst>
              <a:ext uri="{FF2B5EF4-FFF2-40B4-BE49-F238E27FC236}">
                <a16:creationId xmlns:a16="http://schemas.microsoft.com/office/drawing/2014/main" id="{1A42E9D3-E8A7-FAC3-DBFE-6EA4460F1A47}"/>
              </a:ext>
            </a:extLst>
          </p:cNvPr>
          <p:cNvSpPr>
            <a:spLocks noGrp="1"/>
          </p:cNvSpPr>
          <p:nvPr>
            <p:ph type="body" sz="quarter" idx="44" hasCustomPrompt="1"/>
          </p:nvPr>
        </p:nvSpPr>
        <p:spPr>
          <a:xfrm>
            <a:off x="3520108" y="3416249"/>
            <a:ext cx="1194050" cy="1115110"/>
          </a:xfrm>
          <a:prstGeom prst="rect">
            <a:avLst/>
          </a:prstGeom>
        </p:spPr>
        <p:txBody>
          <a:bodyPr>
            <a:normAutofit/>
          </a:bodyPr>
          <a:lstStyle>
            <a:lvl1pPr marL="0" marR="0" indent="176213" algn="l" defTabSz="72000" rtl="0" eaLnBrk="1" fontAlgn="auto" latinLnBrk="0" hangingPunct="1">
              <a:lnSpc>
                <a:spcPct val="120000"/>
              </a:lnSpc>
              <a:spcBef>
                <a:spcPts val="800"/>
              </a:spcBef>
              <a:spcAft>
                <a:spcPts val="0"/>
              </a:spcAft>
              <a:buClr>
                <a:schemeClr val="accent1"/>
              </a:buClr>
              <a:buSzTx/>
              <a:buFont typeface="Wingdings" panose="05000000000000000000" pitchFamily="2" charset="2"/>
              <a:buChar char="§"/>
              <a:tabLst/>
              <a:defRPr sz="1050" b="1" i="0">
                <a:solidFill>
                  <a:schemeClr val="accent6"/>
                </a:solidFill>
                <a:latin typeface="Arial" panose="020B0604020202020204" pitchFamily="34" charset="0"/>
              </a:defRPr>
            </a:lvl1pPr>
          </a:lstStyle>
          <a:p>
            <a:pPr lvl="0"/>
            <a:r>
              <a:rPr lang="fr-FR" dirty="0"/>
              <a:t>Your </a:t>
            </a:r>
            <a:r>
              <a:rPr lang="fr-FR" dirty="0" err="1"/>
              <a:t>text</a:t>
            </a:r>
            <a:endParaRPr lang="fr-FR" dirty="0"/>
          </a:p>
          <a:p>
            <a:pPr marL="0" marR="0" lvl="0" indent="176213" algn="l" defTabSz="72000" rtl="0" eaLnBrk="1" fontAlgn="auto" latinLnBrk="0" hangingPunct="1">
              <a:lnSpc>
                <a:spcPct val="120000"/>
              </a:lnSpc>
              <a:spcBef>
                <a:spcPts val="800"/>
              </a:spcBef>
              <a:spcAft>
                <a:spcPts val="0"/>
              </a:spcAft>
              <a:buClr>
                <a:schemeClr val="accent1"/>
              </a:buClr>
              <a:buSzTx/>
              <a:buFont typeface="Wingdings" panose="05000000000000000000" pitchFamily="2" charset="2"/>
              <a:buChar char="§"/>
              <a:tabLst/>
              <a:defRPr/>
            </a:pPr>
            <a:r>
              <a:rPr lang="fr-FR" dirty="0"/>
              <a:t>Your </a:t>
            </a:r>
            <a:r>
              <a:rPr lang="fr-FR" dirty="0" err="1"/>
              <a:t>text</a:t>
            </a:r>
            <a:endParaRPr lang="fr-FR" dirty="0"/>
          </a:p>
          <a:p>
            <a:pPr marL="0" marR="0" lvl="0" indent="176213" algn="l" defTabSz="72000" rtl="0" eaLnBrk="1" fontAlgn="auto" latinLnBrk="0" hangingPunct="1">
              <a:lnSpc>
                <a:spcPct val="120000"/>
              </a:lnSpc>
              <a:spcBef>
                <a:spcPts val="800"/>
              </a:spcBef>
              <a:spcAft>
                <a:spcPts val="0"/>
              </a:spcAft>
              <a:buClr>
                <a:schemeClr val="accent1"/>
              </a:buClr>
              <a:buSzTx/>
              <a:buFont typeface="Wingdings" panose="05000000000000000000" pitchFamily="2" charset="2"/>
              <a:buChar char="§"/>
              <a:tabLst/>
              <a:defRPr/>
            </a:pPr>
            <a:r>
              <a:rPr lang="fr-FR" dirty="0"/>
              <a:t>Your </a:t>
            </a:r>
            <a:r>
              <a:rPr lang="fr-FR" dirty="0" err="1"/>
              <a:t>text</a:t>
            </a:r>
            <a:endParaRPr lang="fr-FR" dirty="0"/>
          </a:p>
          <a:p>
            <a:pPr marL="0" marR="0" lvl="0" indent="176213" algn="l" defTabSz="72000" rtl="0" eaLnBrk="1" fontAlgn="auto" latinLnBrk="0" hangingPunct="1">
              <a:lnSpc>
                <a:spcPct val="120000"/>
              </a:lnSpc>
              <a:spcBef>
                <a:spcPts val="800"/>
              </a:spcBef>
              <a:spcAft>
                <a:spcPts val="0"/>
              </a:spcAft>
              <a:buClr>
                <a:schemeClr val="accent1"/>
              </a:buClr>
              <a:buSzTx/>
              <a:buFont typeface="Wingdings" panose="05000000000000000000" pitchFamily="2" charset="2"/>
              <a:buChar char="§"/>
              <a:tabLst/>
              <a:defRPr/>
            </a:pPr>
            <a:r>
              <a:rPr lang="fr-FR" dirty="0"/>
              <a:t>Your </a:t>
            </a:r>
            <a:r>
              <a:rPr lang="fr-FR" dirty="0" err="1"/>
              <a:t>text</a:t>
            </a:r>
            <a:endParaRPr lang="fr-FR" dirty="0"/>
          </a:p>
          <a:p>
            <a:pPr lvl="0"/>
            <a:endParaRPr lang="fr-FR" dirty="0"/>
          </a:p>
        </p:txBody>
      </p:sp>
      <p:sp>
        <p:nvSpPr>
          <p:cNvPr id="69" name="Espace réservé du texte 22">
            <a:extLst>
              <a:ext uri="{FF2B5EF4-FFF2-40B4-BE49-F238E27FC236}">
                <a16:creationId xmlns:a16="http://schemas.microsoft.com/office/drawing/2014/main" id="{FB692A23-6CA4-F219-69B9-ADBA838A0A18}"/>
              </a:ext>
            </a:extLst>
          </p:cNvPr>
          <p:cNvSpPr>
            <a:spLocks noGrp="1"/>
          </p:cNvSpPr>
          <p:nvPr>
            <p:ph type="body" sz="quarter" idx="45" hasCustomPrompt="1"/>
          </p:nvPr>
        </p:nvSpPr>
        <p:spPr>
          <a:xfrm>
            <a:off x="3520108" y="4907977"/>
            <a:ext cx="1194050" cy="1115110"/>
          </a:xfrm>
          <a:prstGeom prst="rect">
            <a:avLst/>
          </a:prstGeom>
        </p:spPr>
        <p:txBody>
          <a:bodyPr>
            <a:normAutofit/>
          </a:bodyPr>
          <a:lstStyle>
            <a:lvl1pPr marL="0" marR="0" indent="176213" algn="l" defTabSz="72000" rtl="0" eaLnBrk="1" fontAlgn="auto" latinLnBrk="0" hangingPunct="1">
              <a:lnSpc>
                <a:spcPct val="120000"/>
              </a:lnSpc>
              <a:spcBef>
                <a:spcPts val="800"/>
              </a:spcBef>
              <a:spcAft>
                <a:spcPts val="0"/>
              </a:spcAft>
              <a:buClr>
                <a:schemeClr val="accent1"/>
              </a:buClr>
              <a:buSzTx/>
              <a:buFont typeface="Wingdings" panose="05000000000000000000" pitchFamily="2" charset="2"/>
              <a:buChar char="§"/>
              <a:tabLst/>
              <a:defRPr lang="fr-FR" sz="1050" b="1" i="0" kern="1200">
                <a:solidFill>
                  <a:schemeClr val="accent6"/>
                </a:solidFill>
                <a:latin typeface="Arial" panose="020B0604020202020204" pitchFamily="34" charset="0"/>
                <a:ea typeface="+mn-ea"/>
                <a:cs typeface="+mn-cs"/>
              </a:defRPr>
            </a:lvl1pPr>
          </a:lstStyle>
          <a:p>
            <a:pPr lvl="0"/>
            <a:r>
              <a:rPr lang="fr-FR" dirty="0"/>
              <a:t>Your </a:t>
            </a:r>
            <a:r>
              <a:rPr lang="fr-FR" dirty="0" err="1"/>
              <a:t>text</a:t>
            </a:r>
            <a:endParaRPr lang="fr-FR" dirty="0"/>
          </a:p>
          <a:p>
            <a:pPr marL="0" marR="0" lvl="0" indent="176213" algn="l" defTabSz="72000" rtl="0" eaLnBrk="1" fontAlgn="auto" latinLnBrk="0" hangingPunct="1">
              <a:lnSpc>
                <a:spcPct val="120000"/>
              </a:lnSpc>
              <a:spcBef>
                <a:spcPts val="800"/>
              </a:spcBef>
              <a:spcAft>
                <a:spcPts val="0"/>
              </a:spcAft>
              <a:buClr>
                <a:schemeClr val="accent1"/>
              </a:buClr>
              <a:buSzTx/>
              <a:buFont typeface="Wingdings" panose="05000000000000000000" pitchFamily="2" charset="2"/>
              <a:buChar char="§"/>
              <a:tabLst/>
              <a:defRPr/>
            </a:pPr>
            <a:r>
              <a:rPr lang="fr-FR" dirty="0"/>
              <a:t>Your </a:t>
            </a:r>
            <a:r>
              <a:rPr lang="fr-FR" dirty="0" err="1"/>
              <a:t>text</a:t>
            </a:r>
            <a:endParaRPr lang="fr-FR" dirty="0"/>
          </a:p>
          <a:p>
            <a:pPr marL="0" marR="0" lvl="0" indent="176213" algn="l" defTabSz="72000" rtl="0" eaLnBrk="1" fontAlgn="auto" latinLnBrk="0" hangingPunct="1">
              <a:lnSpc>
                <a:spcPct val="120000"/>
              </a:lnSpc>
              <a:spcBef>
                <a:spcPts val="800"/>
              </a:spcBef>
              <a:spcAft>
                <a:spcPts val="0"/>
              </a:spcAft>
              <a:buClr>
                <a:schemeClr val="accent1"/>
              </a:buClr>
              <a:buSzTx/>
              <a:buFont typeface="Wingdings" panose="05000000000000000000" pitchFamily="2" charset="2"/>
              <a:buChar char="§"/>
              <a:tabLst/>
              <a:defRPr/>
            </a:pPr>
            <a:r>
              <a:rPr lang="fr-FR" dirty="0"/>
              <a:t>Your </a:t>
            </a:r>
            <a:r>
              <a:rPr lang="fr-FR" dirty="0" err="1"/>
              <a:t>text</a:t>
            </a:r>
            <a:endParaRPr lang="fr-FR" dirty="0"/>
          </a:p>
          <a:p>
            <a:pPr marL="0" marR="0" lvl="0" indent="176213" algn="l" defTabSz="72000" rtl="0" eaLnBrk="1" fontAlgn="auto" latinLnBrk="0" hangingPunct="1">
              <a:lnSpc>
                <a:spcPct val="120000"/>
              </a:lnSpc>
              <a:spcBef>
                <a:spcPts val="800"/>
              </a:spcBef>
              <a:spcAft>
                <a:spcPts val="0"/>
              </a:spcAft>
              <a:buClr>
                <a:schemeClr val="accent1"/>
              </a:buClr>
              <a:buSzTx/>
              <a:buFont typeface="Wingdings" panose="05000000000000000000" pitchFamily="2" charset="2"/>
              <a:buChar char="§"/>
              <a:tabLst/>
              <a:defRPr/>
            </a:pPr>
            <a:r>
              <a:rPr lang="fr-FR" dirty="0"/>
              <a:t>Your </a:t>
            </a:r>
            <a:r>
              <a:rPr lang="fr-FR" dirty="0" err="1"/>
              <a:t>text</a:t>
            </a:r>
            <a:endParaRPr lang="fr-FR" dirty="0"/>
          </a:p>
        </p:txBody>
      </p:sp>
      <p:sp>
        <p:nvSpPr>
          <p:cNvPr id="70" name="Espace réservé du texte 22">
            <a:extLst>
              <a:ext uri="{FF2B5EF4-FFF2-40B4-BE49-F238E27FC236}">
                <a16:creationId xmlns:a16="http://schemas.microsoft.com/office/drawing/2014/main" id="{55CD08E5-9C21-0832-B83B-1D3A7BAFB927}"/>
              </a:ext>
            </a:extLst>
          </p:cNvPr>
          <p:cNvSpPr>
            <a:spLocks noGrp="1"/>
          </p:cNvSpPr>
          <p:nvPr>
            <p:ph type="body" sz="quarter" idx="46" hasCustomPrompt="1"/>
          </p:nvPr>
        </p:nvSpPr>
        <p:spPr>
          <a:xfrm>
            <a:off x="4918684" y="3416249"/>
            <a:ext cx="1194050" cy="1115110"/>
          </a:xfrm>
          <a:prstGeom prst="rect">
            <a:avLst/>
          </a:prstGeom>
        </p:spPr>
        <p:txBody>
          <a:bodyPr>
            <a:normAutofit/>
          </a:bodyPr>
          <a:lstStyle>
            <a:lvl1pPr marL="0" marR="0" indent="176213" algn="l" defTabSz="72000" rtl="0" eaLnBrk="1" fontAlgn="auto" latinLnBrk="0" hangingPunct="1">
              <a:lnSpc>
                <a:spcPct val="120000"/>
              </a:lnSpc>
              <a:spcBef>
                <a:spcPts val="800"/>
              </a:spcBef>
              <a:spcAft>
                <a:spcPts val="0"/>
              </a:spcAft>
              <a:buClr>
                <a:schemeClr val="accent1"/>
              </a:buClr>
              <a:buSzTx/>
              <a:buFont typeface="Wingdings" panose="05000000000000000000" pitchFamily="2" charset="2"/>
              <a:buChar char="§"/>
              <a:tabLst/>
              <a:defRPr sz="1050" b="1" i="0">
                <a:solidFill>
                  <a:schemeClr val="accent6"/>
                </a:solidFill>
                <a:latin typeface="Arial" panose="020B0604020202020204" pitchFamily="34" charset="0"/>
              </a:defRPr>
            </a:lvl1pPr>
          </a:lstStyle>
          <a:p>
            <a:pPr lvl="0"/>
            <a:r>
              <a:rPr lang="fr-FR" dirty="0"/>
              <a:t>Your </a:t>
            </a:r>
            <a:r>
              <a:rPr lang="fr-FR" dirty="0" err="1"/>
              <a:t>text</a:t>
            </a:r>
            <a:endParaRPr lang="fr-FR" dirty="0"/>
          </a:p>
          <a:p>
            <a:pPr marL="0" marR="0" lvl="0" indent="176213" algn="l" defTabSz="72000" rtl="0" eaLnBrk="1" fontAlgn="auto" latinLnBrk="0" hangingPunct="1">
              <a:lnSpc>
                <a:spcPct val="120000"/>
              </a:lnSpc>
              <a:spcBef>
                <a:spcPts val="800"/>
              </a:spcBef>
              <a:spcAft>
                <a:spcPts val="0"/>
              </a:spcAft>
              <a:buClr>
                <a:schemeClr val="accent1"/>
              </a:buClr>
              <a:buSzTx/>
              <a:buFont typeface="Wingdings" panose="05000000000000000000" pitchFamily="2" charset="2"/>
              <a:buChar char="§"/>
              <a:tabLst/>
              <a:defRPr/>
            </a:pPr>
            <a:r>
              <a:rPr lang="fr-FR" dirty="0"/>
              <a:t>Your </a:t>
            </a:r>
            <a:r>
              <a:rPr lang="fr-FR" dirty="0" err="1"/>
              <a:t>text</a:t>
            </a:r>
            <a:endParaRPr lang="fr-FR" dirty="0"/>
          </a:p>
          <a:p>
            <a:pPr marL="0" marR="0" lvl="0" indent="176213" algn="l" defTabSz="72000" rtl="0" eaLnBrk="1" fontAlgn="auto" latinLnBrk="0" hangingPunct="1">
              <a:lnSpc>
                <a:spcPct val="120000"/>
              </a:lnSpc>
              <a:spcBef>
                <a:spcPts val="800"/>
              </a:spcBef>
              <a:spcAft>
                <a:spcPts val="0"/>
              </a:spcAft>
              <a:buClr>
                <a:schemeClr val="accent1"/>
              </a:buClr>
              <a:buSzTx/>
              <a:buFont typeface="Wingdings" panose="05000000000000000000" pitchFamily="2" charset="2"/>
              <a:buChar char="§"/>
              <a:tabLst/>
              <a:defRPr/>
            </a:pPr>
            <a:r>
              <a:rPr lang="fr-FR" dirty="0"/>
              <a:t>Your </a:t>
            </a:r>
            <a:r>
              <a:rPr lang="fr-FR" dirty="0" err="1"/>
              <a:t>text</a:t>
            </a:r>
            <a:endParaRPr lang="fr-FR" dirty="0"/>
          </a:p>
          <a:p>
            <a:pPr marL="0" marR="0" lvl="0" indent="176213" algn="l" defTabSz="72000" rtl="0" eaLnBrk="1" fontAlgn="auto" latinLnBrk="0" hangingPunct="1">
              <a:lnSpc>
                <a:spcPct val="120000"/>
              </a:lnSpc>
              <a:spcBef>
                <a:spcPts val="800"/>
              </a:spcBef>
              <a:spcAft>
                <a:spcPts val="0"/>
              </a:spcAft>
              <a:buClr>
                <a:schemeClr val="accent1"/>
              </a:buClr>
              <a:buSzTx/>
              <a:buFont typeface="Wingdings" panose="05000000000000000000" pitchFamily="2" charset="2"/>
              <a:buChar char="§"/>
              <a:tabLst/>
              <a:defRPr/>
            </a:pPr>
            <a:r>
              <a:rPr lang="fr-FR" dirty="0"/>
              <a:t>Your </a:t>
            </a:r>
            <a:r>
              <a:rPr lang="fr-FR" dirty="0" err="1"/>
              <a:t>text</a:t>
            </a:r>
            <a:endParaRPr lang="fr-FR" dirty="0"/>
          </a:p>
        </p:txBody>
      </p:sp>
      <p:sp>
        <p:nvSpPr>
          <p:cNvPr id="71" name="Espace réservé du texte 22">
            <a:extLst>
              <a:ext uri="{FF2B5EF4-FFF2-40B4-BE49-F238E27FC236}">
                <a16:creationId xmlns:a16="http://schemas.microsoft.com/office/drawing/2014/main" id="{608A0A3C-BC37-3EC6-1510-C5744A6AB90C}"/>
              </a:ext>
            </a:extLst>
          </p:cNvPr>
          <p:cNvSpPr>
            <a:spLocks noGrp="1"/>
          </p:cNvSpPr>
          <p:nvPr>
            <p:ph type="body" sz="quarter" idx="47" hasCustomPrompt="1"/>
          </p:nvPr>
        </p:nvSpPr>
        <p:spPr>
          <a:xfrm>
            <a:off x="4918684" y="4907977"/>
            <a:ext cx="1194050" cy="1115110"/>
          </a:xfrm>
          <a:prstGeom prst="rect">
            <a:avLst/>
          </a:prstGeom>
        </p:spPr>
        <p:txBody>
          <a:bodyPr>
            <a:normAutofit/>
          </a:bodyPr>
          <a:lstStyle>
            <a:lvl1pPr marL="0" marR="0" indent="176213" algn="l" defTabSz="72000" rtl="0" eaLnBrk="1" fontAlgn="auto" latinLnBrk="0" hangingPunct="1">
              <a:lnSpc>
                <a:spcPct val="120000"/>
              </a:lnSpc>
              <a:spcBef>
                <a:spcPts val="800"/>
              </a:spcBef>
              <a:spcAft>
                <a:spcPts val="0"/>
              </a:spcAft>
              <a:buClr>
                <a:schemeClr val="accent1"/>
              </a:buClr>
              <a:buSzTx/>
              <a:buFont typeface="Wingdings" panose="05000000000000000000" pitchFamily="2" charset="2"/>
              <a:buChar char="§"/>
              <a:tabLst/>
              <a:defRPr sz="1050" b="1" i="0">
                <a:solidFill>
                  <a:schemeClr val="accent6"/>
                </a:solidFill>
                <a:latin typeface="Arial" panose="020B0604020202020204" pitchFamily="34" charset="0"/>
              </a:defRPr>
            </a:lvl1pPr>
          </a:lstStyle>
          <a:p>
            <a:pPr lvl="0"/>
            <a:r>
              <a:rPr lang="fr-FR" dirty="0"/>
              <a:t>Your </a:t>
            </a:r>
            <a:r>
              <a:rPr lang="fr-FR" dirty="0" err="1"/>
              <a:t>text</a:t>
            </a:r>
            <a:endParaRPr lang="fr-FR" dirty="0"/>
          </a:p>
          <a:p>
            <a:pPr marL="0" marR="0" lvl="0" indent="176213" algn="l" defTabSz="72000" rtl="0" eaLnBrk="1" fontAlgn="auto" latinLnBrk="0" hangingPunct="1">
              <a:lnSpc>
                <a:spcPct val="120000"/>
              </a:lnSpc>
              <a:spcBef>
                <a:spcPts val="800"/>
              </a:spcBef>
              <a:spcAft>
                <a:spcPts val="0"/>
              </a:spcAft>
              <a:buClr>
                <a:schemeClr val="accent1"/>
              </a:buClr>
              <a:buSzTx/>
              <a:buFont typeface="Wingdings" panose="05000000000000000000" pitchFamily="2" charset="2"/>
              <a:buChar char="§"/>
              <a:tabLst/>
              <a:defRPr/>
            </a:pPr>
            <a:r>
              <a:rPr lang="fr-FR" dirty="0"/>
              <a:t>Your </a:t>
            </a:r>
            <a:r>
              <a:rPr lang="fr-FR" dirty="0" err="1"/>
              <a:t>text</a:t>
            </a:r>
            <a:endParaRPr lang="fr-FR" dirty="0"/>
          </a:p>
          <a:p>
            <a:pPr marL="0" marR="0" lvl="0" indent="176213" algn="l" defTabSz="72000" rtl="0" eaLnBrk="1" fontAlgn="auto" latinLnBrk="0" hangingPunct="1">
              <a:lnSpc>
                <a:spcPct val="120000"/>
              </a:lnSpc>
              <a:spcBef>
                <a:spcPts val="800"/>
              </a:spcBef>
              <a:spcAft>
                <a:spcPts val="0"/>
              </a:spcAft>
              <a:buClr>
                <a:schemeClr val="accent1"/>
              </a:buClr>
              <a:buSzTx/>
              <a:buFont typeface="Wingdings" panose="05000000000000000000" pitchFamily="2" charset="2"/>
              <a:buChar char="§"/>
              <a:tabLst/>
              <a:defRPr/>
            </a:pPr>
            <a:r>
              <a:rPr lang="fr-FR" dirty="0"/>
              <a:t>Your </a:t>
            </a:r>
            <a:r>
              <a:rPr lang="fr-FR" dirty="0" err="1"/>
              <a:t>text</a:t>
            </a:r>
            <a:endParaRPr lang="fr-FR" dirty="0"/>
          </a:p>
          <a:p>
            <a:pPr marL="0" marR="0" lvl="0" indent="176213" algn="l" defTabSz="72000" rtl="0" eaLnBrk="1" fontAlgn="auto" latinLnBrk="0" hangingPunct="1">
              <a:lnSpc>
                <a:spcPct val="120000"/>
              </a:lnSpc>
              <a:spcBef>
                <a:spcPts val="800"/>
              </a:spcBef>
              <a:spcAft>
                <a:spcPts val="0"/>
              </a:spcAft>
              <a:buClr>
                <a:schemeClr val="accent1"/>
              </a:buClr>
              <a:buSzTx/>
              <a:buFont typeface="Wingdings" panose="05000000000000000000" pitchFamily="2" charset="2"/>
              <a:buChar char="§"/>
              <a:tabLst/>
              <a:defRPr/>
            </a:pPr>
            <a:r>
              <a:rPr lang="fr-FR" dirty="0"/>
              <a:t>Your </a:t>
            </a:r>
            <a:r>
              <a:rPr lang="fr-FR" dirty="0" err="1"/>
              <a:t>text</a:t>
            </a:r>
            <a:endParaRPr lang="fr-FR" dirty="0"/>
          </a:p>
          <a:p>
            <a:pPr lvl="0"/>
            <a:endParaRPr lang="fr-FR" dirty="0"/>
          </a:p>
        </p:txBody>
      </p:sp>
      <p:sp>
        <p:nvSpPr>
          <p:cNvPr id="72" name="Espace réservé du texte 22">
            <a:extLst>
              <a:ext uri="{FF2B5EF4-FFF2-40B4-BE49-F238E27FC236}">
                <a16:creationId xmlns:a16="http://schemas.microsoft.com/office/drawing/2014/main" id="{63AEB40F-8ABE-00DE-9C89-3E268B81A7BB}"/>
              </a:ext>
            </a:extLst>
          </p:cNvPr>
          <p:cNvSpPr>
            <a:spLocks noGrp="1"/>
          </p:cNvSpPr>
          <p:nvPr>
            <p:ph type="body" sz="quarter" idx="48" hasCustomPrompt="1"/>
          </p:nvPr>
        </p:nvSpPr>
        <p:spPr>
          <a:xfrm>
            <a:off x="6317260" y="3416249"/>
            <a:ext cx="1194050" cy="1115110"/>
          </a:xfrm>
          <a:prstGeom prst="rect">
            <a:avLst/>
          </a:prstGeom>
        </p:spPr>
        <p:txBody>
          <a:bodyPr>
            <a:normAutofit/>
          </a:bodyPr>
          <a:lstStyle>
            <a:lvl1pPr marL="0" marR="0" indent="176213" algn="l" defTabSz="72000" rtl="0" eaLnBrk="1" fontAlgn="auto" latinLnBrk="0" hangingPunct="1">
              <a:lnSpc>
                <a:spcPct val="120000"/>
              </a:lnSpc>
              <a:spcBef>
                <a:spcPts val="800"/>
              </a:spcBef>
              <a:spcAft>
                <a:spcPts val="0"/>
              </a:spcAft>
              <a:buClr>
                <a:schemeClr val="accent1"/>
              </a:buClr>
              <a:buSzTx/>
              <a:buFont typeface="Wingdings" panose="05000000000000000000" pitchFamily="2" charset="2"/>
              <a:buChar char="§"/>
              <a:tabLst/>
              <a:defRPr lang="fr-FR" sz="1050" b="1" i="0" kern="1200">
                <a:solidFill>
                  <a:schemeClr val="accent6"/>
                </a:solidFill>
                <a:latin typeface="Arial" panose="020B0604020202020204" pitchFamily="34" charset="0"/>
                <a:ea typeface="+mn-ea"/>
                <a:cs typeface="+mn-cs"/>
              </a:defRPr>
            </a:lvl1pPr>
          </a:lstStyle>
          <a:p>
            <a:pPr lvl="0"/>
            <a:r>
              <a:rPr lang="fr-FR" dirty="0"/>
              <a:t>Your </a:t>
            </a:r>
            <a:r>
              <a:rPr lang="fr-FR" dirty="0" err="1"/>
              <a:t>text</a:t>
            </a:r>
            <a:endParaRPr lang="fr-FR" dirty="0"/>
          </a:p>
          <a:p>
            <a:pPr marL="0" marR="0" lvl="0" indent="176213" algn="l" defTabSz="72000" rtl="0" eaLnBrk="1" fontAlgn="auto" latinLnBrk="0" hangingPunct="1">
              <a:lnSpc>
                <a:spcPct val="120000"/>
              </a:lnSpc>
              <a:spcBef>
                <a:spcPts val="800"/>
              </a:spcBef>
              <a:spcAft>
                <a:spcPts val="0"/>
              </a:spcAft>
              <a:buClr>
                <a:schemeClr val="accent1"/>
              </a:buClr>
              <a:buSzTx/>
              <a:buFont typeface="Wingdings" panose="05000000000000000000" pitchFamily="2" charset="2"/>
              <a:buChar char="§"/>
              <a:tabLst/>
              <a:defRPr/>
            </a:pPr>
            <a:r>
              <a:rPr lang="fr-FR" dirty="0"/>
              <a:t>Your </a:t>
            </a:r>
            <a:r>
              <a:rPr lang="fr-FR" dirty="0" err="1"/>
              <a:t>text</a:t>
            </a:r>
            <a:endParaRPr lang="fr-FR" dirty="0"/>
          </a:p>
          <a:p>
            <a:pPr marL="0" marR="0" lvl="0" indent="176213" algn="l" defTabSz="72000" rtl="0" eaLnBrk="1" fontAlgn="auto" latinLnBrk="0" hangingPunct="1">
              <a:lnSpc>
                <a:spcPct val="120000"/>
              </a:lnSpc>
              <a:spcBef>
                <a:spcPts val="800"/>
              </a:spcBef>
              <a:spcAft>
                <a:spcPts val="0"/>
              </a:spcAft>
              <a:buClr>
                <a:schemeClr val="accent1"/>
              </a:buClr>
              <a:buSzTx/>
              <a:buFont typeface="Wingdings" panose="05000000000000000000" pitchFamily="2" charset="2"/>
              <a:buChar char="§"/>
              <a:tabLst/>
              <a:defRPr/>
            </a:pPr>
            <a:r>
              <a:rPr lang="fr-FR" dirty="0"/>
              <a:t>Your </a:t>
            </a:r>
            <a:r>
              <a:rPr lang="fr-FR" dirty="0" err="1"/>
              <a:t>text</a:t>
            </a:r>
            <a:endParaRPr lang="fr-FR" dirty="0"/>
          </a:p>
          <a:p>
            <a:pPr marL="0" marR="0" lvl="0" indent="176213" algn="l" defTabSz="72000" rtl="0" eaLnBrk="1" fontAlgn="auto" latinLnBrk="0" hangingPunct="1">
              <a:lnSpc>
                <a:spcPct val="120000"/>
              </a:lnSpc>
              <a:spcBef>
                <a:spcPts val="800"/>
              </a:spcBef>
              <a:spcAft>
                <a:spcPts val="0"/>
              </a:spcAft>
              <a:buClr>
                <a:schemeClr val="accent1"/>
              </a:buClr>
              <a:buSzTx/>
              <a:buFont typeface="Wingdings" panose="05000000000000000000" pitchFamily="2" charset="2"/>
              <a:buChar char="§"/>
              <a:tabLst/>
              <a:defRPr/>
            </a:pPr>
            <a:r>
              <a:rPr lang="fr-FR" dirty="0"/>
              <a:t>Your </a:t>
            </a:r>
            <a:r>
              <a:rPr lang="fr-FR" dirty="0" err="1"/>
              <a:t>text</a:t>
            </a:r>
            <a:endParaRPr lang="fr-FR" dirty="0"/>
          </a:p>
          <a:p>
            <a:pPr marL="0" lvl="0" indent="176213" algn="l" defTabSz="72000" rtl="0" eaLnBrk="1" latinLnBrk="0" hangingPunct="1">
              <a:lnSpc>
                <a:spcPct val="120000"/>
              </a:lnSpc>
              <a:spcBef>
                <a:spcPts val="800"/>
              </a:spcBef>
              <a:spcAft>
                <a:spcPts val="0"/>
              </a:spcAft>
              <a:buClr>
                <a:schemeClr val="tx2"/>
              </a:buClr>
              <a:buFont typeface="Wingdings" panose="05000000000000000000" pitchFamily="2" charset="2"/>
              <a:buChar char="§"/>
            </a:pPr>
            <a:endParaRPr lang="fr-FR" dirty="0"/>
          </a:p>
        </p:txBody>
      </p:sp>
      <p:sp>
        <p:nvSpPr>
          <p:cNvPr id="73" name="Espace réservé du texte 22">
            <a:extLst>
              <a:ext uri="{FF2B5EF4-FFF2-40B4-BE49-F238E27FC236}">
                <a16:creationId xmlns:a16="http://schemas.microsoft.com/office/drawing/2014/main" id="{7412E309-F271-47EE-1AA6-E9CA056A5E27}"/>
              </a:ext>
            </a:extLst>
          </p:cNvPr>
          <p:cNvSpPr>
            <a:spLocks noGrp="1"/>
          </p:cNvSpPr>
          <p:nvPr>
            <p:ph type="body" sz="quarter" idx="49" hasCustomPrompt="1"/>
          </p:nvPr>
        </p:nvSpPr>
        <p:spPr>
          <a:xfrm>
            <a:off x="6317260" y="4907977"/>
            <a:ext cx="1194050" cy="1115110"/>
          </a:xfrm>
          <a:prstGeom prst="rect">
            <a:avLst/>
          </a:prstGeom>
        </p:spPr>
        <p:txBody>
          <a:bodyPr>
            <a:normAutofit/>
          </a:bodyPr>
          <a:lstStyle>
            <a:lvl1pPr marL="0" marR="0" indent="176213" algn="l" defTabSz="72000" rtl="0" eaLnBrk="1" fontAlgn="auto" latinLnBrk="0" hangingPunct="1">
              <a:lnSpc>
                <a:spcPct val="120000"/>
              </a:lnSpc>
              <a:spcBef>
                <a:spcPts val="800"/>
              </a:spcBef>
              <a:spcAft>
                <a:spcPts val="0"/>
              </a:spcAft>
              <a:buClr>
                <a:schemeClr val="accent1"/>
              </a:buClr>
              <a:buSzTx/>
              <a:buFont typeface="Wingdings" panose="05000000000000000000" pitchFamily="2" charset="2"/>
              <a:buChar char="§"/>
              <a:tabLst/>
              <a:defRPr lang="fr-FR" sz="1050" b="1" i="0" kern="1200">
                <a:solidFill>
                  <a:schemeClr val="accent6"/>
                </a:solidFill>
                <a:latin typeface="Arial" panose="020B0604020202020204" pitchFamily="34" charset="0"/>
                <a:ea typeface="+mn-ea"/>
                <a:cs typeface="+mn-cs"/>
              </a:defRPr>
            </a:lvl1pPr>
          </a:lstStyle>
          <a:p>
            <a:pPr lvl="0"/>
            <a:r>
              <a:rPr lang="fr-FR" dirty="0"/>
              <a:t>Your </a:t>
            </a:r>
            <a:r>
              <a:rPr lang="fr-FR" dirty="0" err="1"/>
              <a:t>text</a:t>
            </a:r>
            <a:endParaRPr lang="fr-FR" dirty="0"/>
          </a:p>
          <a:p>
            <a:pPr marL="0" marR="0" lvl="0" indent="176213" algn="l" defTabSz="72000" rtl="0" eaLnBrk="1" fontAlgn="auto" latinLnBrk="0" hangingPunct="1">
              <a:lnSpc>
                <a:spcPct val="120000"/>
              </a:lnSpc>
              <a:spcBef>
                <a:spcPts val="800"/>
              </a:spcBef>
              <a:spcAft>
                <a:spcPts val="0"/>
              </a:spcAft>
              <a:buClr>
                <a:schemeClr val="accent1"/>
              </a:buClr>
              <a:buSzTx/>
              <a:buFont typeface="Wingdings" panose="05000000000000000000" pitchFamily="2" charset="2"/>
              <a:buChar char="§"/>
              <a:tabLst/>
              <a:defRPr/>
            </a:pPr>
            <a:r>
              <a:rPr lang="fr-FR" dirty="0"/>
              <a:t>Your </a:t>
            </a:r>
            <a:r>
              <a:rPr lang="fr-FR" dirty="0" err="1"/>
              <a:t>text</a:t>
            </a:r>
            <a:endParaRPr lang="fr-FR" dirty="0"/>
          </a:p>
          <a:p>
            <a:pPr marL="0" marR="0" lvl="0" indent="176213" algn="l" defTabSz="72000" rtl="0" eaLnBrk="1" fontAlgn="auto" latinLnBrk="0" hangingPunct="1">
              <a:lnSpc>
                <a:spcPct val="120000"/>
              </a:lnSpc>
              <a:spcBef>
                <a:spcPts val="800"/>
              </a:spcBef>
              <a:spcAft>
                <a:spcPts val="0"/>
              </a:spcAft>
              <a:buClr>
                <a:schemeClr val="accent1"/>
              </a:buClr>
              <a:buSzTx/>
              <a:buFont typeface="Wingdings" panose="05000000000000000000" pitchFamily="2" charset="2"/>
              <a:buChar char="§"/>
              <a:tabLst/>
              <a:defRPr/>
            </a:pPr>
            <a:r>
              <a:rPr lang="fr-FR" dirty="0"/>
              <a:t>Your </a:t>
            </a:r>
            <a:r>
              <a:rPr lang="fr-FR" dirty="0" err="1"/>
              <a:t>text</a:t>
            </a:r>
            <a:endParaRPr lang="fr-FR" dirty="0"/>
          </a:p>
          <a:p>
            <a:pPr marL="0" marR="0" lvl="0" indent="176213" algn="l" defTabSz="72000" rtl="0" eaLnBrk="1" fontAlgn="auto" latinLnBrk="0" hangingPunct="1">
              <a:lnSpc>
                <a:spcPct val="120000"/>
              </a:lnSpc>
              <a:spcBef>
                <a:spcPts val="800"/>
              </a:spcBef>
              <a:spcAft>
                <a:spcPts val="0"/>
              </a:spcAft>
              <a:buClr>
                <a:schemeClr val="accent1"/>
              </a:buClr>
              <a:buSzTx/>
              <a:buFont typeface="Wingdings" panose="05000000000000000000" pitchFamily="2" charset="2"/>
              <a:buChar char="§"/>
              <a:tabLst/>
              <a:defRPr/>
            </a:pPr>
            <a:r>
              <a:rPr lang="fr-FR" dirty="0"/>
              <a:t>Your </a:t>
            </a:r>
            <a:r>
              <a:rPr lang="fr-FR" dirty="0" err="1"/>
              <a:t>text</a:t>
            </a:r>
            <a:endParaRPr lang="fr-FR" dirty="0"/>
          </a:p>
        </p:txBody>
      </p:sp>
      <p:sp>
        <p:nvSpPr>
          <p:cNvPr id="74" name="Espace réservé du texte 22">
            <a:extLst>
              <a:ext uri="{FF2B5EF4-FFF2-40B4-BE49-F238E27FC236}">
                <a16:creationId xmlns:a16="http://schemas.microsoft.com/office/drawing/2014/main" id="{B7282B1B-C2B3-7F7D-31B2-D2E94372BED1}"/>
              </a:ext>
            </a:extLst>
          </p:cNvPr>
          <p:cNvSpPr>
            <a:spLocks noGrp="1"/>
          </p:cNvSpPr>
          <p:nvPr>
            <p:ph type="body" sz="quarter" idx="50" hasCustomPrompt="1"/>
          </p:nvPr>
        </p:nvSpPr>
        <p:spPr>
          <a:xfrm>
            <a:off x="7752742" y="3416249"/>
            <a:ext cx="1194050" cy="1115110"/>
          </a:xfrm>
          <a:prstGeom prst="rect">
            <a:avLst/>
          </a:prstGeom>
        </p:spPr>
        <p:txBody>
          <a:bodyPr>
            <a:normAutofit/>
          </a:bodyPr>
          <a:lstStyle>
            <a:lvl1pPr marL="0" marR="0" indent="176213" algn="l" defTabSz="72000" rtl="0" eaLnBrk="1" fontAlgn="auto" latinLnBrk="0" hangingPunct="1">
              <a:lnSpc>
                <a:spcPct val="120000"/>
              </a:lnSpc>
              <a:spcBef>
                <a:spcPts val="800"/>
              </a:spcBef>
              <a:spcAft>
                <a:spcPts val="0"/>
              </a:spcAft>
              <a:buClr>
                <a:schemeClr val="accent1"/>
              </a:buClr>
              <a:buSzTx/>
              <a:buFont typeface="Wingdings" panose="05000000000000000000" pitchFamily="2" charset="2"/>
              <a:buChar char="§"/>
              <a:tabLst/>
              <a:defRPr lang="fr-FR" sz="1050" b="1" i="0" kern="1200">
                <a:solidFill>
                  <a:schemeClr val="accent6"/>
                </a:solidFill>
                <a:latin typeface="Arial" panose="020B0604020202020204" pitchFamily="34" charset="0"/>
                <a:ea typeface="+mn-ea"/>
                <a:cs typeface="+mn-cs"/>
              </a:defRPr>
            </a:lvl1pPr>
          </a:lstStyle>
          <a:p>
            <a:pPr lvl="0"/>
            <a:r>
              <a:rPr lang="fr-FR" dirty="0"/>
              <a:t>Your </a:t>
            </a:r>
            <a:r>
              <a:rPr lang="fr-FR" dirty="0" err="1"/>
              <a:t>text</a:t>
            </a:r>
            <a:endParaRPr lang="fr-FR" dirty="0"/>
          </a:p>
          <a:p>
            <a:pPr marL="0" marR="0" lvl="0" indent="176213" algn="l" defTabSz="72000" rtl="0" eaLnBrk="1" fontAlgn="auto" latinLnBrk="0" hangingPunct="1">
              <a:lnSpc>
                <a:spcPct val="120000"/>
              </a:lnSpc>
              <a:spcBef>
                <a:spcPts val="800"/>
              </a:spcBef>
              <a:spcAft>
                <a:spcPts val="0"/>
              </a:spcAft>
              <a:buClr>
                <a:schemeClr val="accent1"/>
              </a:buClr>
              <a:buSzTx/>
              <a:buFont typeface="Wingdings" panose="05000000000000000000" pitchFamily="2" charset="2"/>
              <a:buChar char="§"/>
              <a:tabLst/>
              <a:defRPr/>
            </a:pPr>
            <a:r>
              <a:rPr lang="fr-FR" dirty="0"/>
              <a:t>Your </a:t>
            </a:r>
            <a:r>
              <a:rPr lang="fr-FR" dirty="0" err="1"/>
              <a:t>text</a:t>
            </a:r>
            <a:endParaRPr lang="fr-FR" dirty="0"/>
          </a:p>
          <a:p>
            <a:pPr marL="0" marR="0" lvl="0" indent="176213" algn="l" defTabSz="72000" rtl="0" eaLnBrk="1" fontAlgn="auto" latinLnBrk="0" hangingPunct="1">
              <a:lnSpc>
                <a:spcPct val="120000"/>
              </a:lnSpc>
              <a:spcBef>
                <a:spcPts val="800"/>
              </a:spcBef>
              <a:spcAft>
                <a:spcPts val="0"/>
              </a:spcAft>
              <a:buClr>
                <a:schemeClr val="accent1"/>
              </a:buClr>
              <a:buSzTx/>
              <a:buFont typeface="Wingdings" panose="05000000000000000000" pitchFamily="2" charset="2"/>
              <a:buChar char="§"/>
              <a:tabLst/>
              <a:defRPr/>
            </a:pPr>
            <a:r>
              <a:rPr lang="fr-FR" dirty="0"/>
              <a:t>Your </a:t>
            </a:r>
            <a:r>
              <a:rPr lang="fr-FR" dirty="0" err="1"/>
              <a:t>text</a:t>
            </a:r>
            <a:endParaRPr lang="fr-FR" dirty="0"/>
          </a:p>
          <a:p>
            <a:pPr marL="0" marR="0" lvl="0" indent="176213" algn="l" defTabSz="72000" rtl="0" eaLnBrk="1" fontAlgn="auto" latinLnBrk="0" hangingPunct="1">
              <a:lnSpc>
                <a:spcPct val="120000"/>
              </a:lnSpc>
              <a:spcBef>
                <a:spcPts val="800"/>
              </a:spcBef>
              <a:spcAft>
                <a:spcPts val="0"/>
              </a:spcAft>
              <a:buClr>
                <a:schemeClr val="accent1"/>
              </a:buClr>
              <a:buSzTx/>
              <a:buFont typeface="Wingdings" panose="05000000000000000000" pitchFamily="2" charset="2"/>
              <a:buChar char="§"/>
              <a:tabLst/>
              <a:defRPr/>
            </a:pPr>
            <a:r>
              <a:rPr lang="fr-FR" dirty="0"/>
              <a:t>Your </a:t>
            </a:r>
            <a:r>
              <a:rPr lang="fr-FR" dirty="0" err="1"/>
              <a:t>text</a:t>
            </a:r>
            <a:endParaRPr lang="fr-FR" dirty="0"/>
          </a:p>
        </p:txBody>
      </p:sp>
      <p:sp>
        <p:nvSpPr>
          <p:cNvPr id="75" name="Espace réservé du texte 22">
            <a:extLst>
              <a:ext uri="{FF2B5EF4-FFF2-40B4-BE49-F238E27FC236}">
                <a16:creationId xmlns:a16="http://schemas.microsoft.com/office/drawing/2014/main" id="{5E583D42-1A6B-8EA2-EA65-6F310E9BE01F}"/>
              </a:ext>
            </a:extLst>
          </p:cNvPr>
          <p:cNvSpPr>
            <a:spLocks noGrp="1"/>
          </p:cNvSpPr>
          <p:nvPr>
            <p:ph type="body" sz="quarter" idx="51" hasCustomPrompt="1"/>
          </p:nvPr>
        </p:nvSpPr>
        <p:spPr>
          <a:xfrm>
            <a:off x="7752742" y="4907977"/>
            <a:ext cx="1194050" cy="1115110"/>
          </a:xfrm>
          <a:prstGeom prst="rect">
            <a:avLst/>
          </a:prstGeom>
        </p:spPr>
        <p:txBody>
          <a:bodyPr>
            <a:normAutofit/>
          </a:bodyPr>
          <a:lstStyle>
            <a:lvl1pPr marL="0" marR="0" indent="176213" algn="l" defTabSz="72000" rtl="0" eaLnBrk="1" fontAlgn="auto" latinLnBrk="0" hangingPunct="1">
              <a:lnSpc>
                <a:spcPct val="120000"/>
              </a:lnSpc>
              <a:spcBef>
                <a:spcPts val="800"/>
              </a:spcBef>
              <a:spcAft>
                <a:spcPts val="0"/>
              </a:spcAft>
              <a:buClr>
                <a:schemeClr val="accent1"/>
              </a:buClr>
              <a:buSzTx/>
              <a:buFont typeface="Wingdings" panose="05000000000000000000" pitchFamily="2" charset="2"/>
              <a:buChar char="§"/>
              <a:tabLst/>
              <a:defRPr lang="fr-FR" sz="1050" b="1" i="0" kern="1200">
                <a:solidFill>
                  <a:schemeClr val="accent6"/>
                </a:solidFill>
                <a:latin typeface="Arial" panose="020B0604020202020204" pitchFamily="34" charset="0"/>
                <a:ea typeface="+mn-ea"/>
                <a:cs typeface="+mn-cs"/>
              </a:defRPr>
            </a:lvl1pPr>
          </a:lstStyle>
          <a:p>
            <a:pPr lvl="0"/>
            <a:r>
              <a:rPr lang="fr-FR" dirty="0"/>
              <a:t>Your </a:t>
            </a:r>
            <a:r>
              <a:rPr lang="fr-FR" dirty="0" err="1"/>
              <a:t>text</a:t>
            </a:r>
            <a:endParaRPr lang="fr-FR" dirty="0"/>
          </a:p>
          <a:p>
            <a:pPr marL="0" marR="0" lvl="0" indent="176213" algn="l" defTabSz="72000" rtl="0" eaLnBrk="1" fontAlgn="auto" latinLnBrk="0" hangingPunct="1">
              <a:lnSpc>
                <a:spcPct val="120000"/>
              </a:lnSpc>
              <a:spcBef>
                <a:spcPts val="800"/>
              </a:spcBef>
              <a:spcAft>
                <a:spcPts val="0"/>
              </a:spcAft>
              <a:buClr>
                <a:schemeClr val="accent1"/>
              </a:buClr>
              <a:buSzTx/>
              <a:buFont typeface="Wingdings" panose="05000000000000000000" pitchFamily="2" charset="2"/>
              <a:buChar char="§"/>
              <a:tabLst/>
              <a:defRPr/>
            </a:pPr>
            <a:r>
              <a:rPr lang="fr-FR" dirty="0"/>
              <a:t>Your </a:t>
            </a:r>
            <a:r>
              <a:rPr lang="fr-FR" dirty="0" err="1"/>
              <a:t>text</a:t>
            </a:r>
            <a:endParaRPr lang="fr-FR" dirty="0"/>
          </a:p>
          <a:p>
            <a:pPr marL="0" marR="0" lvl="0" indent="176213" algn="l" defTabSz="72000" rtl="0" eaLnBrk="1" fontAlgn="auto" latinLnBrk="0" hangingPunct="1">
              <a:lnSpc>
                <a:spcPct val="120000"/>
              </a:lnSpc>
              <a:spcBef>
                <a:spcPts val="800"/>
              </a:spcBef>
              <a:spcAft>
                <a:spcPts val="0"/>
              </a:spcAft>
              <a:buClr>
                <a:schemeClr val="accent1"/>
              </a:buClr>
              <a:buSzTx/>
              <a:buFont typeface="Wingdings" panose="05000000000000000000" pitchFamily="2" charset="2"/>
              <a:buChar char="§"/>
              <a:tabLst/>
              <a:defRPr/>
            </a:pPr>
            <a:r>
              <a:rPr lang="fr-FR" dirty="0"/>
              <a:t>Your </a:t>
            </a:r>
            <a:r>
              <a:rPr lang="fr-FR" dirty="0" err="1"/>
              <a:t>text</a:t>
            </a:r>
            <a:endParaRPr lang="fr-FR" dirty="0"/>
          </a:p>
          <a:p>
            <a:pPr marL="0" marR="0" lvl="0" indent="176213" algn="l" defTabSz="72000" rtl="0" eaLnBrk="1" fontAlgn="auto" latinLnBrk="0" hangingPunct="1">
              <a:lnSpc>
                <a:spcPct val="120000"/>
              </a:lnSpc>
              <a:spcBef>
                <a:spcPts val="800"/>
              </a:spcBef>
              <a:spcAft>
                <a:spcPts val="0"/>
              </a:spcAft>
              <a:buClr>
                <a:schemeClr val="accent1"/>
              </a:buClr>
              <a:buSzTx/>
              <a:buFont typeface="Wingdings" panose="05000000000000000000" pitchFamily="2" charset="2"/>
              <a:buChar char="§"/>
              <a:tabLst/>
              <a:defRPr/>
            </a:pPr>
            <a:r>
              <a:rPr lang="fr-FR" dirty="0"/>
              <a:t>Your </a:t>
            </a:r>
            <a:r>
              <a:rPr lang="fr-FR" dirty="0" err="1"/>
              <a:t>text</a:t>
            </a:r>
            <a:endParaRPr lang="fr-FR" dirty="0"/>
          </a:p>
          <a:p>
            <a:pPr marL="0" lvl="0" indent="176213" algn="l" defTabSz="72000" rtl="0" eaLnBrk="1" latinLnBrk="0" hangingPunct="1">
              <a:lnSpc>
                <a:spcPct val="120000"/>
              </a:lnSpc>
              <a:spcBef>
                <a:spcPts val="800"/>
              </a:spcBef>
              <a:spcAft>
                <a:spcPts val="0"/>
              </a:spcAft>
              <a:buClr>
                <a:schemeClr val="accent6"/>
              </a:buClr>
              <a:buFont typeface="Wingdings" panose="05000000000000000000" pitchFamily="2" charset="2"/>
              <a:buChar char="§"/>
            </a:pPr>
            <a:endParaRPr lang="fr-FR" dirty="0"/>
          </a:p>
        </p:txBody>
      </p:sp>
      <p:sp>
        <p:nvSpPr>
          <p:cNvPr id="76" name="Espace réservé du texte 22">
            <a:extLst>
              <a:ext uri="{FF2B5EF4-FFF2-40B4-BE49-F238E27FC236}">
                <a16:creationId xmlns:a16="http://schemas.microsoft.com/office/drawing/2014/main" id="{BC89608C-B704-08CB-C813-9F4455E6C81E}"/>
              </a:ext>
            </a:extLst>
          </p:cNvPr>
          <p:cNvSpPr>
            <a:spLocks noGrp="1"/>
          </p:cNvSpPr>
          <p:nvPr>
            <p:ph type="body" sz="quarter" idx="52" hasCustomPrompt="1"/>
          </p:nvPr>
        </p:nvSpPr>
        <p:spPr>
          <a:xfrm>
            <a:off x="9114412" y="3416249"/>
            <a:ext cx="1194050" cy="1115110"/>
          </a:xfrm>
          <a:prstGeom prst="rect">
            <a:avLst/>
          </a:prstGeom>
        </p:spPr>
        <p:txBody>
          <a:bodyPr>
            <a:normAutofit/>
          </a:bodyPr>
          <a:lstStyle>
            <a:lvl1pPr marL="0" marR="0" indent="176213" algn="l" defTabSz="72000" rtl="0" eaLnBrk="1" fontAlgn="auto" latinLnBrk="0" hangingPunct="1">
              <a:lnSpc>
                <a:spcPct val="120000"/>
              </a:lnSpc>
              <a:spcBef>
                <a:spcPts val="800"/>
              </a:spcBef>
              <a:spcAft>
                <a:spcPts val="0"/>
              </a:spcAft>
              <a:buClr>
                <a:schemeClr val="accent1"/>
              </a:buClr>
              <a:buSzTx/>
              <a:buFont typeface="Wingdings" panose="05000000000000000000" pitchFamily="2" charset="2"/>
              <a:buChar char="§"/>
              <a:tabLst/>
              <a:defRPr sz="1050" b="1" i="0">
                <a:solidFill>
                  <a:schemeClr val="accent6"/>
                </a:solidFill>
                <a:latin typeface="Arial" panose="020B0604020202020204" pitchFamily="34" charset="0"/>
              </a:defRPr>
            </a:lvl1pPr>
          </a:lstStyle>
          <a:p>
            <a:pPr lvl="0"/>
            <a:r>
              <a:rPr lang="fr-FR" dirty="0"/>
              <a:t>Your </a:t>
            </a:r>
            <a:r>
              <a:rPr lang="fr-FR" dirty="0" err="1"/>
              <a:t>text</a:t>
            </a:r>
            <a:endParaRPr lang="fr-FR" dirty="0"/>
          </a:p>
          <a:p>
            <a:pPr marL="0" marR="0" lvl="0" indent="176213" algn="l" defTabSz="72000" rtl="0" eaLnBrk="1" fontAlgn="auto" latinLnBrk="0" hangingPunct="1">
              <a:lnSpc>
                <a:spcPct val="120000"/>
              </a:lnSpc>
              <a:spcBef>
                <a:spcPts val="800"/>
              </a:spcBef>
              <a:spcAft>
                <a:spcPts val="0"/>
              </a:spcAft>
              <a:buClr>
                <a:schemeClr val="accent1"/>
              </a:buClr>
              <a:buSzTx/>
              <a:buFont typeface="Wingdings" panose="05000000000000000000" pitchFamily="2" charset="2"/>
              <a:buChar char="§"/>
              <a:tabLst/>
              <a:defRPr/>
            </a:pPr>
            <a:r>
              <a:rPr lang="fr-FR" dirty="0"/>
              <a:t>Your </a:t>
            </a:r>
            <a:r>
              <a:rPr lang="fr-FR" dirty="0" err="1"/>
              <a:t>text</a:t>
            </a:r>
            <a:endParaRPr lang="fr-FR" dirty="0"/>
          </a:p>
          <a:p>
            <a:pPr marL="0" marR="0" lvl="0" indent="176213" algn="l" defTabSz="72000" rtl="0" eaLnBrk="1" fontAlgn="auto" latinLnBrk="0" hangingPunct="1">
              <a:lnSpc>
                <a:spcPct val="120000"/>
              </a:lnSpc>
              <a:spcBef>
                <a:spcPts val="800"/>
              </a:spcBef>
              <a:spcAft>
                <a:spcPts val="0"/>
              </a:spcAft>
              <a:buClr>
                <a:schemeClr val="accent1"/>
              </a:buClr>
              <a:buSzTx/>
              <a:buFont typeface="Wingdings" panose="05000000000000000000" pitchFamily="2" charset="2"/>
              <a:buChar char="§"/>
              <a:tabLst/>
              <a:defRPr/>
            </a:pPr>
            <a:r>
              <a:rPr lang="fr-FR" dirty="0"/>
              <a:t>Your </a:t>
            </a:r>
            <a:r>
              <a:rPr lang="fr-FR" dirty="0" err="1"/>
              <a:t>text</a:t>
            </a:r>
            <a:endParaRPr lang="fr-FR" dirty="0"/>
          </a:p>
          <a:p>
            <a:pPr marL="0" marR="0" lvl="0" indent="176213" algn="l" defTabSz="72000" rtl="0" eaLnBrk="1" fontAlgn="auto" latinLnBrk="0" hangingPunct="1">
              <a:lnSpc>
                <a:spcPct val="120000"/>
              </a:lnSpc>
              <a:spcBef>
                <a:spcPts val="800"/>
              </a:spcBef>
              <a:spcAft>
                <a:spcPts val="0"/>
              </a:spcAft>
              <a:buClr>
                <a:schemeClr val="accent1"/>
              </a:buClr>
              <a:buSzTx/>
              <a:buFont typeface="Wingdings" panose="05000000000000000000" pitchFamily="2" charset="2"/>
              <a:buChar char="§"/>
              <a:tabLst/>
              <a:defRPr/>
            </a:pPr>
            <a:r>
              <a:rPr lang="fr-FR" dirty="0"/>
              <a:t>Your </a:t>
            </a:r>
            <a:r>
              <a:rPr lang="fr-FR" dirty="0" err="1"/>
              <a:t>text</a:t>
            </a:r>
            <a:endParaRPr lang="fr-FR" dirty="0"/>
          </a:p>
        </p:txBody>
      </p:sp>
      <p:sp>
        <p:nvSpPr>
          <p:cNvPr id="77" name="Espace réservé du texte 22">
            <a:extLst>
              <a:ext uri="{FF2B5EF4-FFF2-40B4-BE49-F238E27FC236}">
                <a16:creationId xmlns:a16="http://schemas.microsoft.com/office/drawing/2014/main" id="{4272A539-E2EB-D676-8CEA-8B44352B4831}"/>
              </a:ext>
            </a:extLst>
          </p:cNvPr>
          <p:cNvSpPr>
            <a:spLocks noGrp="1"/>
          </p:cNvSpPr>
          <p:nvPr>
            <p:ph type="body" sz="quarter" idx="53" hasCustomPrompt="1"/>
          </p:nvPr>
        </p:nvSpPr>
        <p:spPr>
          <a:xfrm>
            <a:off x="9114412" y="4907977"/>
            <a:ext cx="1194050" cy="1115110"/>
          </a:xfrm>
          <a:prstGeom prst="rect">
            <a:avLst/>
          </a:prstGeom>
        </p:spPr>
        <p:txBody>
          <a:bodyPr>
            <a:normAutofit/>
          </a:bodyPr>
          <a:lstStyle>
            <a:lvl1pPr marL="0" marR="0" indent="176213" algn="l" defTabSz="72000" rtl="0" eaLnBrk="1" fontAlgn="auto" latinLnBrk="0" hangingPunct="1">
              <a:lnSpc>
                <a:spcPct val="120000"/>
              </a:lnSpc>
              <a:spcBef>
                <a:spcPts val="800"/>
              </a:spcBef>
              <a:spcAft>
                <a:spcPts val="0"/>
              </a:spcAft>
              <a:buClr>
                <a:schemeClr val="accent1"/>
              </a:buClr>
              <a:buSzTx/>
              <a:buFont typeface="Wingdings" panose="05000000000000000000" pitchFamily="2" charset="2"/>
              <a:buChar char="§"/>
              <a:tabLst/>
              <a:defRPr sz="1050" b="1" i="0">
                <a:solidFill>
                  <a:schemeClr val="accent6"/>
                </a:solidFill>
                <a:latin typeface="Arial" panose="020B0604020202020204" pitchFamily="34" charset="0"/>
              </a:defRPr>
            </a:lvl1pPr>
          </a:lstStyle>
          <a:p>
            <a:pPr lvl="0"/>
            <a:r>
              <a:rPr lang="fr-FR" dirty="0"/>
              <a:t>Your </a:t>
            </a:r>
            <a:r>
              <a:rPr lang="fr-FR" dirty="0" err="1"/>
              <a:t>text</a:t>
            </a:r>
            <a:endParaRPr lang="fr-FR" dirty="0"/>
          </a:p>
          <a:p>
            <a:pPr marL="0" marR="0" lvl="0" indent="176213" algn="l" defTabSz="72000" rtl="0" eaLnBrk="1" fontAlgn="auto" latinLnBrk="0" hangingPunct="1">
              <a:lnSpc>
                <a:spcPct val="120000"/>
              </a:lnSpc>
              <a:spcBef>
                <a:spcPts val="800"/>
              </a:spcBef>
              <a:spcAft>
                <a:spcPts val="0"/>
              </a:spcAft>
              <a:buClr>
                <a:schemeClr val="accent1"/>
              </a:buClr>
              <a:buSzTx/>
              <a:buFont typeface="Wingdings" panose="05000000000000000000" pitchFamily="2" charset="2"/>
              <a:buChar char="§"/>
              <a:tabLst/>
              <a:defRPr/>
            </a:pPr>
            <a:r>
              <a:rPr lang="fr-FR" dirty="0"/>
              <a:t>Your </a:t>
            </a:r>
            <a:r>
              <a:rPr lang="fr-FR" dirty="0" err="1"/>
              <a:t>text</a:t>
            </a:r>
            <a:endParaRPr lang="fr-FR" dirty="0"/>
          </a:p>
          <a:p>
            <a:pPr marL="0" marR="0" lvl="0" indent="176213" algn="l" defTabSz="72000" rtl="0" eaLnBrk="1" fontAlgn="auto" latinLnBrk="0" hangingPunct="1">
              <a:lnSpc>
                <a:spcPct val="120000"/>
              </a:lnSpc>
              <a:spcBef>
                <a:spcPts val="800"/>
              </a:spcBef>
              <a:spcAft>
                <a:spcPts val="0"/>
              </a:spcAft>
              <a:buClr>
                <a:schemeClr val="accent1"/>
              </a:buClr>
              <a:buSzTx/>
              <a:buFont typeface="Wingdings" panose="05000000000000000000" pitchFamily="2" charset="2"/>
              <a:buChar char="§"/>
              <a:tabLst/>
              <a:defRPr/>
            </a:pPr>
            <a:r>
              <a:rPr lang="fr-FR" dirty="0"/>
              <a:t>Your </a:t>
            </a:r>
            <a:r>
              <a:rPr lang="fr-FR" dirty="0" err="1"/>
              <a:t>text</a:t>
            </a:r>
            <a:endParaRPr lang="fr-FR" dirty="0"/>
          </a:p>
          <a:p>
            <a:pPr marL="0" marR="0" lvl="0" indent="176213" algn="l" defTabSz="72000" rtl="0" eaLnBrk="1" fontAlgn="auto" latinLnBrk="0" hangingPunct="1">
              <a:lnSpc>
                <a:spcPct val="120000"/>
              </a:lnSpc>
              <a:spcBef>
                <a:spcPts val="800"/>
              </a:spcBef>
              <a:spcAft>
                <a:spcPts val="0"/>
              </a:spcAft>
              <a:buClr>
                <a:schemeClr val="accent1"/>
              </a:buClr>
              <a:buSzTx/>
              <a:buFont typeface="Wingdings" panose="05000000000000000000" pitchFamily="2" charset="2"/>
              <a:buChar char="§"/>
              <a:tabLst/>
              <a:defRPr/>
            </a:pPr>
            <a:r>
              <a:rPr lang="fr-FR" dirty="0"/>
              <a:t>Your </a:t>
            </a:r>
            <a:r>
              <a:rPr lang="fr-FR" dirty="0" err="1"/>
              <a:t>text</a:t>
            </a:r>
            <a:endParaRPr lang="fr-FR" dirty="0"/>
          </a:p>
        </p:txBody>
      </p:sp>
      <p:sp>
        <p:nvSpPr>
          <p:cNvPr id="78" name="Espace réservé du texte 22">
            <a:extLst>
              <a:ext uri="{FF2B5EF4-FFF2-40B4-BE49-F238E27FC236}">
                <a16:creationId xmlns:a16="http://schemas.microsoft.com/office/drawing/2014/main" id="{B8B4865E-EC52-101F-057C-CCB3CD8084C4}"/>
              </a:ext>
            </a:extLst>
          </p:cNvPr>
          <p:cNvSpPr>
            <a:spLocks noGrp="1"/>
          </p:cNvSpPr>
          <p:nvPr>
            <p:ph type="body" sz="quarter" idx="54" hasCustomPrompt="1"/>
          </p:nvPr>
        </p:nvSpPr>
        <p:spPr>
          <a:xfrm>
            <a:off x="10512988" y="3416249"/>
            <a:ext cx="1194050" cy="1115110"/>
          </a:xfrm>
          <a:prstGeom prst="rect">
            <a:avLst/>
          </a:prstGeom>
        </p:spPr>
        <p:txBody>
          <a:bodyPr>
            <a:normAutofit/>
          </a:bodyPr>
          <a:lstStyle>
            <a:lvl1pPr marL="0" marR="0" indent="176213" algn="l" defTabSz="72000" rtl="0" eaLnBrk="1" fontAlgn="auto" latinLnBrk="0" hangingPunct="1">
              <a:lnSpc>
                <a:spcPct val="120000"/>
              </a:lnSpc>
              <a:spcBef>
                <a:spcPts val="800"/>
              </a:spcBef>
              <a:spcAft>
                <a:spcPts val="0"/>
              </a:spcAft>
              <a:buClr>
                <a:schemeClr val="accent1"/>
              </a:buClr>
              <a:buSzTx/>
              <a:buFont typeface="Wingdings" panose="05000000000000000000" pitchFamily="2" charset="2"/>
              <a:buChar char="§"/>
              <a:tabLst/>
              <a:defRPr lang="fr-FR" sz="1050" b="1" i="0" kern="1200">
                <a:solidFill>
                  <a:schemeClr val="accent6"/>
                </a:solidFill>
                <a:latin typeface="Arial" panose="020B0604020202020204" pitchFamily="34" charset="0"/>
                <a:ea typeface="+mn-ea"/>
                <a:cs typeface="+mn-cs"/>
              </a:defRPr>
            </a:lvl1pPr>
          </a:lstStyle>
          <a:p>
            <a:pPr lvl="0"/>
            <a:r>
              <a:rPr lang="fr-FR" dirty="0"/>
              <a:t>Your </a:t>
            </a:r>
            <a:r>
              <a:rPr lang="fr-FR" dirty="0" err="1"/>
              <a:t>text</a:t>
            </a:r>
            <a:endParaRPr lang="fr-FR" dirty="0"/>
          </a:p>
          <a:p>
            <a:pPr marL="0" marR="0" lvl="0" indent="176213" algn="l" defTabSz="72000" rtl="0" eaLnBrk="1" fontAlgn="auto" latinLnBrk="0" hangingPunct="1">
              <a:lnSpc>
                <a:spcPct val="120000"/>
              </a:lnSpc>
              <a:spcBef>
                <a:spcPts val="800"/>
              </a:spcBef>
              <a:spcAft>
                <a:spcPts val="0"/>
              </a:spcAft>
              <a:buClr>
                <a:schemeClr val="accent1"/>
              </a:buClr>
              <a:buSzTx/>
              <a:buFont typeface="Wingdings" panose="05000000000000000000" pitchFamily="2" charset="2"/>
              <a:buChar char="§"/>
              <a:tabLst/>
              <a:defRPr/>
            </a:pPr>
            <a:r>
              <a:rPr lang="fr-FR" dirty="0"/>
              <a:t>Your </a:t>
            </a:r>
            <a:r>
              <a:rPr lang="fr-FR" dirty="0" err="1"/>
              <a:t>text</a:t>
            </a:r>
            <a:endParaRPr lang="fr-FR" dirty="0"/>
          </a:p>
          <a:p>
            <a:pPr marL="0" marR="0" lvl="0" indent="176213" algn="l" defTabSz="72000" rtl="0" eaLnBrk="1" fontAlgn="auto" latinLnBrk="0" hangingPunct="1">
              <a:lnSpc>
                <a:spcPct val="120000"/>
              </a:lnSpc>
              <a:spcBef>
                <a:spcPts val="800"/>
              </a:spcBef>
              <a:spcAft>
                <a:spcPts val="0"/>
              </a:spcAft>
              <a:buClr>
                <a:schemeClr val="accent1"/>
              </a:buClr>
              <a:buSzTx/>
              <a:buFont typeface="Wingdings" panose="05000000000000000000" pitchFamily="2" charset="2"/>
              <a:buChar char="§"/>
              <a:tabLst/>
              <a:defRPr/>
            </a:pPr>
            <a:r>
              <a:rPr lang="fr-FR" dirty="0"/>
              <a:t>Your </a:t>
            </a:r>
            <a:r>
              <a:rPr lang="fr-FR" dirty="0" err="1"/>
              <a:t>text</a:t>
            </a:r>
            <a:endParaRPr lang="fr-FR" dirty="0"/>
          </a:p>
          <a:p>
            <a:pPr marL="0" marR="0" lvl="0" indent="176213" algn="l" defTabSz="72000" rtl="0" eaLnBrk="1" fontAlgn="auto" latinLnBrk="0" hangingPunct="1">
              <a:lnSpc>
                <a:spcPct val="120000"/>
              </a:lnSpc>
              <a:spcBef>
                <a:spcPts val="800"/>
              </a:spcBef>
              <a:spcAft>
                <a:spcPts val="0"/>
              </a:spcAft>
              <a:buClr>
                <a:schemeClr val="accent1"/>
              </a:buClr>
              <a:buSzTx/>
              <a:buFont typeface="Wingdings" panose="05000000000000000000" pitchFamily="2" charset="2"/>
              <a:buChar char="§"/>
              <a:tabLst/>
              <a:defRPr/>
            </a:pPr>
            <a:r>
              <a:rPr lang="fr-FR" dirty="0"/>
              <a:t>Your </a:t>
            </a:r>
            <a:r>
              <a:rPr lang="fr-FR" dirty="0" err="1"/>
              <a:t>text</a:t>
            </a:r>
            <a:endParaRPr lang="fr-FR" dirty="0"/>
          </a:p>
        </p:txBody>
      </p:sp>
      <p:sp>
        <p:nvSpPr>
          <p:cNvPr id="79" name="Espace réservé du texte 22">
            <a:extLst>
              <a:ext uri="{FF2B5EF4-FFF2-40B4-BE49-F238E27FC236}">
                <a16:creationId xmlns:a16="http://schemas.microsoft.com/office/drawing/2014/main" id="{84DD246B-C95C-12C0-EC16-21267EB19951}"/>
              </a:ext>
            </a:extLst>
          </p:cNvPr>
          <p:cNvSpPr>
            <a:spLocks noGrp="1"/>
          </p:cNvSpPr>
          <p:nvPr>
            <p:ph type="body" sz="quarter" idx="55" hasCustomPrompt="1"/>
          </p:nvPr>
        </p:nvSpPr>
        <p:spPr>
          <a:xfrm>
            <a:off x="10512988" y="4907977"/>
            <a:ext cx="1194050" cy="1115110"/>
          </a:xfrm>
          <a:prstGeom prst="rect">
            <a:avLst/>
          </a:prstGeom>
        </p:spPr>
        <p:txBody>
          <a:bodyPr>
            <a:normAutofit/>
          </a:bodyPr>
          <a:lstStyle>
            <a:lvl1pPr marL="0" marR="0" indent="176213" algn="l" defTabSz="72000" rtl="0" eaLnBrk="1" fontAlgn="auto" latinLnBrk="0" hangingPunct="1">
              <a:lnSpc>
                <a:spcPct val="120000"/>
              </a:lnSpc>
              <a:spcBef>
                <a:spcPts val="800"/>
              </a:spcBef>
              <a:spcAft>
                <a:spcPts val="0"/>
              </a:spcAft>
              <a:buClr>
                <a:schemeClr val="accent1"/>
              </a:buClr>
              <a:buSzTx/>
              <a:buFont typeface="Wingdings" panose="05000000000000000000" pitchFamily="2" charset="2"/>
              <a:buChar char="§"/>
              <a:tabLst/>
              <a:defRPr lang="fr-FR" sz="1050" b="1" i="0" kern="1200">
                <a:solidFill>
                  <a:schemeClr val="accent6"/>
                </a:solidFill>
                <a:latin typeface="Arial" panose="020B0604020202020204" pitchFamily="34" charset="0"/>
                <a:ea typeface="+mn-ea"/>
                <a:cs typeface="+mn-cs"/>
              </a:defRPr>
            </a:lvl1pPr>
          </a:lstStyle>
          <a:p>
            <a:pPr lvl="0"/>
            <a:r>
              <a:rPr lang="fr-FR" dirty="0"/>
              <a:t>Your </a:t>
            </a:r>
            <a:r>
              <a:rPr lang="fr-FR" dirty="0" err="1"/>
              <a:t>text</a:t>
            </a:r>
            <a:endParaRPr lang="fr-FR" dirty="0"/>
          </a:p>
          <a:p>
            <a:pPr marL="0" marR="0" lvl="0" indent="176213" algn="l" defTabSz="72000" rtl="0" eaLnBrk="1" fontAlgn="auto" latinLnBrk="0" hangingPunct="1">
              <a:lnSpc>
                <a:spcPct val="120000"/>
              </a:lnSpc>
              <a:spcBef>
                <a:spcPts val="800"/>
              </a:spcBef>
              <a:spcAft>
                <a:spcPts val="0"/>
              </a:spcAft>
              <a:buClr>
                <a:schemeClr val="accent1"/>
              </a:buClr>
              <a:buSzTx/>
              <a:buFont typeface="Wingdings" panose="05000000000000000000" pitchFamily="2" charset="2"/>
              <a:buChar char="§"/>
              <a:tabLst/>
              <a:defRPr/>
            </a:pPr>
            <a:r>
              <a:rPr lang="fr-FR" dirty="0"/>
              <a:t>Your </a:t>
            </a:r>
            <a:r>
              <a:rPr lang="fr-FR" dirty="0" err="1"/>
              <a:t>text</a:t>
            </a:r>
            <a:endParaRPr lang="fr-FR" dirty="0"/>
          </a:p>
          <a:p>
            <a:pPr marL="0" marR="0" lvl="0" indent="176213" algn="l" defTabSz="72000" rtl="0" eaLnBrk="1" fontAlgn="auto" latinLnBrk="0" hangingPunct="1">
              <a:lnSpc>
                <a:spcPct val="120000"/>
              </a:lnSpc>
              <a:spcBef>
                <a:spcPts val="800"/>
              </a:spcBef>
              <a:spcAft>
                <a:spcPts val="0"/>
              </a:spcAft>
              <a:buClr>
                <a:schemeClr val="accent1"/>
              </a:buClr>
              <a:buSzTx/>
              <a:buFont typeface="Wingdings" panose="05000000000000000000" pitchFamily="2" charset="2"/>
              <a:buChar char="§"/>
              <a:tabLst/>
              <a:defRPr/>
            </a:pPr>
            <a:r>
              <a:rPr lang="fr-FR" dirty="0"/>
              <a:t>Your </a:t>
            </a:r>
            <a:r>
              <a:rPr lang="fr-FR" dirty="0" err="1"/>
              <a:t>text</a:t>
            </a:r>
            <a:endParaRPr lang="fr-FR" dirty="0"/>
          </a:p>
          <a:p>
            <a:pPr marL="0" marR="0" lvl="0" indent="176213" algn="l" defTabSz="72000" rtl="0" eaLnBrk="1" fontAlgn="auto" latinLnBrk="0" hangingPunct="1">
              <a:lnSpc>
                <a:spcPct val="120000"/>
              </a:lnSpc>
              <a:spcBef>
                <a:spcPts val="800"/>
              </a:spcBef>
              <a:spcAft>
                <a:spcPts val="0"/>
              </a:spcAft>
              <a:buClr>
                <a:schemeClr val="accent1"/>
              </a:buClr>
              <a:buSzTx/>
              <a:buFont typeface="Wingdings" panose="05000000000000000000" pitchFamily="2" charset="2"/>
              <a:buChar char="§"/>
              <a:tabLst/>
              <a:defRPr/>
            </a:pPr>
            <a:r>
              <a:rPr lang="fr-FR" dirty="0"/>
              <a:t>Your </a:t>
            </a:r>
            <a:r>
              <a:rPr lang="fr-FR" dirty="0" err="1"/>
              <a:t>text</a:t>
            </a:r>
            <a:endParaRPr lang="fr-FR" dirty="0"/>
          </a:p>
        </p:txBody>
      </p:sp>
    </p:spTree>
    <p:extLst>
      <p:ext uri="{BB962C8B-B14F-4D97-AF65-F5344CB8AC3E}">
        <p14:creationId xmlns:p14="http://schemas.microsoft.com/office/powerpoint/2010/main" val="295256096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Slide contact">
    <p:spTree>
      <p:nvGrpSpPr>
        <p:cNvPr id="1" name=""/>
        <p:cNvGrpSpPr/>
        <p:nvPr/>
      </p:nvGrpSpPr>
      <p:grpSpPr>
        <a:xfrm>
          <a:off x="0" y="0"/>
          <a:ext cx="0" cy="0"/>
          <a:chOff x="0" y="0"/>
          <a:chExt cx="0" cy="0"/>
        </a:xfrm>
      </p:grpSpPr>
      <p:sp>
        <p:nvSpPr>
          <p:cNvPr id="7" name="Espace réservé pour une image  26">
            <a:extLst>
              <a:ext uri="{FF2B5EF4-FFF2-40B4-BE49-F238E27FC236}">
                <a16:creationId xmlns:a16="http://schemas.microsoft.com/office/drawing/2014/main" id="{E3D2FB68-2BCB-4986-0BCB-51AC9328C5C6}"/>
              </a:ext>
            </a:extLst>
          </p:cNvPr>
          <p:cNvSpPr>
            <a:spLocks noGrp="1"/>
          </p:cNvSpPr>
          <p:nvPr>
            <p:ph type="pic" sz="quarter" idx="76"/>
          </p:nvPr>
        </p:nvSpPr>
        <p:spPr>
          <a:xfrm>
            <a:off x="442913" y="784861"/>
            <a:ext cx="3946207" cy="5488940"/>
          </a:xfrm>
          <a:solidFill>
            <a:schemeClr val="bg1">
              <a:lumMod val="95000"/>
            </a:schemeClr>
          </a:solidFill>
        </p:spPr>
        <p:txBody>
          <a:bodyPr/>
          <a:lstStyle>
            <a:lvl1pPr>
              <a:defRPr b="1" i="0">
                <a:latin typeface="Arial" panose="020B0604020202020204" pitchFamily="34" charset="0"/>
              </a:defRPr>
            </a:lvl1pPr>
          </a:lstStyle>
          <a:p>
            <a:endParaRPr lang="fr-FR" dirty="0"/>
          </a:p>
        </p:txBody>
      </p:sp>
      <p:sp>
        <p:nvSpPr>
          <p:cNvPr id="2" name="Titre 1">
            <a:extLst>
              <a:ext uri="{FF2B5EF4-FFF2-40B4-BE49-F238E27FC236}">
                <a16:creationId xmlns:a16="http://schemas.microsoft.com/office/drawing/2014/main" id="{0AED5CC8-EB6E-5994-72E1-33DD4B660101}"/>
              </a:ext>
            </a:extLst>
          </p:cNvPr>
          <p:cNvSpPr>
            <a:spLocks noGrp="1"/>
          </p:cNvSpPr>
          <p:nvPr>
            <p:ph type="title" hasCustomPrompt="1"/>
          </p:nvPr>
        </p:nvSpPr>
        <p:spPr>
          <a:xfrm>
            <a:off x="4951141" y="1560025"/>
            <a:ext cx="3419278" cy="511689"/>
          </a:xfrm>
        </p:spPr>
        <p:txBody>
          <a:bodyPr/>
          <a:lstStyle>
            <a:lvl1pPr>
              <a:defRPr b="1" i="0">
                <a:latin typeface="Arial" panose="020B0604020202020204" pitchFamily="34" charset="0"/>
              </a:defRPr>
            </a:lvl1pPr>
          </a:lstStyle>
          <a:p>
            <a:r>
              <a:rPr lang="fr-FR" dirty="0"/>
              <a:t>Your contact</a:t>
            </a:r>
          </a:p>
        </p:txBody>
      </p:sp>
      <p:sp>
        <p:nvSpPr>
          <p:cNvPr id="3" name="Espace réservé du pied de page 2">
            <a:extLst>
              <a:ext uri="{FF2B5EF4-FFF2-40B4-BE49-F238E27FC236}">
                <a16:creationId xmlns:a16="http://schemas.microsoft.com/office/drawing/2014/main" id="{44D0CDEA-F477-3AA9-A267-74F5762FE6D5}"/>
              </a:ext>
            </a:extLst>
          </p:cNvPr>
          <p:cNvSpPr>
            <a:spLocks noGrp="1"/>
          </p:cNvSpPr>
          <p:nvPr>
            <p:ph type="ftr" sz="quarter" idx="10"/>
          </p:nvPr>
        </p:nvSpPr>
        <p:spPr/>
        <p:txBody>
          <a:bodyPr/>
          <a:lstStyle>
            <a:lvl1pPr>
              <a:defRPr b="1" i="0">
                <a:latin typeface="Arial" panose="020B0604020202020204" pitchFamily="34" charset="0"/>
              </a:defRPr>
            </a:lvl1pPr>
          </a:lstStyle>
          <a:p>
            <a:r>
              <a:rPr lang="fr-FR" dirty="0" err="1"/>
              <a:t>Presentation</a:t>
            </a:r>
            <a:r>
              <a:rPr lang="fr-FR" dirty="0"/>
              <a:t> </a:t>
            </a:r>
            <a:r>
              <a:rPr lang="fr-FR" dirty="0" err="1"/>
              <a:t>title</a:t>
            </a:r>
            <a:endParaRPr lang="fr-FR" dirty="0"/>
          </a:p>
        </p:txBody>
      </p:sp>
      <p:sp>
        <p:nvSpPr>
          <p:cNvPr id="4" name="Espace réservé du numéro de diapositive 3">
            <a:extLst>
              <a:ext uri="{FF2B5EF4-FFF2-40B4-BE49-F238E27FC236}">
                <a16:creationId xmlns:a16="http://schemas.microsoft.com/office/drawing/2014/main" id="{FB4B9001-225B-57E0-A5F7-77A6B94E7EEF}"/>
              </a:ext>
            </a:extLst>
          </p:cNvPr>
          <p:cNvSpPr>
            <a:spLocks noGrp="1"/>
          </p:cNvSpPr>
          <p:nvPr>
            <p:ph type="sldNum" sz="quarter" idx="11"/>
          </p:nvPr>
        </p:nvSpPr>
        <p:spPr/>
        <p:txBody>
          <a:bodyPr/>
          <a:lstStyle>
            <a:lvl1pPr>
              <a:defRPr b="1" i="0">
                <a:latin typeface="Arial" panose="020B0604020202020204" pitchFamily="34" charset="0"/>
              </a:defRPr>
            </a:lvl1pPr>
          </a:lstStyle>
          <a:p>
            <a:fld id="{29BED1D5-2372-4BA3-AEA9-1F7A0F9A5921}" type="slidenum">
              <a:rPr lang="fr-FR" smtClean="0"/>
              <a:pPr/>
              <a:t>‹#›</a:t>
            </a:fld>
            <a:endParaRPr lang="fr-FR" dirty="0"/>
          </a:p>
        </p:txBody>
      </p:sp>
      <p:sp>
        <p:nvSpPr>
          <p:cNvPr id="8" name="Espace réservé du texte 22">
            <a:extLst>
              <a:ext uri="{FF2B5EF4-FFF2-40B4-BE49-F238E27FC236}">
                <a16:creationId xmlns:a16="http://schemas.microsoft.com/office/drawing/2014/main" id="{D49FD4CA-4FB1-7BFD-58B7-BFFC989E84ED}"/>
              </a:ext>
            </a:extLst>
          </p:cNvPr>
          <p:cNvSpPr>
            <a:spLocks noGrp="1"/>
          </p:cNvSpPr>
          <p:nvPr>
            <p:ph type="body" sz="quarter" idx="22" hasCustomPrompt="1"/>
          </p:nvPr>
        </p:nvSpPr>
        <p:spPr>
          <a:xfrm>
            <a:off x="4889609" y="3306007"/>
            <a:ext cx="3480811" cy="201630"/>
          </a:xfrm>
          <a:prstGeom prst="rect">
            <a:avLst/>
          </a:prstGeom>
        </p:spPr>
        <p:txBody>
          <a:bodyPr/>
          <a:lstStyle>
            <a:lvl1pPr>
              <a:lnSpc>
                <a:spcPct val="100000"/>
              </a:lnSpc>
              <a:defRPr sz="1050" b="1" i="0">
                <a:solidFill>
                  <a:schemeClr val="accent1"/>
                </a:solidFill>
                <a:latin typeface="Arial" panose="020B0604020202020204" pitchFamily="34" charset="0"/>
              </a:defRPr>
            </a:lvl1pPr>
          </a:lstStyle>
          <a:p>
            <a:pPr lvl="0"/>
            <a:r>
              <a:rPr lang="fr-FR" dirty="0"/>
              <a:t>Fonction</a:t>
            </a:r>
          </a:p>
        </p:txBody>
      </p:sp>
      <p:sp>
        <p:nvSpPr>
          <p:cNvPr id="9" name="Espace réservé du texte 22">
            <a:extLst>
              <a:ext uri="{FF2B5EF4-FFF2-40B4-BE49-F238E27FC236}">
                <a16:creationId xmlns:a16="http://schemas.microsoft.com/office/drawing/2014/main" id="{06EEA914-4F70-969E-4B4D-ED9107999E4E}"/>
              </a:ext>
            </a:extLst>
          </p:cNvPr>
          <p:cNvSpPr>
            <a:spLocks noGrp="1"/>
          </p:cNvSpPr>
          <p:nvPr>
            <p:ph type="body" sz="quarter" idx="23" hasCustomPrompt="1"/>
          </p:nvPr>
        </p:nvSpPr>
        <p:spPr>
          <a:xfrm>
            <a:off x="4889609" y="2572605"/>
            <a:ext cx="3480811" cy="521717"/>
          </a:xfrm>
          <a:prstGeom prst="rect">
            <a:avLst/>
          </a:prstGeom>
        </p:spPr>
        <p:txBody>
          <a:bodyPr>
            <a:noAutofit/>
          </a:bodyPr>
          <a:lstStyle>
            <a:lvl1pPr>
              <a:lnSpc>
                <a:spcPct val="120000"/>
              </a:lnSpc>
              <a:spcBef>
                <a:spcPts val="0"/>
              </a:spcBef>
              <a:spcAft>
                <a:spcPts val="300"/>
              </a:spcAft>
              <a:defRPr lang="fr-FR" sz="1400" b="1" i="0" kern="1200" cap="none" spc="200" baseline="0" dirty="0">
                <a:solidFill>
                  <a:schemeClr val="accent1">
                    <a:lumMod val="75000"/>
                  </a:schemeClr>
                </a:solidFill>
                <a:latin typeface="Arial" panose="020B0604020202020204" pitchFamily="34" charset="0"/>
                <a:ea typeface="+mn-ea"/>
                <a:cs typeface="+mn-cs"/>
              </a:defRPr>
            </a:lvl1pPr>
          </a:lstStyle>
          <a:p>
            <a:pPr lvl="0"/>
            <a:r>
              <a:rPr lang="fr-FR" dirty="0"/>
              <a:t>First </a:t>
            </a:r>
            <a:r>
              <a:rPr lang="fr-FR" dirty="0" err="1"/>
              <a:t>name</a:t>
            </a:r>
            <a:endParaRPr lang="fr-FR" dirty="0"/>
          </a:p>
          <a:p>
            <a:pPr lvl="0"/>
            <a:r>
              <a:rPr lang="fr-FR" dirty="0"/>
              <a:t>Name</a:t>
            </a:r>
          </a:p>
        </p:txBody>
      </p:sp>
      <p:grpSp>
        <p:nvGrpSpPr>
          <p:cNvPr id="10" name="Group 42">
            <a:extLst>
              <a:ext uri="{FF2B5EF4-FFF2-40B4-BE49-F238E27FC236}">
                <a16:creationId xmlns:a16="http://schemas.microsoft.com/office/drawing/2014/main" id="{65EBC45C-330B-82D9-5602-CBD48E292796}"/>
              </a:ext>
            </a:extLst>
          </p:cNvPr>
          <p:cNvGrpSpPr/>
          <p:nvPr userDrawn="1"/>
        </p:nvGrpSpPr>
        <p:grpSpPr>
          <a:xfrm>
            <a:off x="4971209" y="3840625"/>
            <a:ext cx="185270" cy="138760"/>
            <a:chOff x="10121451" y="1489461"/>
            <a:chExt cx="4876800" cy="3652522"/>
          </a:xfrm>
          <a:solidFill>
            <a:schemeClr val="tx2"/>
          </a:solidFill>
        </p:grpSpPr>
        <p:sp>
          <p:nvSpPr>
            <p:cNvPr id="11" name="Freeform: Shape 40">
              <a:extLst>
                <a:ext uri="{FF2B5EF4-FFF2-40B4-BE49-F238E27FC236}">
                  <a16:creationId xmlns:a16="http://schemas.microsoft.com/office/drawing/2014/main" id="{E7DE999A-506B-6F1C-475A-BC179491489C}"/>
                </a:ext>
              </a:extLst>
            </p:cNvPr>
            <p:cNvSpPr/>
            <p:nvPr/>
          </p:nvSpPr>
          <p:spPr>
            <a:xfrm>
              <a:off x="10121451" y="2509931"/>
              <a:ext cx="4876790" cy="2632052"/>
            </a:xfrm>
            <a:custGeom>
              <a:avLst/>
              <a:gdLst>
                <a:gd name="connsiteX0" fmla="*/ 2845965 w 4876790"/>
                <a:gd name="connsiteY0" fmla="*/ 1355322 h 2632052"/>
                <a:gd name="connsiteX1" fmla="*/ 2438400 w 4876790"/>
                <a:gd name="connsiteY1" fmla="*/ 1478966 h 2632052"/>
                <a:gd name="connsiteX2" fmla="*/ 2030844 w 4876790"/>
                <a:gd name="connsiteY2" fmla="*/ 1355322 h 2632052"/>
                <a:gd name="connsiteX3" fmla="*/ 32471 w 4876790"/>
                <a:gd name="connsiteY3" fmla="*/ 23032 h 2632052"/>
                <a:gd name="connsiteX4" fmla="*/ 0 w 4876790"/>
                <a:gd name="connsiteY4" fmla="*/ 10 h 2632052"/>
                <a:gd name="connsiteX5" fmla="*/ 0 w 4876790"/>
                <a:gd name="connsiteY5" fmla="*/ 2183111 h 2632052"/>
                <a:gd name="connsiteX6" fmla="*/ 448942 w 4876790"/>
                <a:gd name="connsiteY6" fmla="*/ 2632053 h 2632052"/>
                <a:gd name="connsiteX7" fmla="*/ 4427849 w 4876790"/>
                <a:gd name="connsiteY7" fmla="*/ 2632053 h 2632052"/>
                <a:gd name="connsiteX8" fmla="*/ 4876791 w 4876790"/>
                <a:gd name="connsiteY8" fmla="*/ 2183111 h 2632052"/>
                <a:gd name="connsiteX9" fmla="*/ 4876791 w 4876790"/>
                <a:gd name="connsiteY9" fmla="*/ 0 h 2632052"/>
                <a:gd name="connsiteX10" fmla="*/ 4844253 w 4876790"/>
                <a:gd name="connsiteY10" fmla="*/ 23070 h 2632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876790" h="2632052">
                  <a:moveTo>
                    <a:pt x="2845965" y="1355322"/>
                  </a:moveTo>
                  <a:cubicBezTo>
                    <a:pt x="2724636" y="1436208"/>
                    <a:pt x="2583704" y="1478966"/>
                    <a:pt x="2438400" y="1478966"/>
                  </a:cubicBezTo>
                  <a:cubicBezTo>
                    <a:pt x="2293106" y="1478966"/>
                    <a:pt x="2152174" y="1436208"/>
                    <a:pt x="2030844" y="1355322"/>
                  </a:cubicBezTo>
                  <a:lnTo>
                    <a:pt x="32471" y="23032"/>
                  </a:lnTo>
                  <a:cubicBezTo>
                    <a:pt x="21384" y="15640"/>
                    <a:pt x="10582" y="7934"/>
                    <a:pt x="0" y="10"/>
                  </a:cubicBezTo>
                  <a:lnTo>
                    <a:pt x="0" y="2183111"/>
                  </a:lnTo>
                  <a:cubicBezTo>
                    <a:pt x="0" y="2433409"/>
                    <a:pt x="203121" y="2632053"/>
                    <a:pt x="448942" y="2632053"/>
                  </a:cubicBezTo>
                  <a:lnTo>
                    <a:pt x="4427849" y="2632053"/>
                  </a:lnTo>
                  <a:cubicBezTo>
                    <a:pt x="4678147" y="2632053"/>
                    <a:pt x="4876791" y="2428932"/>
                    <a:pt x="4876791" y="2183111"/>
                  </a:cubicBezTo>
                  <a:lnTo>
                    <a:pt x="4876791" y="0"/>
                  </a:lnTo>
                  <a:cubicBezTo>
                    <a:pt x="4866189" y="7944"/>
                    <a:pt x="4855369" y="15669"/>
                    <a:pt x="4844253" y="23070"/>
                  </a:cubicBezTo>
                  <a:close/>
                </a:path>
              </a:pathLst>
            </a:custGeom>
            <a:grpFill/>
            <a:ln w="9525" cap="flat">
              <a:noFill/>
              <a:prstDash val="solid"/>
              <a:miter/>
            </a:ln>
          </p:spPr>
          <p:txBody>
            <a:bodyPr rtlCol="0" anchor="ctr"/>
            <a:lstStyle/>
            <a:p>
              <a:endParaRPr lang="fr-FR" b="1" i="0" dirty="0">
                <a:latin typeface="Arial" panose="020B0604020202020204" pitchFamily="34" charset="0"/>
              </a:endParaRPr>
            </a:p>
          </p:txBody>
        </p:sp>
        <p:sp>
          <p:nvSpPr>
            <p:cNvPr id="12" name="Freeform: Shape 41">
              <a:extLst>
                <a:ext uri="{FF2B5EF4-FFF2-40B4-BE49-F238E27FC236}">
                  <a16:creationId xmlns:a16="http://schemas.microsoft.com/office/drawing/2014/main" id="{96C12C79-F234-76AA-9662-4FFA97CE9736}"/>
                </a:ext>
              </a:extLst>
            </p:cNvPr>
            <p:cNvSpPr/>
            <p:nvPr/>
          </p:nvSpPr>
          <p:spPr>
            <a:xfrm>
              <a:off x="10121451" y="1489461"/>
              <a:ext cx="4876800" cy="2213686"/>
            </a:xfrm>
            <a:custGeom>
              <a:avLst/>
              <a:gdLst>
                <a:gd name="connsiteX0" fmla="*/ 190976 w 4876800"/>
                <a:gd name="connsiteY0" fmla="*/ 805739 h 2213686"/>
                <a:gd name="connsiteX1" fmla="*/ 2189350 w 4876800"/>
                <a:gd name="connsiteY1" fmla="*/ 2138039 h 2213686"/>
                <a:gd name="connsiteX2" fmla="*/ 2438391 w 4876800"/>
                <a:gd name="connsiteY2" fmla="*/ 2213686 h 2213686"/>
                <a:gd name="connsiteX3" fmla="*/ 2687450 w 4876800"/>
                <a:gd name="connsiteY3" fmla="*/ 2138039 h 2213686"/>
                <a:gd name="connsiteX4" fmla="*/ 4685824 w 4876800"/>
                <a:gd name="connsiteY4" fmla="*/ 805739 h 2213686"/>
                <a:gd name="connsiteX5" fmla="*/ 4876800 w 4876800"/>
                <a:gd name="connsiteY5" fmla="*/ 448789 h 2213686"/>
                <a:gd name="connsiteX6" fmla="*/ 4428011 w 4876800"/>
                <a:gd name="connsiteY6" fmla="*/ 0 h 2213686"/>
                <a:gd name="connsiteX7" fmla="*/ 448789 w 4876800"/>
                <a:gd name="connsiteY7" fmla="*/ 0 h 2213686"/>
                <a:gd name="connsiteX8" fmla="*/ 0 w 4876800"/>
                <a:gd name="connsiteY8" fmla="*/ 449028 h 2213686"/>
                <a:gd name="connsiteX9" fmla="*/ 190976 w 4876800"/>
                <a:gd name="connsiteY9" fmla="*/ 805739 h 2213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876800" h="2213686">
                  <a:moveTo>
                    <a:pt x="190976" y="805739"/>
                  </a:moveTo>
                  <a:lnTo>
                    <a:pt x="2189350" y="2138039"/>
                  </a:lnTo>
                  <a:cubicBezTo>
                    <a:pt x="2264997" y="2188474"/>
                    <a:pt x="2351694" y="2213686"/>
                    <a:pt x="2438391" y="2213686"/>
                  </a:cubicBezTo>
                  <a:cubicBezTo>
                    <a:pt x="2525097" y="2213686"/>
                    <a:pt x="2611803" y="2188464"/>
                    <a:pt x="2687450" y="2138039"/>
                  </a:cubicBezTo>
                  <a:lnTo>
                    <a:pt x="4685824" y="805739"/>
                  </a:lnTo>
                  <a:cubicBezTo>
                    <a:pt x="4805410" y="726062"/>
                    <a:pt x="4876800" y="592712"/>
                    <a:pt x="4876800" y="448789"/>
                  </a:cubicBezTo>
                  <a:cubicBezTo>
                    <a:pt x="4876800" y="201320"/>
                    <a:pt x="4675470" y="0"/>
                    <a:pt x="4428011" y="0"/>
                  </a:cubicBezTo>
                  <a:lnTo>
                    <a:pt x="448789" y="0"/>
                  </a:lnTo>
                  <a:cubicBezTo>
                    <a:pt x="201330" y="10"/>
                    <a:pt x="0" y="201330"/>
                    <a:pt x="0" y="449028"/>
                  </a:cubicBezTo>
                  <a:cubicBezTo>
                    <a:pt x="0" y="592712"/>
                    <a:pt x="71399" y="726062"/>
                    <a:pt x="190976" y="805739"/>
                  </a:cubicBezTo>
                  <a:close/>
                </a:path>
              </a:pathLst>
            </a:custGeom>
            <a:grpFill/>
            <a:ln w="9525" cap="flat">
              <a:noFill/>
              <a:prstDash val="solid"/>
              <a:miter/>
            </a:ln>
          </p:spPr>
          <p:txBody>
            <a:bodyPr rtlCol="0" anchor="ctr"/>
            <a:lstStyle/>
            <a:p>
              <a:endParaRPr lang="fr-FR" b="1" i="0" dirty="0">
                <a:latin typeface="Arial" panose="020B0604020202020204" pitchFamily="34" charset="0"/>
              </a:endParaRPr>
            </a:p>
          </p:txBody>
        </p:sp>
      </p:grpSp>
      <p:sp>
        <p:nvSpPr>
          <p:cNvPr id="13" name="Graphic 44">
            <a:extLst>
              <a:ext uri="{FF2B5EF4-FFF2-40B4-BE49-F238E27FC236}">
                <a16:creationId xmlns:a16="http://schemas.microsoft.com/office/drawing/2014/main" id="{F6CBAEF0-FEC2-D91E-10E8-65545FA23701}"/>
              </a:ext>
            </a:extLst>
          </p:cNvPr>
          <p:cNvSpPr/>
          <p:nvPr userDrawn="1"/>
        </p:nvSpPr>
        <p:spPr>
          <a:xfrm>
            <a:off x="4971210" y="4275514"/>
            <a:ext cx="185269" cy="185660"/>
          </a:xfrm>
          <a:custGeom>
            <a:avLst/>
            <a:gdLst>
              <a:gd name="connsiteX0" fmla="*/ 4754126 w 4882148"/>
              <a:gd name="connsiteY0" fmla="*/ 3590544 h 4892427"/>
              <a:gd name="connsiteX1" fmla="*/ 4071374 w 4882148"/>
              <a:gd name="connsiteY1" fmla="*/ 2907792 h 4892427"/>
              <a:gd name="connsiteX2" fmla="*/ 3315470 w 4882148"/>
              <a:gd name="connsiteY2" fmla="*/ 3078480 h 4892427"/>
              <a:gd name="connsiteX3" fmla="*/ 2779022 w 4882148"/>
              <a:gd name="connsiteY3" fmla="*/ 3371088 h 4892427"/>
              <a:gd name="connsiteX4" fmla="*/ 1511054 w 4882148"/>
              <a:gd name="connsiteY4" fmla="*/ 2103120 h 4892427"/>
              <a:gd name="connsiteX5" fmla="*/ 1803662 w 4882148"/>
              <a:gd name="connsiteY5" fmla="*/ 1566672 h 4892427"/>
              <a:gd name="connsiteX6" fmla="*/ 1974350 w 4882148"/>
              <a:gd name="connsiteY6" fmla="*/ 810768 h 4892427"/>
              <a:gd name="connsiteX7" fmla="*/ 1291598 w 4882148"/>
              <a:gd name="connsiteY7" fmla="*/ 128016 h 4892427"/>
              <a:gd name="connsiteX8" fmla="*/ 633230 w 4882148"/>
              <a:gd name="connsiteY8" fmla="*/ 128016 h 4892427"/>
              <a:gd name="connsiteX9" fmla="*/ 169934 w 4882148"/>
              <a:gd name="connsiteY9" fmla="*/ 591312 h 4892427"/>
              <a:gd name="connsiteX10" fmla="*/ 1364750 w 4882148"/>
              <a:gd name="connsiteY10" fmla="*/ 3517392 h 4892427"/>
              <a:gd name="connsiteX11" fmla="*/ 4290830 w 4882148"/>
              <a:gd name="connsiteY11" fmla="*/ 4712208 h 4892427"/>
              <a:gd name="connsiteX12" fmla="*/ 4754126 w 4882148"/>
              <a:gd name="connsiteY12" fmla="*/ 4248912 h 4892427"/>
              <a:gd name="connsiteX13" fmla="*/ 4754126 w 4882148"/>
              <a:gd name="connsiteY13" fmla="*/ 3590544 h 4892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82148" h="4892427">
                <a:moveTo>
                  <a:pt x="4754126" y="3590544"/>
                </a:moveTo>
                <a:lnTo>
                  <a:pt x="4071374" y="2907792"/>
                </a:lnTo>
                <a:cubicBezTo>
                  <a:pt x="3827534" y="2663952"/>
                  <a:pt x="3413006" y="2761498"/>
                  <a:pt x="3315470" y="3078480"/>
                </a:cubicBezTo>
                <a:cubicBezTo>
                  <a:pt x="3242318" y="3297946"/>
                  <a:pt x="2998478" y="3419866"/>
                  <a:pt x="2779022" y="3371088"/>
                </a:cubicBezTo>
                <a:cubicBezTo>
                  <a:pt x="2291342" y="3249168"/>
                  <a:pt x="1632974" y="2615184"/>
                  <a:pt x="1511054" y="2103120"/>
                </a:cubicBezTo>
                <a:cubicBezTo>
                  <a:pt x="1437902" y="1883655"/>
                  <a:pt x="1584206" y="1639815"/>
                  <a:pt x="1803662" y="1566672"/>
                </a:cubicBezTo>
                <a:cubicBezTo>
                  <a:pt x="2120654" y="1469136"/>
                  <a:pt x="2218190" y="1054608"/>
                  <a:pt x="1974350" y="810768"/>
                </a:cubicBezTo>
                <a:lnTo>
                  <a:pt x="1291598" y="128016"/>
                </a:lnTo>
                <a:cubicBezTo>
                  <a:pt x="1096526" y="-42672"/>
                  <a:pt x="803918" y="-42672"/>
                  <a:pt x="633230" y="128016"/>
                </a:cubicBezTo>
                <a:lnTo>
                  <a:pt x="169934" y="591312"/>
                </a:lnTo>
                <a:cubicBezTo>
                  <a:pt x="-293362" y="1078992"/>
                  <a:pt x="218702" y="2371344"/>
                  <a:pt x="1364750" y="3517392"/>
                </a:cubicBezTo>
                <a:cubicBezTo>
                  <a:pt x="2510798" y="4663440"/>
                  <a:pt x="3803150" y="5199898"/>
                  <a:pt x="4290830" y="4712208"/>
                </a:cubicBezTo>
                <a:lnTo>
                  <a:pt x="4754126" y="4248912"/>
                </a:lnTo>
                <a:cubicBezTo>
                  <a:pt x="4924824" y="4053840"/>
                  <a:pt x="4924824" y="3761232"/>
                  <a:pt x="4754126" y="3590544"/>
                </a:cubicBezTo>
                <a:close/>
              </a:path>
            </a:pathLst>
          </a:custGeom>
          <a:solidFill>
            <a:schemeClr val="tx2"/>
          </a:solidFill>
          <a:ln w="9525" cap="flat">
            <a:noFill/>
            <a:prstDash val="solid"/>
            <a:miter/>
          </a:ln>
        </p:spPr>
        <p:txBody>
          <a:bodyPr rtlCol="0" anchor="ctr"/>
          <a:lstStyle/>
          <a:p>
            <a:endParaRPr lang="fr-FR" b="1" i="0" dirty="0">
              <a:latin typeface="Arial" panose="020B0604020202020204" pitchFamily="34" charset="0"/>
            </a:endParaRPr>
          </a:p>
        </p:txBody>
      </p:sp>
      <p:grpSp>
        <p:nvGrpSpPr>
          <p:cNvPr id="14" name="Graphic 47">
            <a:extLst>
              <a:ext uri="{FF2B5EF4-FFF2-40B4-BE49-F238E27FC236}">
                <a16:creationId xmlns:a16="http://schemas.microsoft.com/office/drawing/2014/main" id="{C828D2E7-4107-71EC-5010-C43A958C2D43}"/>
              </a:ext>
            </a:extLst>
          </p:cNvPr>
          <p:cNvGrpSpPr/>
          <p:nvPr userDrawn="1"/>
        </p:nvGrpSpPr>
        <p:grpSpPr>
          <a:xfrm>
            <a:off x="4970550" y="4765872"/>
            <a:ext cx="186589" cy="185660"/>
            <a:chOff x="10571977" y="1002734"/>
            <a:chExt cx="4876038" cy="4851768"/>
          </a:xfrm>
          <a:solidFill>
            <a:schemeClr val="tx2"/>
          </a:solidFill>
        </p:grpSpPr>
        <p:sp>
          <p:nvSpPr>
            <p:cNvPr id="15" name="Freeform: Shape 49">
              <a:extLst>
                <a:ext uri="{FF2B5EF4-FFF2-40B4-BE49-F238E27FC236}">
                  <a16:creationId xmlns:a16="http://schemas.microsoft.com/office/drawing/2014/main" id="{A1CD7228-6EF4-02C5-6A2C-1AD52414BE63}"/>
                </a:ext>
              </a:extLst>
            </p:cNvPr>
            <p:cNvSpPr/>
            <p:nvPr/>
          </p:nvSpPr>
          <p:spPr>
            <a:xfrm>
              <a:off x="10571977" y="3571503"/>
              <a:ext cx="1061856" cy="1345158"/>
            </a:xfrm>
            <a:custGeom>
              <a:avLst/>
              <a:gdLst>
                <a:gd name="connsiteX0" fmla="*/ 897322 w 1061856"/>
                <a:gd name="connsiteY0" fmla="*/ 0 h 1345158"/>
                <a:gd name="connsiteX1" fmla="*/ 0 w 1061856"/>
                <a:gd name="connsiteY1" fmla="*/ 0 h 1345158"/>
                <a:gd name="connsiteX2" fmla="*/ 501082 w 1061856"/>
                <a:gd name="connsiteY2" fmla="*/ 1345159 h 1345158"/>
                <a:gd name="connsiteX3" fmla="*/ 1061857 w 1061856"/>
                <a:gd name="connsiteY3" fmla="*/ 1102385 h 1345158"/>
                <a:gd name="connsiteX4" fmla="*/ 897322 w 1061856"/>
                <a:gd name="connsiteY4" fmla="*/ 0 h 13451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856" h="1345158">
                  <a:moveTo>
                    <a:pt x="897322" y="0"/>
                  </a:moveTo>
                  <a:lnTo>
                    <a:pt x="0" y="0"/>
                  </a:lnTo>
                  <a:cubicBezTo>
                    <a:pt x="28232" y="492623"/>
                    <a:pt x="202149" y="957682"/>
                    <a:pt x="501082" y="1345159"/>
                  </a:cubicBezTo>
                  <a:cubicBezTo>
                    <a:pt x="669208" y="1250204"/>
                    <a:pt x="857955" y="1168784"/>
                    <a:pt x="1061857" y="1102385"/>
                  </a:cubicBezTo>
                  <a:cubicBezTo>
                    <a:pt x="964835" y="763400"/>
                    <a:pt x="908428" y="389096"/>
                    <a:pt x="897322" y="0"/>
                  </a:cubicBezTo>
                  <a:close/>
                </a:path>
              </a:pathLst>
            </a:custGeom>
            <a:grpFill/>
            <a:ln w="9525" cap="flat">
              <a:noFill/>
              <a:prstDash val="solid"/>
              <a:miter/>
            </a:ln>
          </p:spPr>
          <p:txBody>
            <a:bodyPr rtlCol="0" anchor="ctr"/>
            <a:lstStyle/>
            <a:p>
              <a:endParaRPr lang="fr-FR" b="1" i="0" dirty="0">
                <a:latin typeface="Arial" panose="020B0604020202020204" pitchFamily="34" charset="0"/>
              </a:endParaRPr>
            </a:p>
          </p:txBody>
        </p:sp>
        <p:sp>
          <p:nvSpPr>
            <p:cNvPr id="16" name="Freeform: Shape 50">
              <a:extLst>
                <a:ext uri="{FF2B5EF4-FFF2-40B4-BE49-F238E27FC236}">
                  <a16:creationId xmlns:a16="http://schemas.microsoft.com/office/drawing/2014/main" id="{FD1C6114-CC56-080E-A720-C60FA1730E7F}"/>
                </a:ext>
              </a:extLst>
            </p:cNvPr>
            <p:cNvSpPr/>
            <p:nvPr/>
          </p:nvSpPr>
          <p:spPr>
            <a:xfrm>
              <a:off x="10571977" y="1940566"/>
              <a:ext cx="1061866" cy="1345187"/>
            </a:xfrm>
            <a:custGeom>
              <a:avLst/>
              <a:gdLst>
                <a:gd name="connsiteX0" fmla="*/ 897322 w 1061866"/>
                <a:gd name="connsiteY0" fmla="*/ 1345187 h 1345187"/>
                <a:gd name="connsiteX1" fmla="*/ 1061866 w 1061866"/>
                <a:gd name="connsiteY1" fmla="*/ 242773 h 1345187"/>
                <a:gd name="connsiteX2" fmla="*/ 501091 w 1061866"/>
                <a:gd name="connsiteY2" fmla="*/ 0 h 1345187"/>
                <a:gd name="connsiteX3" fmla="*/ 0 w 1061866"/>
                <a:gd name="connsiteY3" fmla="*/ 1345187 h 1345187"/>
              </a:gdLst>
              <a:ahLst/>
              <a:cxnLst>
                <a:cxn ang="0">
                  <a:pos x="connsiteX0" y="connsiteY0"/>
                </a:cxn>
                <a:cxn ang="0">
                  <a:pos x="connsiteX1" y="connsiteY1"/>
                </a:cxn>
                <a:cxn ang="0">
                  <a:pos x="connsiteX2" y="connsiteY2"/>
                </a:cxn>
                <a:cxn ang="0">
                  <a:pos x="connsiteX3" y="connsiteY3"/>
                </a:cxn>
              </a:cxnLst>
              <a:rect l="l" t="t" r="r" b="b"/>
              <a:pathLst>
                <a:path w="1061866" h="1345187">
                  <a:moveTo>
                    <a:pt x="897322" y="1345187"/>
                  </a:moveTo>
                  <a:cubicBezTo>
                    <a:pt x="908428" y="956081"/>
                    <a:pt x="964835" y="581778"/>
                    <a:pt x="1061866" y="242773"/>
                  </a:cubicBezTo>
                  <a:cubicBezTo>
                    <a:pt x="857955" y="176384"/>
                    <a:pt x="669217" y="94964"/>
                    <a:pt x="501091" y="0"/>
                  </a:cubicBezTo>
                  <a:cubicBezTo>
                    <a:pt x="202149" y="387486"/>
                    <a:pt x="28232" y="852554"/>
                    <a:pt x="0" y="1345187"/>
                  </a:cubicBezTo>
                  <a:close/>
                </a:path>
              </a:pathLst>
            </a:custGeom>
            <a:grpFill/>
            <a:ln w="9525" cap="flat">
              <a:noFill/>
              <a:prstDash val="solid"/>
              <a:miter/>
            </a:ln>
          </p:spPr>
          <p:txBody>
            <a:bodyPr rtlCol="0" anchor="ctr"/>
            <a:lstStyle/>
            <a:p>
              <a:endParaRPr lang="fr-FR" b="1" i="0" dirty="0">
                <a:latin typeface="Arial" panose="020B0604020202020204" pitchFamily="34" charset="0"/>
              </a:endParaRPr>
            </a:p>
          </p:txBody>
        </p:sp>
        <p:sp>
          <p:nvSpPr>
            <p:cNvPr id="17" name="Freeform: Shape 51">
              <a:extLst>
                <a:ext uri="{FF2B5EF4-FFF2-40B4-BE49-F238E27FC236}">
                  <a16:creationId xmlns:a16="http://schemas.microsoft.com/office/drawing/2014/main" id="{729D5633-0A6F-BC34-4D8B-E18CA5A8FA06}"/>
                </a:ext>
              </a:extLst>
            </p:cNvPr>
            <p:cNvSpPr/>
            <p:nvPr/>
          </p:nvSpPr>
          <p:spPr>
            <a:xfrm>
              <a:off x="11998955" y="1002734"/>
              <a:ext cx="868184" cy="1099918"/>
            </a:xfrm>
            <a:custGeom>
              <a:avLst/>
              <a:gdLst>
                <a:gd name="connsiteX0" fmla="*/ 146790 w 868184"/>
                <a:gd name="connsiteY0" fmla="*/ 665950 h 1099918"/>
                <a:gd name="connsiteX1" fmla="*/ 0 w 868184"/>
                <a:gd name="connsiteY1" fmla="*/ 987066 h 1099918"/>
                <a:gd name="connsiteX2" fmla="*/ 868185 w 868184"/>
                <a:gd name="connsiteY2" fmla="*/ 1099918 h 1099918"/>
                <a:gd name="connsiteX3" fmla="*/ 868185 w 868184"/>
                <a:gd name="connsiteY3" fmla="*/ 0 h 1099918"/>
                <a:gd name="connsiteX4" fmla="*/ 146790 w 868184"/>
                <a:gd name="connsiteY4" fmla="*/ 665950 h 1099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8184" h="1099918">
                  <a:moveTo>
                    <a:pt x="146790" y="665950"/>
                  </a:moveTo>
                  <a:cubicBezTo>
                    <a:pt x="92535" y="766134"/>
                    <a:pt x="43548" y="873576"/>
                    <a:pt x="0" y="987066"/>
                  </a:cubicBezTo>
                  <a:cubicBezTo>
                    <a:pt x="271367" y="1051922"/>
                    <a:pt x="564994" y="1090651"/>
                    <a:pt x="868185" y="1099918"/>
                  </a:cubicBezTo>
                  <a:lnTo>
                    <a:pt x="868185" y="0"/>
                  </a:lnTo>
                  <a:cubicBezTo>
                    <a:pt x="601266" y="61046"/>
                    <a:pt x="349244" y="292084"/>
                    <a:pt x="146790" y="665950"/>
                  </a:cubicBezTo>
                  <a:close/>
                </a:path>
              </a:pathLst>
            </a:custGeom>
            <a:grpFill/>
            <a:ln w="9525" cap="flat">
              <a:noFill/>
              <a:prstDash val="solid"/>
              <a:miter/>
            </a:ln>
          </p:spPr>
          <p:txBody>
            <a:bodyPr rtlCol="0" anchor="ctr"/>
            <a:lstStyle/>
            <a:p>
              <a:endParaRPr lang="fr-FR" b="1" i="0" dirty="0">
                <a:latin typeface="Arial" panose="020B0604020202020204" pitchFamily="34" charset="0"/>
              </a:endParaRPr>
            </a:p>
          </p:txBody>
        </p:sp>
        <p:sp>
          <p:nvSpPr>
            <p:cNvPr id="18" name="Freeform: Shape 52">
              <a:extLst>
                <a:ext uri="{FF2B5EF4-FFF2-40B4-BE49-F238E27FC236}">
                  <a16:creationId xmlns:a16="http://schemas.microsoft.com/office/drawing/2014/main" id="{F933FB65-A153-1182-1FF0-A5AAF24F8347}"/>
                </a:ext>
              </a:extLst>
            </p:cNvPr>
            <p:cNvSpPr/>
            <p:nvPr/>
          </p:nvSpPr>
          <p:spPr>
            <a:xfrm>
              <a:off x="13152880" y="1002734"/>
              <a:ext cx="868165" cy="1099908"/>
            </a:xfrm>
            <a:custGeom>
              <a:avLst/>
              <a:gdLst>
                <a:gd name="connsiteX0" fmla="*/ 0 w 868165"/>
                <a:gd name="connsiteY0" fmla="*/ 0 h 1099908"/>
                <a:gd name="connsiteX1" fmla="*/ 0 w 868165"/>
                <a:gd name="connsiteY1" fmla="*/ 1099909 h 1099908"/>
                <a:gd name="connsiteX2" fmla="*/ 868166 w 868165"/>
                <a:gd name="connsiteY2" fmla="*/ 987057 h 1099908"/>
                <a:gd name="connsiteX3" fmla="*/ 721376 w 868165"/>
                <a:gd name="connsiteY3" fmla="*/ 665940 h 1099908"/>
                <a:gd name="connsiteX4" fmla="*/ 0 w 868165"/>
                <a:gd name="connsiteY4" fmla="*/ 0 h 10999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8165" h="1099908">
                  <a:moveTo>
                    <a:pt x="0" y="0"/>
                  </a:moveTo>
                  <a:lnTo>
                    <a:pt x="0" y="1099909"/>
                  </a:lnTo>
                  <a:cubicBezTo>
                    <a:pt x="303171" y="1090641"/>
                    <a:pt x="596798" y="1051903"/>
                    <a:pt x="868166" y="987057"/>
                  </a:cubicBezTo>
                  <a:cubicBezTo>
                    <a:pt x="824608" y="873576"/>
                    <a:pt x="775621" y="766124"/>
                    <a:pt x="721376" y="665940"/>
                  </a:cubicBezTo>
                  <a:cubicBezTo>
                    <a:pt x="518922" y="292094"/>
                    <a:pt x="266900" y="61055"/>
                    <a:pt x="0" y="0"/>
                  </a:cubicBezTo>
                  <a:close/>
                </a:path>
              </a:pathLst>
            </a:custGeom>
            <a:grpFill/>
            <a:ln w="9525" cap="flat">
              <a:noFill/>
              <a:prstDash val="solid"/>
              <a:miter/>
            </a:ln>
          </p:spPr>
          <p:txBody>
            <a:bodyPr rtlCol="0" anchor="ctr"/>
            <a:lstStyle/>
            <a:p>
              <a:endParaRPr lang="fr-FR" b="1" i="0" dirty="0">
                <a:latin typeface="Arial" panose="020B0604020202020204" pitchFamily="34" charset="0"/>
              </a:endParaRPr>
            </a:p>
          </p:txBody>
        </p:sp>
        <p:sp>
          <p:nvSpPr>
            <p:cNvPr id="19" name="Freeform: Shape 53">
              <a:extLst>
                <a:ext uri="{FF2B5EF4-FFF2-40B4-BE49-F238E27FC236}">
                  <a16:creationId xmlns:a16="http://schemas.microsoft.com/office/drawing/2014/main" id="{EEB7D4D5-9CB3-D8E8-4A71-0135C5A7EAAB}"/>
                </a:ext>
              </a:extLst>
            </p:cNvPr>
            <p:cNvSpPr/>
            <p:nvPr/>
          </p:nvSpPr>
          <p:spPr>
            <a:xfrm>
              <a:off x="13152880" y="2261349"/>
              <a:ext cx="1111929" cy="1024394"/>
            </a:xfrm>
            <a:custGeom>
              <a:avLst/>
              <a:gdLst>
                <a:gd name="connsiteX0" fmla="*/ 958691 w 1111929"/>
                <a:gd name="connsiteY0" fmla="*/ 0 h 1024394"/>
                <a:gd name="connsiteX1" fmla="*/ 0 w 1111929"/>
                <a:gd name="connsiteY1" fmla="*/ 127159 h 1024394"/>
                <a:gd name="connsiteX2" fmla="*/ 0 w 1111929"/>
                <a:gd name="connsiteY2" fmla="*/ 1024395 h 1024394"/>
                <a:gd name="connsiteX3" fmla="*/ 1111930 w 1111929"/>
                <a:gd name="connsiteY3" fmla="*/ 1024395 h 1024394"/>
                <a:gd name="connsiteX4" fmla="*/ 958691 w 1111929"/>
                <a:gd name="connsiteY4" fmla="*/ 0 h 10243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1929" h="1024394">
                  <a:moveTo>
                    <a:pt x="958691" y="0"/>
                  </a:moveTo>
                  <a:cubicBezTo>
                    <a:pt x="658539" y="73752"/>
                    <a:pt x="334032" y="117453"/>
                    <a:pt x="0" y="127159"/>
                  </a:cubicBezTo>
                  <a:lnTo>
                    <a:pt x="0" y="1024395"/>
                  </a:lnTo>
                  <a:lnTo>
                    <a:pt x="1111930" y="1024395"/>
                  </a:lnTo>
                  <a:cubicBezTo>
                    <a:pt x="1100995" y="661340"/>
                    <a:pt x="1048531" y="313496"/>
                    <a:pt x="958691" y="0"/>
                  </a:cubicBezTo>
                  <a:close/>
                </a:path>
              </a:pathLst>
            </a:custGeom>
            <a:grpFill/>
            <a:ln w="9525" cap="flat">
              <a:noFill/>
              <a:prstDash val="solid"/>
              <a:miter/>
            </a:ln>
          </p:spPr>
          <p:txBody>
            <a:bodyPr rtlCol="0" anchor="ctr"/>
            <a:lstStyle/>
            <a:p>
              <a:endParaRPr lang="fr-FR" b="1" i="0" dirty="0">
                <a:latin typeface="Arial" panose="020B0604020202020204" pitchFamily="34" charset="0"/>
              </a:endParaRPr>
            </a:p>
          </p:txBody>
        </p:sp>
        <p:sp>
          <p:nvSpPr>
            <p:cNvPr id="20" name="Freeform: Shape 54">
              <a:extLst>
                <a:ext uri="{FF2B5EF4-FFF2-40B4-BE49-F238E27FC236}">
                  <a16:creationId xmlns:a16="http://schemas.microsoft.com/office/drawing/2014/main" id="{B079907B-AC24-9803-266B-F32AFABD4F18}"/>
                </a:ext>
              </a:extLst>
            </p:cNvPr>
            <p:cNvSpPr/>
            <p:nvPr/>
          </p:nvSpPr>
          <p:spPr>
            <a:xfrm>
              <a:off x="11265063" y="4944884"/>
              <a:ext cx="900160" cy="776458"/>
            </a:xfrm>
            <a:custGeom>
              <a:avLst/>
              <a:gdLst>
                <a:gd name="connsiteX0" fmla="*/ 457886 w 900160"/>
                <a:gd name="connsiteY0" fmla="*/ 0 h 776458"/>
                <a:gd name="connsiteX1" fmla="*/ 0 w 900160"/>
                <a:gd name="connsiteY1" fmla="*/ 192262 h 776458"/>
                <a:gd name="connsiteX2" fmla="*/ 17983 w 900160"/>
                <a:gd name="connsiteY2" fmla="*/ 210683 h 776458"/>
                <a:gd name="connsiteX3" fmla="*/ 900160 w 900160"/>
                <a:gd name="connsiteY3" fmla="*/ 776459 h 776458"/>
                <a:gd name="connsiteX4" fmla="*/ 629402 w 900160"/>
                <a:gd name="connsiteY4" fmla="*/ 379743 h 776458"/>
                <a:gd name="connsiteX5" fmla="*/ 457886 w 900160"/>
                <a:gd name="connsiteY5" fmla="*/ 0 h 776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00160" h="776458">
                  <a:moveTo>
                    <a:pt x="457886" y="0"/>
                  </a:moveTo>
                  <a:cubicBezTo>
                    <a:pt x="292741" y="53788"/>
                    <a:pt x="138970" y="118177"/>
                    <a:pt x="0" y="192262"/>
                  </a:cubicBezTo>
                  <a:cubicBezTo>
                    <a:pt x="6010" y="198396"/>
                    <a:pt x="11906" y="204606"/>
                    <a:pt x="17983" y="210683"/>
                  </a:cubicBezTo>
                  <a:cubicBezTo>
                    <a:pt x="272167" y="464868"/>
                    <a:pt x="572567" y="655958"/>
                    <a:pt x="900160" y="776459"/>
                  </a:cubicBezTo>
                  <a:cubicBezTo>
                    <a:pt x="802538" y="664378"/>
                    <a:pt x="711727" y="531762"/>
                    <a:pt x="629402" y="379743"/>
                  </a:cubicBezTo>
                  <a:cubicBezTo>
                    <a:pt x="565404" y="261556"/>
                    <a:pt x="508178" y="134388"/>
                    <a:pt x="457886" y="0"/>
                  </a:cubicBezTo>
                  <a:close/>
                </a:path>
              </a:pathLst>
            </a:custGeom>
            <a:grpFill/>
            <a:ln w="9525" cap="flat">
              <a:noFill/>
              <a:prstDash val="solid"/>
              <a:miter/>
            </a:ln>
          </p:spPr>
          <p:txBody>
            <a:bodyPr rtlCol="0" anchor="ctr"/>
            <a:lstStyle/>
            <a:p>
              <a:endParaRPr lang="fr-FR" b="1" i="0" dirty="0">
                <a:latin typeface="Arial" panose="020B0604020202020204" pitchFamily="34" charset="0"/>
              </a:endParaRPr>
            </a:p>
          </p:txBody>
        </p:sp>
        <p:sp>
          <p:nvSpPr>
            <p:cNvPr id="21" name="Freeform: Shape 55">
              <a:extLst>
                <a:ext uri="{FF2B5EF4-FFF2-40B4-BE49-F238E27FC236}">
                  <a16:creationId xmlns:a16="http://schemas.microsoft.com/office/drawing/2014/main" id="{AC7E7156-E442-C151-E356-A1ABC6845776}"/>
                </a:ext>
              </a:extLst>
            </p:cNvPr>
            <p:cNvSpPr/>
            <p:nvPr/>
          </p:nvSpPr>
          <p:spPr>
            <a:xfrm>
              <a:off x="13854768" y="1135903"/>
              <a:ext cx="900160" cy="776449"/>
            </a:xfrm>
            <a:custGeom>
              <a:avLst/>
              <a:gdLst>
                <a:gd name="connsiteX0" fmla="*/ 442274 w 900160"/>
                <a:gd name="connsiteY0" fmla="*/ 776449 h 776449"/>
                <a:gd name="connsiteX1" fmla="*/ 900160 w 900160"/>
                <a:gd name="connsiteY1" fmla="*/ 584197 h 776449"/>
                <a:gd name="connsiteX2" fmla="*/ 882177 w 900160"/>
                <a:gd name="connsiteY2" fmla="*/ 565775 h 776449"/>
                <a:gd name="connsiteX3" fmla="*/ 0 w 900160"/>
                <a:gd name="connsiteY3" fmla="*/ 0 h 776449"/>
                <a:gd name="connsiteX4" fmla="*/ 270758 w 900160"/>
                <a:gd name="connsiteY4" fmla="*/ 396716 h 776449"/>
                <a:gd name="connsiteX5" fmla="*/ 442274 w 900160"/>
                <a:gd name="connsiteY5" fmla="*/ 776449 h 776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00160" h="776449">
                  <a:moveTo>
                    <a:pt x="442274" y="776449"/>
                  </a:moveTo>
                  <a:cubicBezTo>
                    <a:pt x="607419" y="722662"/>
                    <a:pt x="761190" y="658273"/>
                    <a:pt x="900160" y="584197"/>
                  </a:cubicBezTo>
                  <a:cubicBezTo>
                    <a:pt x="894150" y="578063"/>
                    <a:pt x="888254" y="571852"/>
                    <a:pt x="882177" y="565775"/>
                  </a:cubicBezTo>
                  <a:cubicBezTo>
                    <a:pt x="627993" y="311591"/>
                    <a:pt x="327593" y="120501"/>
                    <a:pt x="0" y="0"/>
                  </a:cubicBezTo>
                  <a:cubicBezTo>
                    <a:pt x="97622" y="112081"/>
                    <a:pt x="188433" y="244697"/>
                    <a:pt x="270758" y="396716"/>
                  </a:cubicBezTo>
                  <a:cubicBezTo>
                    <a:pt x="334756" y="514893"/>
                    <a:pt x="391982" y="642061"/>
                    <a:pt x="442274" y="776449"/>
                  </a:cubicBezTo>
                  <a:close/>
                </a:path>
              </a:pathLst>
            </a:custGeom>
            <a:grpFill/>
            <a:ln w="9525" cap="flat">
              <a:noFill/>
              <a:prstDash val="solid"/>
              <a:miter/>
            </a:ln>
          </p:spPr>
          <p:txBody>
            <a:bodyPr rtlCol="0" anchor="ctr"/>
            <a:lstStyle/>
            <a:p>
              <a:endParaRPr lang="fr-FR" b="1" i="0" dirty="0">
                <a:latin typeface="Arial" panose="020B0604020202020204" pitchFamily="34" charset="0"/>
              </a:endParaRPr>
            </a:p>
          </p:txBody>
        </p:sp>
        <p:sp>
          <p:nvSpPr>
            <p:cNvPr id="22" name="Freeform: Shape 56">
              <a:extLst>
                <a:ext uri="{FF2B5EF4-FFF2-40B4-BE49-F238E27FC236}">
                  <a16:creationId xmlns:a16="http://schemas.microsoft.com/office/drawing/2014/main" id="{52283C74-FF72-BFF2-9D7F-31B08DB49B00}"/>
                </a:ext>
              </a:extLst>
            </p:cNvPr>
            <p:cNvSpPr/>
            <p:nvPr/>
          </p:nvSpPr>
          <p:spPr>
            <a:xfrm>
              <a:off x="14386158" y="3571503"/>
              <a:ext cx="1061856" cy="1345168"/>
            </a:xfrm>
            <a:custGeom>
              <a:avLst/>
              <a:gdLst>
                <a:gd name="connsiteX0" fmla="*/ 164544 w 1061856"/>
                <a:gd name="connsiteY0" fmla="*/ 0 h 1345168"/>
                <a:gd name="connsiteX1" fmla="*/ 0 w 1061856"/>
                <a:gd name="connsiteY1" fmla="*/ 1102395 h 1345168"/>
                <a:gd name="connsiteX2" fmla="*/ 560775 w 1061856"/>
                <a:gd name="connsiteY2" fmla="*/ 1345168 h 1345168"/>
                <a:gd name="connsiteX3" fmla="*/ 1061857 w 1061856"/>
                <a:gd name="connsiteY3" fmla="*/ 10 h 1345168"/>
                <a:gd name="connsiteX4" fmla="*/ 164544 w 1061856"/>
                <a:gd name="connsiteY4" fmla="*/ 10 h 13451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856" h="1345168">
                  <a:moveTo>
                    <a:pt x="164544" y="0"/>
                  </a:moveTo>
                  <a:cubicBezTo>
                    <a:pt x="153438" y="389096"/>
                    <a:pt x="97022" y="763400"/>
                    <a:pt x="0" y="1102395"/>
                  </a:cubicBezTo>
                  <a:cubicBezTo>
                    <a:pt x="203911" y="1168784"/>
                    <a:pt x="392649" y="1250204"/>
                    <a:pt x="560775" y="1345168"/>
                  </a:cubicBezTo>
                  <a:cubicBezTo>
                    <a:pt x="859717" y="957691"/>
                    <a:pt x="1033624" y="492633"/>
                    <a:pt x="1061857" y="10"/>
                  </a:cubicBezTo>
                  <a:lnTo>
                    <a:pt x="164544" y="10"/>
                  </a:lnTo>
                  <a:close/>
                </a:path>
              </a:pathLst>
            </a:custGeom>
            <a:grpFill/>
            <a:ln w="9525" cap="flat">
              <a:noFill/>
              <a:prstDash val="solid"/>
              <a:miter/>
            </a:ln>
          </p:spPr>
          <p:txBody>
            <a:bodyPr rtlCol="0" anchor="ctr"/>
            <a:lstStyle/>
            <a:p>
              <a:endParaRPr lang="fr-FR" b="1" i="0" dirty="0">
                <a:latin typeface="Arial" panose="020B0604020202020204" pitchFamily="34" charset="0"/>
              </a:endParaRPr>
            </a:p>
          </p:txBody>
        </p:sp>
        <p:sp>
          <p:nvSpPr>
            <p:cNvPr id="23" name="Freeform: Shape 57">
              <a:extLst>
                <a:ext uri="{FF2B5EF4-FFF2-40B4-BE49-F238E27FC236}">
                  <a16:creationId xmlns:a16="http://schemas.microsoft.com/office/drawing/2014/main" id="{F78D66C3-F321-00B3-DFE7-ECB37B3725CB}"/>
                </a:ext>
              </a:extLst>
            </p:cNvPr>
            <p:cNvSpPr/>
            <p:nvPr/>
          </p:nvSpPr>
          <p:spPr>
            <a:xfrm>
              <a:off x="13854758" y="4944884"/>
              <a:ext cx="900150" cy="776449"/>
            </a:xfrm>
            <a:custGeom>
              <a:avLst/>
              <a:gdLst>
                <a:gd name="connsiteX0" fmla="*/ 442284 w 900150"/>
                <a:gd name="connsiteY0" fmla="*/ 0 h 776449"/>
                <a:gd name="connsiteX1" fmla="*/ 270758 w 900150"/>
                <a:gd name="connsiteY1" fmla="*/ 379733 h 776449"/>
                <a:gd name="connsiteX2" fmla="*/ 0 w 900150"/>
                <a:gd name="connsiteY2" fmla="*/ 776449 h 776449"/>
                <a:gd name="connsiteX3" fmla="*/ 882177 w 900150"/>
                <a:gd name="connsiteY3" fmla="*/ 210674 h 776449"/>
                <a:gd name="connsiteX4" fmla="*/ 900151 w 900150"/>
                <a:gd name="connsiteY4" fmla="*/ 192253 h 776449"/>
                <a:gd name="connsiteX5" fmla="*/ 442284 w 900150"/>
                <a:gd name="connsiteY5" fmla="*/ 0 h 776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00150" h="776449">
                  <a:moveTo>
                    <a:pt x="442284" y="0"/>
                  </a:moveTo>
                  <a:cubicBezTo>
                    <a:pt x="391992" y="134388"/>
                    <a:pt x="334766" y="261547"/>
                    <a:pt x="270758" y="379733"/>
                  </a:cubicBezTo>
                  <a:cubicBezTo>
                    <a:pt x="188443" y="531752"/>
                    <a:pt x="97622" y="664369"/>
                    <a:pt x="0" y="776449"/>
                  </a:cubicBezTo>
                  <a:cubicBezTo>
                    <a:pt x="327593" y="655949"/>
                    <a:pt x="627993" y="464858"/>
                    <a:pt x="882177" y="210674"/>
                  </a:cubicBezTo>
                  <a:cubicBezTo>
                    <a:pt x="888254" y="204597"/>
                    <a:pt x="894150" y="198387"/>
                    <a:pt x="900151" y="192253"/>
                  </a:cubicBezTo>
                  <a:cubicBezTo>
                    <a:pt x="761190" y="118186"/>
                    <a:pt x="607428" y="53788"/>
                    <a:pt x="442284" y="0"/>
                  </a:cubicBezTo>
                  <a:close/>
                </a:path>
              </a:pathLst>
            </a:custGeom>
            <a:grpFill/>
            <a:ln w="9525" cap="flat">
              <a:noFill/>
              <a:prstDash val="solid"/>
              <a:miter/>
            </a:ln>
          </p:spPr>
          <p:txBody>
            <a:bodyPr rtlCol="0" anchor="ctr"/>
            <a:lstStyle/>
            <a:p>
              <a:endParaRPr lang="fr-FR" b="1" i="0" dirty="0">
                <a:latin typeface="Arial" panose="020B0604020202020204" pitchFamily="34" charset="0"/>
              </a:endParaRPr>
            </a:p>
          </p:txBody>
        </p:sp>
        <p:sp>
          <p:nvSpPr>
            <p:cNvPr id="24" name="Freeform: Shape 58">
              <a:extLst>
                <a:ext uri="{FF2B5EF4-FFF2-40B4-BE49-F238E27FC236}">
                  <a16:creationId xmlns:a16="http://schemas.microsoft.com/office/drawing/2014/main" id="{8684EB2E-1DD1-A344-4E73-A0B3EF135B83}"/>
                </a:ext>
              </a:extLst>
            </p:cNvPr>
            <p:cNvSpPr/>
            <p:nvPr/>
          </p:nvSpPr>
          <p:spPr>
            <a:xfrm>
              <a:off x="11265082" y="1135903"/>
              <a:ext cx="900150" cy="776449"/>
            </a:xfrm>
            <a:custGeom>
              <a:avLst/>
              <a:gdLst>
                <a:gd name="connsiteX0" fmla="*/ 457867 w 900150"/>
                <a:gd name="connsiteY0" fmla="*/ 776449 h 776449"/>
                <a:gd name="connsiteX1" fmla="*/ 629393 w 900150"/>
                <a:gd name="connsiteY1" fmla="*/ 396716 h 776449"/>
                <a:gd name="connsiteX2" fmla="*/ 900151 w 900150"/>
                <a:gd name="connsiteY2" fmla="*/ 0 h 776449"/>
                <a:gd name="connsiteX3" fmla="*/ 17974 w 900150"/>
                <a:gd name="connsiteY3" fmla="*/ 565775 h 776449"/>
                <a:gd name="connsiteX4" fmla="*/ 0 w 900150"/>
                <a:gd name="connsiteY4" fmla="*/ 584197 h 776449"/>
                <a:gd name="connsiteX5" fmla="*/ 457867 w 900150"/>
                <a:gd name="connsiteY5" fmla="*/ 776449 h 776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00150" h="776449">
                  <a:moveTo>
                    <a:pt x="457867" y="776449"/>
                  </a:moveTo>
                  <a:cubicBezTo>
                    <a:pt x="508159" y="642061"/>
                    <a:pt x="565385" y="514902"/>
                    <a:pt x="629393" y="396716"/>
                  </a:cubicBezTo>
                  <a:cubicBezTo>
                    <a:pt x="711708" y="244697"/>
                    <a:pt x="802529" y="112081"/>
                    <a:pt x="900151" y="0"/>
                  </a:cubicBezTo>
                  <a:cubicBezTo>
                    <a:pt x="572557" y="120501"/>
                    <a:pt x="272158" y="311591"/>
                    <a:pt x="17974" y="565775"/>
                  </a:cubicBezTo>
                  <a:cubicBezTo>
                    <a:pt x="11897" y="571852"/>
                    <a:pt x="6001" y="578063"/>
                    <a:pt x="0" y="584197"/>
                  </a:cubicBezTo>
                  <a:cubicBezTo>
                    <a:pt x="138960" y="658273"/>
                    <a:pt x="292722" y="722662"/>
                    <a:pt x="457867" y="776449"/>
                  </a:cubicBezTo>
                  <a:close/>
                </a:path>
              </a:pathLst>
            </a:custGeom>
            <a:grpFill/>
            <a:ln w="9525" cap="flat">
              <a:noFill/>
              <a:prstDash val="solid"/>
              <a:miter/>
            </a:ln>
          </p:spPr>
          <p:txBody>
            <a:bodyPr rtlCol="0" anchor="ctr"/>
            <a:lstStyle/>
            <a:p>
              <a:endParaRPr lang="fr-FR" b="1" i="0" dirty="0">
                <a:latin typeface="Arial" panose="020B0604020202020204" pitchFamily="34" charset="0"/>
              </a:endParaRPr>
            </a:p>
          </p:txBody>
        </p:sp>
        <p:sp>
          <p:nvSpPr>
            <p:cNvPr id="25" name="Freeform: Shape 59">
              <a:extLst>
                <a:ext uri="{FF2B5EF4-FFF2-40B4-BE49-F238E27FC236}">
                  <a16:creationId xmlns:a16="http://schemas.microsoft.com/office/drawing/2014/main" id="{400AE2DF-EF04-5AC4-6412-A9D493BD4ED3}"/>
                </a:ext>
              </a:extLst>
            </p:cNvPr>
            <p:cNvSpPr/>
            <p:nvPr/>
          </p:nvSpPr>
          <p:spPr>
            <a:xfrm>
              <a:off x="14386148" y="1940575"/>
              <a:ext cx="1061866" cy="1345177"/>
            </a:xfrm>
            <a:custGeom>
              <a:avLst/>
              <a:gdLst>
                <a:gd name="connsiteX0" fmla="*/ 0 w 1061866"/>
                <a:gd name="connsiteY0" fmla="*/ 242764 h 1345177"/>
                <a:gd name="connsiteX1" fmla="*/ 164545 w 1061866"/>
                <a:gd name="connsiteY1" fmla="*/ 1345178 h 1345177"/>
                <a:gd name="connsiteX2" fmla="*/ 1061866 w 1061866"/>
                <a:gd name="connsiteY2" fmla="*/ 1345178 h 1345177"/>
                <a:gd name="connsiteX3" fmla="*/ 560784 w 1061866"/>
                <a:gd name="connsiteY3" fmla="*/ 0 h 1345177"/>
                <a:gd name="connsiteX4" fmla="*/ 0 w 1061866"/>
                <a:gd name="connsiteY4" fmla="*/ 242764 h 13451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866" h="1345177">
                  <a:moveTo>
                    <a:pt x="0" y="242764"/>
                  </a:moveTo>
                  <a:cubicBezTo>
                    <a:pt x="97031" y="581768"/>
                    <a:pt x="153438" y="956072"/>
                    <a:pt x="164545" y="1345178"/>
                  </a:cubicBezTo>
                  <a:lnTo>
                    <a:pt x="1061866" y="1345178"/>
                  </a:lnTo>
                  <a:cubicBezTo>
                    <a:pt x="1033634" y="852545"/>
                    <a:pt x="859717" y="387477"/>
                    <a:pt x="560784" y="0"/>
                  </a:cubicBezTo>
                  <a:cubicBezTo>
                    <a:pt x="392649" y="94955"/>
                    <a:pt x="203911" y="176374"/>
                    <a:pt x="0" y="242764"/>
                  </a:cubicBezTo>
                  <a:close/>
                </a:path>
              </a:pathLst>
            </a:custGeom>
            <a:grpFill/>
            <a:ln w="9525" cap="flat">
              <a:noFill/>
              <a:prstDash val="solid"/>
              <a:miter/>
            </a:ln>
          </p:spPr>
          <p:txBody>
            <a:bodyPr rtlCol="0" anchor="ctr"/>
            <a:lstStyle/>
            <a:p>
              <a:endParaRPr lang="fr-FR" b="1" i="0" dirty="0">
                <a:latin typeface="Arial" panose="020B0604020202020204" pitchFamily="34" charset="0"/>
              </a:endParaRPr>
            </a:p>
          </p:txBody>
        </p:sp>
        <p:sp>
          <p:nvSpPr>
            <p:cNvPr id="26" name="Freeform: Shape 60">
              <a:extLst>
                <a:ext uri="{FF2B5EF4-FFF2-40B4-BE49-F238E27FC236}">
                  <a16:creationId xmlns:a16="http://schemas.microsoft.com/office/drawing/2014/main" id="{85B0BE57-D3AF-368A-4BEF-FD81A6A17662}"/>
                </a:ext>
              </a:extLst>
            </p:cNvPr>
            <p:cNvSpPr/>
            <p:nvPr/>
          </p:nvSpPr>
          <p:spPr>
            <a:xfrm>
              <a:off x="11755182" y="2261358"/>
              <a:ext cx="1111948" cy="1024404"/>
            </a:xfrm>
            <a:custGeom>
              <a:avLst/>
              <a:gdLst>
                <a:gd name="connsiteX0" fmla="*/ 1111949 w 1111948"/>
                <a:gd name="connsiteY0" fmla="*/ 1024395 h 1024404"/>
                <a:gd name="connsiteX1" fmla="*/ 1111949 w 1111948"/>
                <a:gd name="connsiteY1" fmla="*/ 127159 h 1024404"/>
                <a:gd name="connsiteX2" fmla="*/ 153238 w 1111948"/>
                <a:gd name="connsiteY2" fmla="*/ 0 h 1024404"/>
                <a:gd name="connsiteX3" fmla="*/ 0 w 1111948"/>
                <a:gd name="connsiteY3" fmla="*/ 1024404 h 1024404"/>
                <a:gd name="connsiteX4" fmla="*/ 1111949 w 1111948"/>
                <a:gd name="connsiteY4" fmla="*/ 1024404 h 10244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1948" h="1024404">
                  <a:moveTo>
                    <a:pt x="1111949" y="1024395"/>
                  </a:moveTo>
                  <a:lnTo>
                    <a:pt x="1111949" y="127159"/>
                  </a:lnTo>
                  <a:cubicBezTo>
                    <a:pt x="777916" y="117453"/>
                    <a:pt x="453400" y="73743"/>
                    <a:pt x="153238" y="0"/>
                  </a:cubicBezTo>
                  <a:cubicBezTo>
                    <a:pt x="63398" y="313487"/>
                    <a:pt x="10925" y="661330"/>
                    <a:pt x="0" y="1024404"/>
                  </a:cubicBezTo>
                  <a:lnTo>
                    <a:pt x="1111949" y="1024404"/>
                  </a:lnTo>
                  <a:close/>
                </a:path>
              </a:pathLst>
            </a:custGeom>
            <a:grpFill/>
            <a:ln w="9525" cap="flat">
              <a:noFill/>
              <a:prstDash val="solid"/>
              <a:miter/>
            </a:ln>
          </p:spPr>
          <p:txBody>
            <a:bodyPr rtlCol="0" anchor="ctr"/>
            <a:lstStyle/>
            <a:p>
              <a:endParaRPr lang="fr-FR" b="1" i="0" dirty="0">
                <a:latin typeface="Arial" panose="020B0604020202020204" pitchFamily="34" charset="0"/>
              </a:endParaRPr>
            </a:p>
          </p:txBody>
        </p:sp>
        <p:sp>
          <p:nvSpPr>
            <p:cNvPr id="27" name="Freeform: Shape 61">
              <a:extLst>
                <a:ext uri="{FF2B5EF4-FFF2-40B4-BE49-F238E27FC236}">
                  <a16:creationId xmlns:a16="http://schemas.microsoft.com/office/drawing/2014/main" id="{E7E22EFD-3401-E48B-78C8-542EFDC00931}"/>
                </a:ext>
              </a:extLst>
            </p:cNvPr>
            <p:cNvSpPr/>
            <p:nvPr/>
          </p:nvSpPr>
          <p:spPr>
            <a:xfrm>
              <a:off x="13152880" y="3571493"/>
              <a:ext cx="1111929" cy="1024385"/>
            </a:xfrm>
            <a:custGeom>
              <a:avLst/>
              <a:gdLst>
                <a:gd name="connsiteX0" fmla="*/ 0 w 1111929"/>
                <a:gd name="connsiteY0" fmla="*/ 10 h 1024385"/>
                <a:gd name="connsiteX1" fmla="*/ 0 w 1111929"/>
                <a:gd name="connsiteY1" fmla="*/ 897227 h 1024385"/>
                <a:gd name="connsiteX2" fmla="*/ 958691 w 1111929"/>
                <a:gd name="connsiteY2" fmla="*/ 1024385 h 1024385"/>
                <a:gd name="connsiteX3" fmla="*/ 1111930 w 1111929"/>
                <a:gd name="connsiteY3" fmla="*/ 0 h 1024385"/>
                <a:gd name="connsiteX4" fmla="*/ 0 w 1111929"/>
                <a:gd name="connsiteY4" fmla="*/ 0 h 10243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1929" h="1024385">
                  <a:moveTo>
                    <a:pt x="0" y="10"/>
                  </a:moveTo>
                  <a:lnTo>
                    <a:pt x="0" y="897227"/>
                  </a:lnTo>
                  <a:cubicBezTo>
                    <a:pt x="334023" y="906942"/>
                    <a:pt x="658539" y="950643"/>
                    <a:pt x="958691" y="1024385"/>
                  </a:cubicBezTo>
                  <a:cubicBezTo>
                    <a:pt x="1048531" y="710898"/>
                    <a:pt x="1100995" y="363064"/>
                    <a:pt x="1111930" y="0"/>
                  </a:cubicBezTo>
                  <a:lnTo>
                    <a:pt x="0" y="0"/>
                  </a:lnTo>
                  <a:close/>
                </a:path>
              </a:pathLst>
            </a:custGeom>
            <a:grpFill/>
            <a:ln w="9525" cap="flat">
              <a:noFill/>
              <a:prstDash val="solid"/>
              <a:miter/>
            </a:ln>
          </p:spPr>
          <p:txBody>
            <a:bodyPr rtlCol="0" anchor="ctr"/>
            <a:lstStyle/>
            <a:p>
              <a:endParaRPr lang="fr-FR" b="1" i="0" dirty="0">
                <a:latin typeface="Arial" panose="020B0604020202020204" pitchFamily="34" charset="0"/>
              </a:endParaRPr>
            </a:p>
          </p:txBody>
        </p:sp>
        <p:sp>
          <p:nvSpPr>
            <p:cNvPr id="28" name="Freeform: Shape 62">
              <a:extLst>
                <a:ext uri="{FF2B5EF4-FFF2-40B4-BE49-F238E27FC236}">
                  <a16:creationId xmlns:a16="http://schemas.microsoft.com/office/drawing/2014/main" id="{01F55AE4-5C5A-6BFA-B2FD-D649B33C8D88}"/>
                </a:ext>
              </a:extLst>
            </p:cNvPr>
            <p:cNvSpPr/>
            <p:nvPr/>
          </p:nvSpPr>
          <p:spPr>
            <a:xfrm>
              <a:off x="13152870" y="4754594"/>
              <a:ext cx="868165" cy="1099908"/>
            </a:xfrm>
            <a:custGeom>
              <a:avLst/>
              <a:gdLst>
                <a:gd name="connsiteX0" fmla="*/ 721376 w 868165"/>
                <a:gd name="connsiteY0" fmla="*/ 433968 h 1099908"/>
                <a:gd name="connsiteX1" fmla="*/ 868166 w 868165"/>
                <a:gd name="connsiteY1" fmla="*/ 112852 h 1099908"/>
                <a:gd name="connsiteX2" fmla="*/ 0 w 868165"/>
                <a:gd name="connsiteY2" fmla="*/ 0 h 1099908"/>
                <a:gd name="connsiteX3" fmla="*/ 0 w 868165"/>
                <a:gd name="connsiteY3" fmla="*/ 1099909 h 1099908"/>
                <a:gd name="connsiteX4" fmla="*/ 721376 w 868165"/>
                <a:gd name="connsiteY4" fmla="*/ 433968 h 10999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8165" h="1099908">
                  <a:moveTo>
                    <a:pt x="721376" y="433968"/>
                  </a:moveTo>
                  <a:cubicBezTo>
                    <a:pt x="775630" y="333785"/>
                    <a:pt x="824617" y="226343"/>
                    <a:pt x="868166" y="112852"/>
                  </a:cubicBezTo>
                  <a:cubicBezTo>
                    <a:pt x="596798" y="47996"/>
                    <a:pt x="303181" y="9268"/>
                    <a:pt x="0" y="0"/>
                  </a:cubicBezTo>
                  <a:lnTo>
                    <a:pt x="0" y="1099909"/>
                  </a:lnTo>
                  <a:cubicBezTo>
                    <a:pt x="266910" y="1038853"/>
                    <a:pt x="518932" y="807815"/>
                    <a:pt x="721376" y="433968"/>
                  </a:cubicBezTo>
                  <a:close/>
                </a:path>
              </a:pathLst>
            </a:custGeom>
            <a:grpFill/>
            <a:ln w="9525" cap="flat">
              <a:noFill/>
              <a:prstDash val="solid"/>
              <a:miter/>
            </a:ln>
          </p:spPr>
          <p:txBody>
            <a:bodyPr rtlCol="0" anchor="ctr"/>
            <a:lstStyle/>
            <a:p>
              <a:endParaRPr lang="fr-FR" b="1" i="0" dirty="0">
                <a:latin typeface="Arial" panose="020B0604020202020204" pitchFamily="34" charset="0"/>
              </a:endParaRPr>
            </a:p>
          </p:txBody>
        </p:sp>
        <p:sp>
          <p:nvSpPr>
            <p:cNvPr id="29" name="Freeform: Shape 63">
              <a:extLst>
                <a:ext uri="{FF2B5EF4-FFF2-40B4-BE49-F238E27FC236}">
                  <a16:creationId xmlns:a16="http://schemas.microsoft.com/office/drawing/2014/main" id="{BD9DDE70-1159-A139-88D4-DD45BB6C8CAF}"/>
                </a:ext>
              </a:extLst>
            </p:cNvPr>
            <p:cNvSpPr/>
            <p:nvPr/>
          </p:nvSpPr>
          <p:spPr>
            <a:xfrm>
              <a:off x="11998945" y="4754594"/>
              <a:ext cx="868184" cy="1099908"/>
            </a:xfrm>
            <a:custGeom>
              <a:avLst/>
              <a:gdLst>
                <a:gd name="connsiteX0" fmla="*/ 868185 w 868184"/>
                <a:gd name="connsiteY0" fmla="*/ 1099909 h 1099908"/>
                <a:gd name="connsiteX1" fmla="*/ 868185 w 868184"/>
                <a:gd name="connsiteY1" fmla="*/ 0 h 1099908"/>
                <a:gd name="connsiteX2" fmla="*/ 0 w 868184"/>
                <a:gd name="connsiteY2" fmla="*/ 112852 h 1099908"/>
                <a:gd name="connsiteX3" fmla="*/ 146799 w 868184"/>
                <a:gd name="connsiteY3" fmla="*/ 433968 h 1099908"/>
                <a:gd name="connsiteX4" fmla="*/ 868185 w 868184"/>
                <a:gd name="connsiteY4" fmla="*/ 1099909 h 10999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8184" h="1099908">
                  <a:moveTo>
                    <a:pt x="868185" y="1099909"/>
                  </a:moveTo>
                  <a:lnTo>
                    <a:pt x="868185" y="0"/>
                  </a:lnTo>
                  <a:cubicBezTo>
                    <a:pt x="565004" y="9268"/>
                    <a:pt x="271377" y="47996"/>
                    <a:pt x="0" y="112852"/>
                  </a:cubicBezTo>
                  <a:cubicBezTo>
                    <a:pt x="43558" y="226333"/>
                    <a:pt x="92545" y="333785"/>
                    <a:pt x="146799" y="433968"/>
                  </a:cubicBezTo>
                  <a:cubicBezTo>
                    <a:pt x="349253" y="807825"/>
                    <a:pt x="601275" y="1038863"/>
                    <a:pt x="868185" y="1099909"/>
                  </a:cubicBezTo>
                  <a:close/>
                </a:path>
              </a:pathLst>
            </a:custGeom>
            <a:grpFill/>
            <a:ln w="9525" cap="flat">
              <a:noFill/>
              <a:prstDash val="solid"/>
              <a:miter/>
            </a:ln>
          </p:spPr>
          <p:txBody>
            <a:bodyPr rtlCol="0" anchor="ctr"/>
            <a:lstStyle/>
            <a:p>
              <a:endParaRPr lang="fr-FR" b="1" i="0" dirty="0">
                <a:latin typeface="Arial" panose="020B0604020202020204" pitchFamily="34" charset="0"/>
              </a:endParaRPr>
            </a:p>
          </p:txBody>
        </p:sp>
        <p:sp>
          <p:nvSpPr>
            <p:cNvPr id="30" name="Freeform: Shape 64">
              <a:extLst>
                <a:ext uri="{FF2B5EF4-FFF2-40B4-BE49-F238E27FC236}">
                  <a16:creationId xmlns:a16="http://schemas.microsoft.com/office/drawing/2014/main" id="{53148C20-56CE-815A-7994-80E7E66F7BCC}"/>
                </a:ext>
              </a:extLst>
            </p:cNvPr>
            <p:cNvSpPr/>
            <p:nvPr/>
          </p:nvSpPr>
          <p:spPr>
            <a:xfrm>
              <a:off x="11755182" y="3571503"/>
              <a:ext cx="1111948" cy="1024385"/>
            </a:xfrm>
            <a:custGeom>
              <a:avLst/>
              <a:gdLst>
                <a:gd name="connsiteX0" fmla="*/ 1111949 w 1111948"/>
                <a:gd name="connsiteY0" fmla="*/ 0 h 1024385"/>
                <a:gd name="connsiteX1" fmla="*/ 0 w 1111948"/>
                <a:gd name="connsiteY1" fmla="*/ 0 h 1024385"/>
                <a:gd name="connsiteX2" fmla="*/ 153238 w 1111948"/>
                <a:gd name="connsiteY2" fmla="*/ 1024385 h 1024385"/>
                <a:gd name="connsiteX3" fmla="*/ 1111949 w 1111948"/>
                <a:gd name="connsiteY3" fmla="*/ 897226 h 1024385"/>
              </a:gdLst>
              <a:ahLst/>
              <a:cxnLst>
                <a:cxn ang="0">
                  <a:pos x="connsiteX0" y="connsiteY0"/>
                </a:cxn>
                <a:cxn ang="0">
                  <a:pos x="connsiteX1" y="connsiteY1"/>
                </a:cxn>
                <a:cxn ang="0">
                  <a:pos x="connsiteX2" y="connsiteY2"/>
                </a:cxn>
                <a:cxn ang="0">
                  <a:pos x="connsiteX3" y="connsiteY3"/>
                </a:cxn>
              </a:cxnLst>
              <a:rect l="l" t="t" r="r" b="b"/>
              <a:pathLst>
                <a:path w="1111948" h="1024385">
                  <a:moveTo>
                    <a:pt x="1111949" y="0"/>
                  </a:moveTo>
                  <a:lnTo>
                    <a:pt x="0" y="0"/>
                  </a:lnTo>
                  <a:cubicBezTo>
                    <a:pt x="10935" y="363064"/>
                    <a:pt x="63398" y="710898"/>
                    <a:pt x="153238" y="1024385"/>
                  </a:cubicBezTo>
                  <a:cubicBezTo>
                    <a:pt x="453390" y="950633"/>
                    <a:pt x="777907" y="906932"/>
                    <a:pt x="1111949" y="897226"/>
                  </a:cubicBezTo>
                  <a:close/>
                </a:path>
              </a:pathLst>
            </a:custGeom>
            <a:grpFill/>
            <a:ln w="9525" cap="flat">
              <a:noFill/>
              <a:prstDash val="solid"/>
              <a:miter/>
            </a:ln>
          </p:spPr>
          <p:txBody>
            <a:bodyPr rtlCol="0" anchor="ctr"/>
            <a:lstStyle/>
            <a:p>
              <a:endParaRPr lang="fr-FR" b="1" i="0" dirty="0">
                <a:latin typeface="Arial" panose="020B0604020202020204" pitchFamily="34" charset="0"/>
              </a:endParaRPr>
            </a:p>
          </p:txBody>
        </p:sp>
      </p:grpSp>
      <p:sp>
        <p:nvSpPr>
          <p:cNvPr id="31" name="Espace réservé du texte 22">
            <a:extLst>
              <a:ext uri="{FF2B5EF4-FFF2-40B4-BE49-F238E27FC236}">
                <a16:creationId xmlns:a16="http://schemas.microsoft.com/office/drawing/2014/main" id="{9B0F1805-6326-1EB4-7C05-C77CF667C91F}"/>
              </a:ext>
            </a:extLst>
          </p:cNvPr>
          <p:cNvSpPr>
            <a:spLocks noGrp="1"/>
          </p:cNvSpPr>
          <p:nvPr>
            <p:ph type="body" sz="quarter" idx="77" hasCustomPrompt="1"/>
          </p:nvPr>
        </p:nvSpPr>
        <p:spPr>
          <a:xfrm>
            <a:off x="5417589" y="3825252"/>
            <a:ext cx="2952827" cy="201630"/>
          </a:xfrm>
          <a:prstGeom prst="rect">
            <a:avLst/>
          </a:prstGeom>
        </p:spPr>
        <p:txBody>
          <a:bodyPr/>
          <a:lstStyle>
            <a:lvl1pPr>
              <a:lnSpc>
                <a:spcPct val="100000"/>
              </a:lnSpc>
              <a:defRPr sz="1050" b="1" i="0">
                <a:solidFill>
                  <a:schemeClr val="accent1"/>
                </a:solidFill>
                <a:latin typeface="Arial" panose="020B0604020202020204" pitchFamily="34" charset="0"/>
              </a:defRPr>
            </a:lvl1pPr>
          </a:lstStyle>
          <a:p>
            <a:pPr lvl="0"/>
            <a:r>
              <a:rPr lang="fr-FR" dirty="0"/>
              <a:t>Nom.prenom@mail.com</a:t>
            </a:r>
          </a:p>
        </p:txBody>
      </p:sp>
      <p:sp>
        <p:nvSpPr>
          <p:cNvPr id="32" name="Espace réservé du texte 22">
            <a:extLst>
              <a:ext uri="{FF2B5EF4-FFF2-40B4-BE49-F238E27FC236}">
                <a16:creationId xmlns:a16="http://schemas.microsoft.com/office/drawing/2014/main" id="{02008D8D-82C6-C533-8458-3EDE7D8EB217}"/>
              </a:ext>
            </a:extLst>
          </p:cNvPr>
          <p:cNvSpPr>
            <a:spLocks noGrp="1"/>
          </p:cNvSpPr>
          <p:nvPr>
            <p:ph type="body" sz="quarter" idx="78" hasCustomPrompt="1"/>
          </p:nvPr>
        </p:nvSpPr>
        <p:spPr>
          <a:xfrm>
            <a:off x="5417589" y="4296333"/>
            <a:ext cx="2952827" cy="201630"/>
          </a:xfrm>
          <a:prstGeom prst="rect">
            <a:avLst/>
          </a:prstGeom>
        </p:spPr>
        <p:txBody>
          <a:bodyPr/>
          <a:lstStyle>
            <a:lvl1pPr>
              <a:lnSpc>
                <a:spcPct val="100000"/>
              </a:lnSpc>
              <a:defRPr sz="1050" b="1" i="0">
                <a:solidFill>
                  <a:schemeClr val="accent1"/>
                </a:solidFill>
                <a:latin typeface="Arial" panose="020B0604020202020204" pitchFamily="34" charset="0"/>
              </a:defRPr>
            </a:lvl1pPr>
          </a:lstStyle>
          <a:p>
            <a:pPr lvl="0"/>
            <a:r>
              <a:rPr lang="fr-FR" dirty="0"/>
              <a:t>XX </a:t>
            </a:r>
            <a:r>
              <a:rPr lang="fr-FR" dirty="0" err="1"/>
              <a:t>XX</a:t>
            </a:r>
            <a:r>
              <a:rPr lang="fr-FR" dirty="0"/>
              <a:t> </a:t>
            </a:r>
            <a:r>
              <a:rPr lang="fr-FR" dirty="0" err="1"/>
              <a:t>XX</a:t>
            </a:r>
            <a:r>
              <a:rPr lang="fr-FR" dirty="0"/>
              <a:t> </a:t>
            </a:r>
            <a:r>
              <a:rPr lang="fr-FR" dirty="0" err="1"/>
              <a:t>XX</a:t>
            </a:r>
            <a:r>
              <a:rPr lang="fr-FR" dirty="0"/>
              <a:t> </a:t>
            </a:r>
            <a:r>
              <a:rPr lang="fr-FR" dirty="0" err="1"/>
              <a:t>XX</a:t>
            </a:r>
            <a:endParaRPr lang="fr-FR" dirty="0"/>
          </a:p>
        </p:txBody>
      </p:sp>
      <p:sp>
        <p:nvSpPr>
          <p:cNvPr id="33" name="Espace réservé du texte 22">
            <a:extLst>
              <a:ext uri="{FF2B5EF4-FFF2-40B4-BE49-F238E27FC236}">
                <a16:creationId xmlns:a16="http://schemas.microsoft.com/office/drawing/2014/main" id="{4D837A83-3E3C-2859-5BDE-2D9ABF546432}"/>
              </a:ext>
            </a:extLst>
          </p:cNvPr>
          <p:cNvSpPr>
            <a:spLocks noGrp="1"/>
          </p:cNvSpPr>
          <p:nvPr>
            <p:ph type="body" sz="quarter" idx="79" hasCustomPrompt="1"/>
          </p:nvPr>
        </p:nvSpPr>
        <p:spPr>
          <a:xfrm>
            <a:off x="5417589" y="4770788"/>
            <a:ext cx="2952827" cy="201630"/>
          </a:xfrm>
          <a:prstGeom prst="rect">
            <a:avLst/>
          </a:prstGeom>
        </p:spPr>
        <p:txBody>
          <a:bodyPr/>
          <a:lstStyle>
            <a:lvl1pPr>
              <a:lnSpc>
                <a:spcPct val="100000"/>
              </a:lnSpc>
              <a:defRPr sz="1050" b="1" i="0">
                <a:solidFill>
                  <a:schemeClr val="accent1"/>
                </a:solidFill>
                <a:latin typeface="Arial" panose="020B0604020202020204" pitchFamily="34" charset="0"/>
              </a:defRPr>
            </a:lvl1pPr>
          </a:lstStyle>
          <a:p>
            <a:pPr lvl="0"/>
            <a:r>
              <a:rPr lang="fr-FR" dirty="0"/>
              <a:t>caceis.com</a:t>
            </a:r>
          </a:p>
        </p:txBody>
      </p:sp>
      <p:pic>
        <p:nvPicPr>
          <p:cNvPr id="37" name="Graphique 36">
            <a:extLst>
              <a:ext uri="{FF2B5EF4-FFF2-40B4-BE49-F238E27FC236}">
                <a16:creationId xmlns:a16="http://schemas.microsoft.com/office/drawing/2014/main" id="{A75F760E-5E68-4551-D419-53401EF6838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758826" y="890764"/>
            <a:ext cx="1906603" cy="623543"/>
          </a:xfrm>
          <a:prstGeom prst="rect">
            <a:avLst/>
          </a:prstGeom>
        </p:spPr>
      </p:pic>
      <p:cxnSp>
        <p:nvCxnSpPr>
          <p:cNvPr id="38" name="Connecteur droit 37">
            <a:extLst>
              <a:ext uri="{FF2B5EF4-FFF2-40B4-BE49-F238E27FC236}">
                <a16:creationId xmlns:a16="http://schemas.microsoft.com/office/drawing/2014/main" id="{53C05074-19E2-F4BE-908E-35166CF4A31D}"/>
              </a:ext>
            </a:extLst>
          </p:cNvPr>
          <p:cNvCxnSpPr>
            <a:cxnSpLocks/>
          </p:cNvCxnSpPr>
          <p:nvPr userDrawn="1"/>
        </p:nvCxnSpPr>
        <p:spPr>
          <a:xfrm flipH="1">
            <a:off x="-8661" y="6273801"/>
            <a:ext cx="9820876" cy="0"/>
          </a:xfrm>
          <a:prstGeom prst="line">
            <a:avLst/>
          </a:prstGeom>
          <a:ln>
            <a:gradFill flip="none" rotWithShape="1">
              <a:gsLst>
                <a:gs pos="68000">
                  <a:srgbClr val="006A4E"/>
                </a:gs>
                <a:gs pos="36000">
                  <a:srgbClr val="006A4E">
                    <a:alpha val="60000"/>
                  </a:srgbClr>
                </a:gs>
                <a:gs pos="0">
                  <a:schemeClr val="accent1">
                    <a:alpha val="0"/>
                  </a:schemeClr>
                </a:gs>
                <a:gs pos="100000">
                  <a:schemeClr val="accent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39" name="Connecteur droit 38">
            <a:extLst>
              <a:ext uri="{FF2B5EF4-FFF2-40B4-BE49-F238E27FC236}">
                <a16:creationId xmlns:a16="http://schemas.microsoft.com/office/drawing/2014/main" id="{43F14F78-3D3F-CFFD-96A6-380D3000E2B1}"/>
              </a:ext>
            </a:extLst>
          </p:cNvPr>
          <p:cNvCxnSpPr>
            <a:cxnSpLocks/>
          </p:cNvCxnSpPr>
          <p:nvPr userDrawn="1"/>
        </p:nvCxnSpPr>
        <p:spPr>
          <a:xfrm>
            <a:off x="9156700" y="0"/>
            <a:ext cx="0" cy="6857997"/>
          </a:xfrm>
          <a:prstGeom prst="line">
            <a:avLst/>
          </a:prstGeom>
          <a:ln>
            <a:gradFill flip="none" rotWithShape="1">
              <a:gsLst>
                <a:gs pos="27000">
                  <a:srgbClr val="006A4E">
                    <a:alpha val="60000"/>
                  </a:srgbClr>
                </a:gs>
                <a:gs pos="0">
                  <a:schemeClr val="accent1">
                    <a:alpha val="0"/>
                  </a:schemeClr>
                </a:gs>
                <a:gs pos="100000">
                  <a:schemeClr val="accent1">
                    <a:alpha val="0"/>
                  </a:schemeClr>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41" name="Connecteur droit 40">
            <a:extLst>
              <a:ext uri="{FF2B5EF4-FFF2-40B4-BE49-F238E27FC236}">
                <a16:creationId xmlns:a16="http://schemas.microsoft.com/office/drawing/2014/main" id="{F21FDE7B-0DCB-E812-ABC2-2906DF478809}"/>
              </a:ext>
            </a:extLst>
          </p:cNvPr>
          <p:cNvCxnSpPr>
            <a:cxnSpLocks/>
          </p:cNvCxnSpPr>
          <p:nvPr userDrawn="1"/>
        </p:nvCxnSpPr>
        <p:spPr>
          <a:xfrm flipH="1">
            <a:off x="-8661" y="772422"/>
            <a:ext cx="9363333" cy="0"/>
          </a:xfrm>
          <a:prstGeom prst="line">
            <a:avLst/>
          </a:prstGeom>
          <a:ln>
            <a:gradFill flip="none" rotWithShape="1">
              <a:gsLst>
                <a:gs pos="68000">
                  <a:srgbClr val="006A4E"/>
                </a:gs>
                <a:gs pos="36000">
                  <a:srgbClr val="006A4E">
                    <a:alpha val="60000"/>
                  </a:srgbClr>
                </a:gs>
                <a:gs pos="0">
                  <a:schemeClr val="accent1">
                    <a:alpha val="0"/>
                  </a:schemeClr>
                </a:gs>
                <a:gs pos="100000">
                  <a:schemeClr val="accent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42" name="Connecteur droit 41">
            <a:extLst>
              <a:ext uri="{FF2B5EF4-FFF2-40B4-BE49-F238E27FC236}">
                <a16:creationId xmlns:a16="http://schemas.microsoft.com/office/drawing/2014/main" id="{8406B20F-90DC-0443-5DDB-75A14652080C}"/>
              </a:ext>
            </a:extLst>
          </p:cNvPr>
          <p:cNvCxnSpPr>
            <a:cxnSpLocks/>
          </p:cNvCxnSpPr>
          <p:nvPr userDrawn="1"/>
        </p:nvCxnSpPr>
        <p:spPr>
          <a:xfrm flipH="1">
            <a:off x="4389120" y="2276475"/>
            <a:ext cx="4767580" cy="0"/>
          </a:xfrm>
          <a:prstGeom prst="line">
            <a:avLst/>
          </a:prstGeom>
          <a:ln>
            <a:gradFill flip="none" rotWithShape="1">
              <a:gsLst>
                <a:gs pos="68000">
                  <a:srgbClr val="006A4E"/>
                </a:gs>
                <a:gs pos="36000">
                  <a:srgbClr val="006A4E">
                    <a:alpha val="60000"/>
                  </a:srgbClr>
                </a:gs>
                <a:gs pos="0">
                  <a:schemeClr val="accent1">
                    <a:alpha val="0"/>
                  </a:schemeClr>
                </a:gs>
                <a:gs pos="100000">
                  <a:schemeClr val="accent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44" name="Connecteur droit 43">
            <a:extLst>
              <a:ext uri="{FF2B5EF4-FFF2-40B4-BE49-F238E27FC236}">
                <a16:creationId xmlns:a16="http://schemas.microsoft.com/office/drawing/2014/main" id="{B3A1D4DA-0A55-351A-3C4F-034EBD08B5E7}"/>
              </a:ext>
            </a:extLst>
          </p:cNvPr>
          <p:cNvCxnSpPr>
            <a:cxnSpLocks/>
          </p:cNvCxnSpPr>
          <p:nvPr userDrawn="1"/>
        </p:nvCxnSpPr>
        <p:spPr>
          <a:xfrm flipH="1">
            <a:off x="4389120" y="5377815"/>
            <a:ext cx="4776907" cy="0"/>
          </a:xfrm>
          <a:prstGeom prst="line">
            <a:avLst/>
          </a:prstGeom>
          <a:ln>
            <a:gradFill flip="none" rotWithShape="1">
              <a:gsLst>
                <a:gs pos="68000">
                  <a:srgbClr val="006A4E"/>
                </a:gs>
                <a:gs pos="36000">
                  <a:srgbClr val="006A4E">
                    <a:alpha val="60000"/>
                  </a:srgbClr>
                </a:gs>
                <a:gs pos="0">
                  <a:schemeClr val="accent1">
                    <a:alpha val="0"/>
                  </a:schemeClr>
                </a:gs>
                <a:gs pos="100000">
                  <a:schemeClr val="accent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pic>
        <p:nvPicPr>
          <p:cNvPr id="40" name="Graphique 39">
            <a:extLst>
              <a:ext uri="{FF2B5EF4-FFF2-40B4-BE49-F238E27FC236}">
                <a16:creationId xmlns:a16="http://schemas.microsoft.com/office/drawing/2014/main" id="{875F3C1D-B8DE-B65C-60BC-9C124B0C185A}"/>
              </a:ext>
            </a:extLst>
          </p:cNvPr>
          <p:cNvPicPr>
            <a:picLocks noChangeAspect="1"/>
          </p:cNvPicPr>
          <p:nvPr userDrawn="1"/>
        </p:nvPicPr>
        <p:blipFill>
          <a:blip>
            <a:alphaModFix amt="50000"/>
            <a:extLst>
              <a:ext uri="{96DAC541-7B7A-43D3-8B79-37D633B846F1}">
                <asvg:svgBlip xmlns:asvg="http://schemas.microsoft.com/office/drawing/2016/SVG/main" r:embed="rId3"/>
              </a:ext>
            </a:extLst>
          </a:blip>
          <a:srcRect t="-1075" r="18212" b="-1161"/>
          <a:stretch>
            <a:fillRect/>
          </a:stretch>
        </p:blipFill>
        <p:spPr>
          <a:xfrm flipV="1">
            <a:off x="10237464" y="-5343"/>
            <a:ext cx="1953321" cy="4466517"/>
          </a:xfrm>
          <a:prstGeom prst="rect">
            <a:avLst/>
          </a:prstGeom>
        </p:spPr>
      </p:pic>
      <p:pic>
        <p:nvPicPr>
          <p:cNvPr id="45" name="Graphique 44">
            <a:extLst>
              <a:ext uri="{FF2B5EF4-FFF2-40B4-BE49-F238E27FC236}">
                <a16:creationId xmlns:a16="http://schemas.microsoft.com/office/drawing/2014/main" id="{F4F88E31-8807-8DF5-9DB2-323445489D36}"/>
              </a:ext>
            </a:extLst>
          </p:cNvPr>
          <p:cNvPicPr>
            <a:picLocks noChangeAspect="1"/>
          </p:cNvPicPr>
          <p:nvPr userDrawn="1"/>
        </p:nvPicPr>
        <p:blipFill>
          <a:blip>
            <a:alphaModFix amt="50000"/>
            <a:extLst>
              <a:ext uri="{96DAC541-7B7A-43D3-8B79-37D633B846F1}">
                <asvg:svgBlip xmlns:asvg="http://schemas.microsoft.com/office/drawing/2016/SVG/main" r:embed="rId3"/>
              </a:ext>
            </a:extLst>
          </a:blip>
          <a:srcRect t="-1075" r="18212" b="-1161"/>
          <a:stretch>
            <a:fillRect/>
          </a:stretch>
        </p:blipFill>
        <p:spPr>
          <a:xfrm flipV="1">
            <a:off x="10237464" y="1982483"/>
            <a:ext cx="1953321" cy="4466517"/>
          </a:xfrm>
          <a:prstGeom prst="rect">
            <a:avLst/>
          </a:prstGeom>
        </p:spPr>
      </p:pic>
    </p:spTree>
    <p:extLst>
      <p:ext uri="{BB962C8B-B14F-4D97-AF65-F5344CB8AC3E}">
        <p14:creationId xmlns:p14="http://schemas.microsoft.com/office/powerpoint/2010/main" val="377669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40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750"/>
                                        <p:tgtEl>
                                          <p:spTgt spid="10"/>
                                        </p:tgtEl>
                                      </p:cBhvr>
                                    </p:animEffect>
                                  </p:childTnLst>
                                </p:cTn>
                              </p:par>
                              <p:par>
                                <p:cTn id="8" presetID="42" presetClass="path" presetSubtype="0" decel="100000" fill="hold" nodeType="withEffect">
                                  <p:stCondLst>
                                    <p:cond delay="400"/>
                                  </p:stCondLst>
                                  <p:childTnLst>
                                    <p:animMotion origin="layout" path="M -4.375E-6 1.11111E-6 L -0.02578 1.11111E-6 " pathEditMode="relative" rAng="0" ptsTypes="AA">
                                      <p:cBhvr>
                                        <p:cTn id="9" dur="1250" spd="-100000" fill="hold"/>
                                        <p:tgtEl>
                                          <p:spTgt spid="10"/>
                                        </p:tgtEl>
                                        <p:attrNameLst>
                                          <p:attrName>ppt_x</p:attrName>
                                          <p:attrName>ppt_y</p:attrName>
                                        </p:attrNameLst>
                                      </p:cBhvr>
                                      <p:rCtr x="-1289" y="0"/>
                                    </p:animMotion>
                                  </p:childTnLst>
                                </p:cTn>
                              </p:par>
                              <p:par>
                                <p:cTn id="10" presetID="10" presetClass="entr" presetSubtype="0" fill="hold" nodeType="withEffect">
                                  <p:stCondLst>
                                    <p:cond delay="60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750"/>
                                        <p:tgtEl>
                                          <p:spTgt spid="14"/>
                                        </p:tgtEl>
                                      </p:cBhvr>
                                    </p:animEffect>
                                  </p:childTnLst>
                                </p:cTn>
                              </p:par>
                              <p:par>
                                <p:cTn id="13" presetID="42" presetClass="path" presetSubtype="0" decel="100000" fill="hold" nodeType="withEffect">
                                  <p:stCondLst>
                                    <p:cond delay="600"/>
                                  </p:stCondLst>
                                  <p:childTnLst>
                                    <p:animMotion origin="layout" path="M -4.58333E-6 -3.33333E-6 L -0.02395 -3.33333E-6 " pathEditMode="relative" rAng="0" ptsTypes="AA">
                                      <p:cBhvr>
                                        <p:cTn id="14" dur="1250" spd="-100000" fill="hold"/>
                                        <p:tgtEl>
                                          <p:spTgt spid="14"/>
                                        </p:tgtEl>
                                        <p:attrNameLst>
                                          <p:attrName>ppt_x</p:attrName>
                                          <p:attrName>ppt_y</p:attrName>
                                        </p:attrNameLst>
                                      </p:cBhvr>
                                      <p:rCtr x="-1198" y="0"/>
                                    </p:animMotion>
                                  </p:childTnLst>
                                </p:cTn>
                              </p:par>
                              <p:par>
                                <p:cTn id="15" presetID="10" presetClass="entr" presetSubtype="0" fill="hold" grpId="0" nodeType="withEffect">
                                  <p:stCondLst>
                                    <p:cond delay="50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750"/>
                                        <p:tgtEl>
                                          <p:spTgt spid="13"/>
                                        </p:tgtEl>
                                      </p:cBhvr>
                                    </p:animEffect>
                                  </p:childTnLst>
                                </p:cTn>
                              </p:par>
                              <p:par>
                                <p:cTn id="18" presetID="42" presetClass="path" presetSubtype="0" decel="100000" fill="hold" grpId="1" nodeType="withEffect">
                                  <p:stCondLst>
                                    <p:cond delay="500"/>
                                  </p:stCondLst>
                                  <p:childTnLst>
                                    <p:animMotion origin="layout" path="M -4.375E-6 4.44444E-6 L -0.02578 4.44444E-6 " pathEditMode="relative" rAng="0" ptsTypes="AA">
                                      <p:cBhvr>
                                        <p:cTn id="19" dur="1250" spd="-100000" fill="hold"/>
                                        <p:tgtEl>
                                          <p:spTgt spid="13"/>
                                        </p:tgtEl>
                                        <p:attrNameLst>
                                          <p:attrName>ppt_x</p:attrName>
                                          <p:attrName>ppt_y</p:attrName>
                                        </p:attrNameLst>
                                      </p:cBhvr>
                                      <p:rCtr x="-128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3" grpId="1" animBg="1"/>
    </p:bld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slide portraits">
    <p:spTree>
      <p:nvGrpSpPr>
        <p:cNvPr id="1" name=""/>
        <p:cNvGrpSpPr/>
        <p:nvPr/>
      </p:nvGrpSpPr>
      <p:grpSpPr>
        <a:xfrm>
          <a:off x="0" y="0"/>
          <a:ext cx="0" cy="0"/>
          <a:chOff x="0" y="0"/>
          <a:chExt cx="0" cy="0"/>
        </a:xfrm>
      </p:grpSpPr>
      <p:pic>
        <p:nvPicPr>
          <p:cNvPr id="32" name="Graphique 31">
            <a:extLst>
              <a:ext uri="{FF2B5EF4-FFF2-40B4-BE49-F238E27FC236}">
                <a16:creationId xmlns:a16="http://schemas.microsoft.com/office/drawing/2014/main" id="{6041A587-4FF0-8379-2EC6-F8187D294EBE}"/>
              </a:ext>
            </a:extLst>
          </p:cNvPr>
          <p:cNvPicPr>
            <a:picLocks noChangeAspect="1"/>
          </p:cNvPicPr>
          <p:nvPr userDrawn="1"/>
        </p:nvPicPr>
        <p:blipFill>
          <a:blip>
            <a:extLst>
              <a:ext uri="{96DAC541-7B7A-43D3-8B79-37D633B846F1}">
                <asvg:svgBlip xmlns:asvg="http://schemas.microsoft.com/office/drawing/2016/SVG/main" r:embed="rId2"/>
              </a:ext>
            </a:extLst>
          </a:blip>
          <a:srcRect l="31990" t="5581" r="11729" b="44432"/>
          <a:stretch>
            <a:fillRect/>
          </a:stretch>
        </p:blipFill>
        <p:spPr>
          <a:xfrm rot="5400000" flipV="1">
            <a:off x="7241385" y="1907382"/>
            <a:ext cx="6857999" cy="3043236"/>
          </a:xfrm>
          <a:prstGeom prst="rect">
            <a:avLst/>
          </a:prstGeom>
        </p:spPr>
      </p:pic>
      <p:sp>
        <p:nvSpPr>
          <p:cNvPr id="2" name="Titre 1">
            <a:extLst>
              <a:ext uri="{FF2B5EF4-FFF2-40B4-BE49-F238E27FC236}">
                <a16:creationId xmlns:a16="http://schemas.microsoft.com/office/drawing/2014/main" id="{198C1564-8D7A-C5E4-C15A-B7C602115C40}"/>
              </a:ext>
            </a:extLst>
          </p:cNvPr>
          <p:cNvSpPr>
            <a:spLocks noGrp="1"/>
          </p:cNvSpPr>
          <p:nvPr>
            <p:ph type="title" hasCustomPrompt="1"/>
          </p:nvPr>
        </p:nvSpPr>
        <p:spPr>
          <a:xfrm>
            <a:off x="412159" y="1225279"/>
            <a:ext cx="8740969" cy="498598"/>
          </a:xfrm>
        </p:spPr>
        <p:txBody>
          <a:bodyPr/>
          <a:lstStyle>
            <a:lvl1pPr>
              <a:defRPr b="1" i="0">
                <a:latin typeface="Arial" panose="020B0604020202020204" pitchFamily="34" charset="0"/>
              </a:defRPr>
            </a:lvl1pPr>
          </a:lstStyle>
          <a:p>
            <a:r>
              <a:rPr lang="en-US" dirty="0"/>
              <a:t>The title of the slide here</a:t>
            </a:r>
            <a:endParaRPr lang="fr-FR" dirty="0"/>
          </a:p>
        </p:txBody>
      </p:sp>
      <p:sp>
        <p:nvSpPr>
          <p:cNvPr id="3" name="Espace réservé du pied de page 2">
            <a:extLst>
              <a:ext uri="{FF2B5EF4-FFF2-40B4-BE49-F238E27FC236}">
                <a16:creationId xmlns:a16="http://schemas.microsoft.com/office/drawing/2014/main" id="{86423CD8-7270-6C35-FD52-BC15CEE898AF}"/>
              </a:ext>
            </a:extLst>
          </p:cNvPr>
          <p:cNvSpPr>
            <a:spLocks noGrp="1"/>
          </p:cNvSpPr>
          <p:nvPr>
            <p:ph type="ftr" sz="quarter" idx="10"/>
          </p:nvPr>
        </p:nvSpPr>
        <p:spPr/>
        <p:txBody>
          <a:bodyPr/>
          <a:lstStyle>
            <a:lvl1pPr>
              <a:defRPr b="1" i="0">
                <a:latin typeface="Arial" panose="020B0604020202020204" pitchFamily="34" charset="0"/>
              </a:defRPr>
            </a:lvl1pPr>
          </a:lstStyle>
          <a:p>
            <a:r>
              <a:rPr lang="fr-FR" dirty="0" err="1"/>
              <a:t>Presentation</a:t>
            </a:r>
            <a:r>
              <a:rPr lang="fr-FR" dirty="0"/>
              <a:t> </a:t>
            </a:r>
            <a:r>
              <a:rPr lang="fr-FR" dirty="0" err="1"/>
              <a:t>title</a:t>
            </a:r>
            <a:endParaRPr lang="fr-FR" dirty="0"/>
          </a:p>
        </p:txBody>
      </p:sp>
      <p:sp>
        <p:nvSpPr>
          <p:cNvPr id="4" name="Espace réservé du numéro de diapositive 3">
            <a:extLst>
              <a:ext uri="{FF2B5EF4-FFF2-40B4-BE49-F238E27FC236}">
                <a16:creationId xmlns:a16="http://schemas.microsoft.com/office/drawing/2014/main" id="{0CDEE54D-BB30-01EC-2104-B7FBE8AA365A}"/>
              </a:ext>
            </a:extLst>
          </p:cNvPr>
          <p:cNvSpPr>
            <a:spLocks noGrp="1"/>
          </p:cNvSpPr>
          <p:nvPr>
            <p:ph type="sldNum" sz="quarter" idx="11"/>
          </p:nvPr>
        </p:nvSpPr>
        <p:spPr/>
        <p:txBody>
          <a:bodyPr/>
          <a:lstStyle>
            <a:lvl1pPr>
              <a:defRPr b="1" i="0">
                <a:latin typeface="Arial" panose="020B0604020202020204" pitchFamily="34" charset="0"/>
              </a:defRPr>
            </a:lvl1pPr>
          </a:lstStyle>
          <a:p>
            <a:fld id="{29BED1D5-2372-4BA3-AEA9-1F7A0F9A5921}" type="slidenum">
              <a:rPr lang="fr-FR" smtClean="0"/>
              <a:pPr/>
              <a:t>‹#›</a:t>
            </a:fld>
            <a:endParaRPr lang="fr-FR" dirty="0"/>
          </a:p>
        </p:txBody>
      </p:sp>
      <p:cxnSp>
        <p:nvCxnSpPr>
          <p:cNvPr id="13" name="Connecteur droit 12">
            <a:extLst>
              <a:ext uri="{FF2B5EF4-FFF2-40B4-BE49-F238E27FC236}">
                <a16:creationId xmlns:a16="http://schemas.microsoft.com/office/drawing/2014/main" id="{EB632F77-A17C-4C22-1D4C-13338687910E}"/>
              </a:ext>
            </a:extLst>
          </p:cNvPr>
          <p:cNvCxnSpPr>
            <a:cxnSpLocks/>
          </p:cNvCxnSpPr>
          <p:nvPr userDrawn="1"/>
        </p:nvCxnSpPr>
        <p:spPr>
          <a:xfrm>
            <a:off x="2621360" y="2194560"/>
            <a:ext cx="0" cy="4663439"/>
          </a:xfrm>
          <a:prstGeom prst="line">
            <a:avLst/>
          </a:prstGeom>
          <a:ln>
            <a:gradFill flip="none" rotWithShape="1">
              <a:gsLst>
                <a:gs pos="27000">
                  <a:srgbClr val="006A4E">
                    <a:alpha val="60000"/>
                  </a:srgbClr>
                </a:gs>
                <a:gs pos="0">
                  <a:schemeClr val="accent1">
                    <a:alpha val="0"/>
                  </a:schemeClr>
                </a:gs>
                <a:gs pos="100000">
                  <a:schemeClr val="accent1">
                    <a:alpha val="0"/>
                  </a:schemeClr>
                </a:gs>
              </a:gsLst>
              <a:lin ang="5400000" scaled="1"/>
              <a:tileRect/>
            </a:gradFill>
          </a:ln>
        </p:spPr>
        <p:style>
          <a:lnRef idx="1">
            <a:schemeClr val="accent1"/>
          </a:lnRef>
          <a:fillRef idx="0">
            <a:schemeClr val="accent1"/>
          </a:fillRef>
          <a:effectRef idx="0">
            <a:schemeClr val="accent1"/>
          </a:effectRef>
          <a:fontRef idx="minor">
            <a:schemeClr val="tx1"/>
          </a:fontRef>
        </p:style>
      </p:cxnSp>
      <p:pic>
        <p:nvPicPr>
          <p:cNvPr id="16" name="Graphique 15">
            <a:extLst>
              <a:ext uri="{FF2B5EF4-FFF2-40B4-BE49-F238E27FC236}">
                <a16:creationId xmlns:a16="http://schemas.microsoft.com/office/drawing/2014/main" id="{692A4674-F464-EF50-DEF6-16FA8D93A29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46038" y="94263"/>
            <a:ext cx="1906603" cy="623543"/>
          </a:xfrm>
          <a:prstGeom prst="rect">
            <a:avLst/>
          </a:prstGeom>
        </p:spPr>
      </p:pic>
      <p:cxnSp>
        <p:nvCxnSpPr>
          <p:cNvPr id="18" name="Connecteur droit 17">
            <a:extLst>
              <a:ext uri="{FF2B5EF4-FFF2-40B4-BE49-F238E27FC236}">
                <a16:creationId xmlns:a16="http://schemas.microsoft.com/office/drawing/2014/main" id="{488DF359-CDB8-7F7D-FCD4-97BBF398AB43}"/>
              </a:ext>
            </a:extLst>
          </p:cNvPr>
          <p:cNvCxnSpPr>
            <a:cxnSpLocks/>
          </p:cNvCxnSpPr>
          <p:nvPr userDrawn="1"/>
        </p:nvCxnSpPr>
        <p:spPr>
          <a:xfrm>
            <a:off x="442913" y="2194560"/>
            <a:ext cx="0" cy="4663439"/>
          </a:xfrm>
          <a:prstGeom prst="line">
            <a:avLst/>
          </a:prstGeom>
          <a:ln>
            <a:gradFill flip="none" rotWithShape="1">
              <a:gsLst>
                <a:gs pos="27000">
                  <a:srgbClr val="006A4E">
                    <a:alpha val="60000"/>
                  </a:srgbClr>
                </a:gs>
                <a:gs pos="0">
                  <a:schemeClr val="accent1">
                    <a:alpha val="0"/>
                  </a:schemeClr>
                </a:gs>
                <a:gs pos="100000">
                  <a:schemeClr val="accent1">
                    <a:alpha val="0"/>
                  </a:schemeClr>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9" name="Connecteur droit 18">
            <a:extLst>
              <a:ext uri="{FF2B5EF4-FFF2-40B4-BE49-F238E27FC236}">
                <a16:creationId xmlns:a16="http://schemas.microsoft.com/office/drawing/2014/main" id="{61B7129E-4674-4C1B-0857-4D3E95B23605}"/>
              </a:ext>
            </a:extLst>
          </p:cNvPr>
          <p:cNvCxnSpPr>
            <a:cxnSpLocks/>
          </p:cNvCxnSpPr>
          <p:nvPr userDrawn="1"/>
        </p:nvCxnSpPr>
        <p:spPr>
          <a:xfrm>
            <a:off x="4799807" y="2194560"/>
            <a:ext cx="0" cy="4663439"/>
          </a:xfrm>
          <a:prstGeom prst="line">
            <a:avLst/>
          </a:prstGeom>
          <a:ln>
            <a:gradFill flip="none" rotWithShape="1">
              <a:gsLst>
                <a:gs pos="27000">
                  <a:srgbClr val="006A4E">
                    <a:alpha val="60000"/>
                  </a:srgbClr>
                </a:gs>
                <a:gs pos="0">
                  <a:schemeClr val="accent1">
                    <a:alpha val="0"/>
                  </a:schemeClr>
                </a:gs>
                <a:gs pos="100000">
                  <a:schemeClr val="accent1">
                    <a:alpha val="0"/>
                  </a:schemeClr>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20" name="Connecteur droit 19">
            <a:extLst>
              <a:ext uri="{FF2B5EF4-FFF2-40B4-BE49-F238E27FC236}">
                <a16:creationId xmlns:a16="http://schemas.microsoft.com/office/drawing/2014/main" id="{F1EB3A7D-DAAE-1E15-2F92-D4DFC9F46FD6}"/>
              </a:ext>
            </a:extLst>
          </p:cNvPr>
          <p:cNvCxnSpPr>
            <a:cxnSpLocks/>
          </p:cNvCxnSpPr>
          <p:nvPr userDrawn="1"/>
        </p:nvCxnSpPr>
        <p:spPr>
          <a:xfrm>
            <a:off x="9156700" y="0"/>
            <a:ext cx="0" cy="6857999"/>
          </a:xfrm>
          <a:prstGeom prst="line">
            <a:avLst/>
          </a:prstGeom>
          <a:ln>
            <a:gradFill flip="none" rotWithShape="1">
              <a:gsLst>
                <a:gs pos="27000">
                  <a:srgbClr val="006A4E">
                    <a:alpha val="60000"/>
                  </a:srgbClr>
                </a:gs>
                <a:gs pos="0">
                  <a:schemeClr val="accent1">
                    <a:alpha val="0"/>
                  </a:schemeClr>
                </a:gs>
                <a:gs pos="100000">
                  <a:schemeClr val="accent1">
                    <a:alpha val="0"/>
                  </a:schemeClr>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21" name="Connecteur droit 20">
            <a:extLst>
              <a:ext uri="{FF2B5EF4-FFF2-40B4-BE49-F238E27FC236}">
                <a16:creationId xmlns:a16="http://schemas.microsoft.com/office/drawing/2014/main" id="{C01D6B6F-840B-C604-CDBB-161882C9CD7E}"/>
              </a:ext>
            </a:extLst>
          </p:cNvPr>
          <p:cNvCxnSpPr>
            <a:cxnSpLocks/>
          </p:cNvCxnSpPr>
          <p:nvPr userDrawn="1"/>
        </p:nvCxnSpPr>
        <p:spPr>
          <a:xfrm>
            <a:off x="6978254" y="2194560"/>
            <a:ext cx="0" cy="4663439"/>
          </a:xfrm>
          <a:prstGeom prst="line">
            <a:avLst/>
          </a:prstGeom>
          <a:ln>
            <a:gradFill flip="none" rotWithShape="1">
              <a:gsLst>
                <a:gs pos="27000">
                  <a:srgbClr val="006A4E">
                    <a:alpha val="60000"/>
                  </a:srgbClr>
                </a:gs>
                <a:gs pos="0">
                  <a:schemeClr val="accent1">
                    <a:alpha val="0"/>
                  </a:schemeClr>
                </a:gs>
                <a:gs pos="100000">
                  <a:schemeClr val="accent1">
                    <a:alpha val="0"/>
                  </a:schemeClr>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23" name="Connecteur droit 22">
            <a:extLst>
              <a:ext uri="{FF2B5EF4-FFF2-40B4-BE49-F238E27FC236}">
                <a16:creationId xmlns:a16="http://schemas.microsoft.com/office/drawing/2014/main" id="{71ACD11F-01A7-0795-0B9A-B6ADF0922CCB}"/>
              </a:ext>
            </a:extLst>
          </p:cNvPr>
          <p:cNvCxnSpPr>
            <a:cxnSpLocks/>
          </p:cNvCxnSpPr>
          <p:nvPr userDrawn="1"/>
        </p:nvCxnSpPr>
        <p:spPr>
          <a:xfrm flipH="1">
            <a:off x="-8661" y="2276475"/>
            <a:ext cx="9363333" cy="0"/>
          </a:xfrm>
          <a:prstGeom prst="line">
            <a:avLst/>
          </a:prstGeom>
          <a:ln>
            <a:gradFill flip="none" rotWithShape="1">
              <a:gsLst>
                <a:gs pos="68000">
                  <a:srgbClr val="006A4E"/>
                </a:gs>
                <a:gs pos="36000">
                  <a:srgbClr val="006A4E">
                    <a:alpha val="60000"/>
                  </a:srgbClr>
                </a:gs>
                <a:gs pos="0">
                  <a:schemeClr val="accent1">
                    <a:alpha val="0"/>
                  </a:schemeClr>
                </a:gs>
                <a:gs pos="100000">
                  <a:schemeClr val="accent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24" name="Connecteur droit 23">
            <a:extLst>
              <a:ext uri="{FF2B5EF4-FFF2-40B4-BE49-F238E27FC236}">
                <a16:creationId xmlns:a16="http://schemas.microsoft.com/office/drawing/2014/main" id="{41B62FD6-80CD-7CDF-44D9-07C8DDA4D655}"/>
              </a:ext>
            </a:extLst>
          </p:cNvPr>
          <p:cNvCxnSpPr>
            <a:cxnSpLocks/>
          </p:cNvCxnSpPr>
          <p:nvPr userDrawn="1"/>
        </p:nvCxnSpPr>
        <p:spPr>
          <a:xfrm flipH="1">
            <a:off x="-8661" y="4579620"/>
            <a:ext cx="9168932" cy="0"/>
          </a:xfrm>
          <a:prstGeom prst="line">
            <a:avLst/>
          </a:prstGeom>
          <a:ln>
            <a:gradFill flip="none" rotWithShape="1">
              <a:gsLst>
                <a:gs pos="68000">
                  <a:srgbClr val="006A4E"/>
                </a:gs>
                <a:gs pos="36000">
                  <a:srgbClr val="006A4E">
                    <a:alpha val="60000"/>
                  </a:srgbClr>
                </a:gs>
                <a:gs pos="0">
                  <a:schemeClr val="accent1">
                    <a:alpha val="0"/>
                  </a:schemeClr>
                </a:gs>
                <a:gs pos="100000">
                  <a:schemeClr val="accent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25" name="Connecteur droit 24">
            <a:extLst>
              <a:ext uri="{FF2B5EF4-FFF2-40B4-BE49-F238E27FC236}">
                <a16:creationId xmlns:a16="http://schemas.microsoft.com/office/drawing/2014/main" id="{654D5C13-3BA6-5EB7-87CC-1386624683F6}"/>
              </a:ext>
            </a:extLst>
          </p:cNvPr>
          <p:cNvCxnSpPr>
            <a:cxnSpLocks/>
          </p:cNvCxnSpPr>
          <p:nvPr userDrawn="1"/>
        </p:nvCxnSpPr>
        <p:spPr>
          <a:xfrm flipH="1">
            <a:off x="-8661" y="6273800"/>
            <a:ext cx="9168932" cy="0"/>
          </a:xfrm>
          <a:prstGeom prst="line">
            <a:avLst/>
          </a:prstGeom>
          <a:ln>
            <a:gradFill flip="none" rotWithShape="1">
              <a:gsLst>
                <a:gs pos="68000">
                  <a:srgbClr val="006A4E"/>
                </a:gs>
                <a:gs pos="36000">
                  <a:srgbClr val="006A4E">
                    <a:alpha val="60000"/>
                  </a:srgbClr>
                </a:gs>
                <a:gs pos="0">
                  <a:schemeClr val="accent1">
                    <a:alpha val="0"/>
                  </a:schemeClr>
                </a:gs>
                <a:gs pos="100000">
                  <a:schemeClr val="accent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27" name="Espace réservé pour une image  26">
            <a:extLst>
              <a:ext uri="{FF2B5EF4-FFF2-40B4-BE49-F238E27FC236}">
                <a16:creationId xmlns:a16="http://schemas.microsoft.com/office/drawing/2014/main" id="{433B9007-0669-B8FA-904C-4FDE6FC919D0}"/>
              </a:ext>
            </a:extLst>
          </p:cNvPr>
          <p:cNvSpPr>
            <a:spLocks noGrp="1"/>
          </p:cNvSpPr>
          <p:nvPr>
            <p:ph type="pic" sz="quarter" idx="76"/>
          </p:nvPr>
        </p:nvSpPr>
        <p:spPr>
          <a:xfrm>
            <a:off x="442913" y="2276475"/>
            <a:ext cx="2178050" cy="2301875"/>
          </a:xfrm>
        </p:spPr>
        <p:txBody>
          <a:bodyPr/>
          <a:lstStyle>
            <a:lvl1pPr>
              <a:defRPr b="1" i="0">
                <a:latin typeface="Arial" panose="020B0604020202020204" pitchFamily="34" charset="0"/>
              </a:defRPr>
            </a:lvl1pPr>
          </a:lstStyle>
          <a:p>
            <a:endParaRPr lang="fr-FR" dirty="0"/>
          </a:p>
        </p:txBody>
      </p:sp>
      <p:sp>
        <p:nvSpPr>
          <p:cNvPr id="28" name="Espace réservé pour une image  26">
            <a:extLst>
              <a:ext uri="{FF2B5EF4-FFF2-40B4-BE49-F238E27FC236}">
                <a16:creationId xmlns:a16="http://schemas.microsoft.com/office/drawing/2014/main" id="{BE514F20-B02E-3853-A82F-B510B7380FD9}"/>
              </a:ext>
            </a:extLst>
          </p:cNvPr>
          <p:cNvSpPr>
            <a:spLocks noGrp="1"/>
          </p:cNvSpPr>
          <p:nvPr>
            <p:ph type="pic" sz="quarter" idx="77"/>
          </p:nvPr>
        </p:nvSpPr>
        <p:spPr>
          <a:xfrm>
            <a:off x="2622682" y="2276475"/>
            <a:ext cx="2178050" cy="2301875"/>
          </a:xfrm>
        </p:spPr>
        <p:txBody>
          <a:bodyPr/>
          <a:lstStyle>
            <a:lvl1pPr>
              <a:defRPr b="1" i="0">
                <a:latin typeface="Arial" panose="020B0604020202020204" pitchFamily="34" charset="0"/>
              </a:defRPr>
            </a:lvl1pPr>
          </a:lstStyle>
          <a:p>
            <a:endParaRPr lang="fr-FR" dirty="0"/>
          </a:p>
        </p:txBody>
      </p:sp>
      <p:sp>
        <p:nvSpPr>
          <p:cNvPr id="29" name="Espace réservé pour une image  26">
            <a:extLst>
              <a:ext uri="{FF2B5EF4-FFF2-40B4-BE49-F238E27FC236}">
                <a16:creationId xmlns:a16="http://schemas.microsoft.com/office/drawing/2014/main" id="{D22EACC8-C8D2-837B-B101-29228382DBBE}"/>
              </a:ext>
            </a:extLst>
          </p:cNvPr>
          <p:cNvSpPr>
            <a:spLocks noGrp="1"/>
          </p:cNvSpPr>
          <p:nvPr>
            <p:ph type="pic" sz="quarter" idx="78"/>
          </p:nvPr>
        </p:nvSpPr>
        <p:spPr>
          <a:xfrm>
            <a:off x="4802451" y="2276475"/>
            <a:ext cx="2178050" cy="2301875"/>
          </a:xfrm>
        </p:spPr>
        <p:txBody>
          <a:bodyPr/>
          <a:lstStyle>
            <a:lvl1pPr>
              <a:defRPr b="1" i="0">
                <a:latin typeface="Arial" panose="020B0604020202020204" pitchFamily="34" charset="0"/>
              </a:defRPr>
            </a:lvl1pPr>
          </a:lstStyle>
          <a:p>
            <a:endParaRPr lang="fr-FR" dirty="0"/>
          </a:p>
        </p:txBody>
      </p:sp>
      <p:sp>
        <p:nvSpPr>
          <p:cNvPr id="30" name="Espace réservé pour une image  26">
            <a:extLst>
              <a:ext uri="{FF2B5EF4-FFF2-40B4-BE49-F238E27FC236}">
                <a16:creationId xmlns:a16="http://schemas.microsoft.com/office/drawing/2014/main" id="{6F2879F7-0806-2B9D-3317-9330394F8A88}"/>
              </a:ext>
            </a:extLst>
          </p:cNvPr>
          <p:cNvSpPr>
            <a:spLocks noGrp="1"/>
          </p:cNvSpPr>
          <p:nvPr>
            <p:ph type="pic" sz="quarter" idx="79"/>
          </p:nvPr>
        </p:nvSpPr>
        <p:spPr>
          <a:xfrm>
            <a:off x="6982221" y="2276475"/>
            <a:ext cx="2178050" cy="2301875"/>
          </a:xfrm>
        </p:spPr>
        <p:txBody>
          <a:bodyPr/>
          <a:lstStyle>
            <a:lvl1pPr>
              <a:defRPr b="1" i="0">
                <a:latin typeface="Arial" panose="020B0604020202020204" pitchFamily="34" charset="0"/>
              </a:defRPr>
            </a:lvl1pPr>
          </a:lstStyle>
          <a:p>
            <a:endParaRPr lang="fr-FR" dirty="0"/>
          </a:p>
        </p:txBody>
      </p:sp>
      <p:sp>
        <p:nvSpPr>
          <p:cNvPr id="6" name="Espace réservé du texte 14">
            <a:extLst>
              <a:ext uri="{FF2B5EF4-FFF2-40B4-BE49-F238E27FC236}">
                <a16:creationId xmlns:a16="http://schemas.microsoft.com/office/drawing/2014/main" id="{32D531AE-DF87-91DB-FA84-804698FE7273}"/>
              </a:ext>
            </a:extLst>
          </p:cNvPr>
          <p:cNvSpPr>
            <a:spLocks noGrp="1"/>
          </p:cNvSpPr>
          <p:nvPr>
            <p:ph type="body" sz="quarter" idx="12" hasCustomPrompt="1"/>
          </p:nvPr>
        </p:nvSpPr>
        <p:spPr>
          <a:xfrm>
            <a:off x="442913" y="735890"/>
            <a:ext cx="2201227" cy="327025"/>
          </a:xfrm>
          <a:prstGeom prst="roundRect">
            <a:avLst>
              <a:gd name="adj" fmla="val 5793"/>
            </a:avLst>
          </a:prstGeom>
          <a:solidFill>
            <a:schemeClr val="accent6"/>
          </a:solidFill>
        </p:spPr>
        <p:txBody>
          <a:bodyPr vert="horz" lIns="72000" tIns="0" rIns="0" bIns="0" rtlCol="0" anchor="ctr" anchorCtr="0">
            <a:noAutofit/>
          </a:bodyPr>
          <a:lstStyle>
            <a:lvl1pPr algn="ctr">
              <a:defRPr lang="fr-FR" sz="1000" b="1" i="0" cap="all" spc="300" baseline="0" dirty="0">
                <a:solidFill>
                  <a:schemeClr val="lt1"/>
                </a:solidFill>
                <a:latin typeface="Arial" panose="020B0604020202020204" pitchFamily="34" charset="0"/>
              </a:defRPr>
            </a:lvl1pPr>
            <a:lvl2pPr>
              <a:defRPr lang="fr-FR" sz="1000" kern="1200" spc="300" dirty="0" smtClean="0">
                <a:solidFill>
                  <a:schemeClr val="lt1"/>
                </a:solidFill>
                <a:latin typeface="Arial" pitchFamily="34" charset="0"/>
                <a:ea typeface="+mn-ea"/>
                <a:cs typeface="+mn-cs"/>
              </a:defRPr>
            </a:lvl2pPr>
            <a:lvl3pPr>
              <a:defRPr lang="fr-FR" sz="1000" kern="1200" spc="300" dirty="0" smtClean="0">
                <a:solidFill>
                  <a:schemeClr val="lt1"/>
                </a:solidFill>
                <a:latin typeface="Arial" pitchFamily="34" charset="0"/>
                <a:ea typeface="+mn-ea"/>
                <a:cs typeface="+mn-cs"/>
              </a:defRPr>
            </a:lvl3pPr>
            <a:lvl4pPr>
              <a:defRPr lang="fr-FR" sz="1000" kern="1200" spc="300" dirty="0" smtClean="0">
                <a:solidFill>
                  <a:schemeClr val="lt1"/>
                </a:solidFill>
                <a:latin typeface="Arial" pitchFamily="34" charset="0"/>
                <a:ea typeface="+mn-ea"/>
                <a:cs typeface="+mn-cs"/>
              </a:defRPr>
            </a:lvl4pPr>
            <a:lvl5pPr>
              <a:defRPr lang="fr-FR" sz="1000" kern="1200" spc="300" dirty="0">
                <a:solidFill>
                  <a:schemeClr val="lt1"/>
                </a:solidFill>
                <a:latin typeface="Arial" pitchFamily="34" charset="0"/>
                <a:ea typeface="+mn-ea"/>
                <a:cs typeface="+mn-cs"/>
              </a:defRPr>
            </a:lvl5pPr>
          </a:lstStyle>
          <a:p>
            <a:pPr lvl="0" algn="ctr"/>
            <a:r>
              <a:rPr lang="fr-FR" dirty="0"/>
              <a:t>YOUR SURTITLE</a:t>
            </a:r>
          </a:p>
        </p:txBody>
      </p:sp>
      <p:sp>
        <p:nvSpPr>
          <p:cNvPr id="7" name="Espace réservé du texte 22">
            <a:extLst>
              <a:ext uri="{FF2B5EF4-FFF2-40B4-BE49-F238E27FC236}">
                <a16:creationId xmlns:a16="http://schemas.microsoft.com/office/drawing/2014/main" id="{2720ACFF-F5C9-50CD-2FCA-8A5784057C2C}"/>
              </a:ext>
            </a:extLst>
          </p:cNvPr>
          <p:cNvSpPr>
            <a:spLocks noGrp="1"/>
          </p:cNvSpPr>
          <p:nvPr>
            <p:ph type="body" sz="quarter" idx="22" hasCustomPrompt="1"/>
          </p:nvPr>
        </p:nvSpPr>
        <p:spPr>
          <a:xfrm>
            <a:off x="442913" y="5202248"/>
            <a:ext cx="1997666" cy="498598"/>
          </a:xfrm>
          <a:prstGeom prst="rect">
            <a:avLst/>
          </a:prstGeom>
        </p:spPr>
        <p:txBody>
          <a:bodyPr/>
          <a:lstStyle>
            <a:lvl1pPr>
              <a:lnSpc>
                <a:spcPct val="100000"/>
              </a:lnSpc>
              <a:defRPr sz="1050" b="1" i="0">
                <a:solidFill>
                  <a:schemeClr val="accent1"/>
                </a:solidFill>
                <a:latin typeface="Arial" panose="020B0604020202020204" pitchFamily="34" charset="0"/>
              </a:defRPr>
            </a:lvl1pPr>
          </a:lstStyle>
          <a:p>
            <a:pPr lvl="0"/>
            <a:r>
              <a:rPr lang="en-US" dirty="0"/>
              <a:t>Write your text here on several lines</a:t>
            </a:r>
            <a:endParaRPr lang="fr-FR" dirty="0"/>
          </a:p>
        </p:txBody>
      </p:sp>
      <p:sp>
        <p:nvSpPr>
          <p:cNvPr id="8" name="Espace réservé du texte 22">
            <a:extLst>
              <a:ext uri="{FF2B5EF4-FFF2-40B4-BE49-F238E27FC236}">
                <a16:creationId xmlns:a16="http://schemas.microsoft.com/office/drawing/2014/main" id="{17DAA69B-FCB5-5D49-DF50-75E09ECF9E6A}"/>
              </a:ext>
            </a:extLst>
          </p:cNvPr>
          <p:cNvSpPr>
            <a:spLocks noGrp="1"/>
          </p:cNvSpPr>
          <p:nvPr>
            <p:ph type="body" sz="quarter" idx="23" hasCustomPrompt="1"/>
          </p:nvPr>
        </p:nvSpPr>
        <p:spPr>
          <a:xfrm>
            <a:off x="442913" y="4732363"/>
            <a:ext cx="1997666" cy="366817"/>
          </a:xfrm>
          <a:prstGeom prst="rect">
            <a:avLst/>
          </a:prstGeom>
        </p:spPr>
        <p:txBody>
          <a:bodyPr>
            <a:normAutofit/>
          </a:bodyPr>
          <a:lstStyle>
            <a:lvl1pPr>
              <a:lnSpc>
                <a:spcPct val="100000"/>
              </a:lnSpc>
              <a:spcBef>
                <a:spcPts val="0"/>
              </a:spcBef>
              <a:spcAft>
                <a:spcPts val="300"/>
              </a:spcAft>
              <a:defRPr lang="fr-FR" sz="1100" b="1" i="0" kern="1200" cap="none" spc="200" baseline="0" dirty="0">
                <a:solidFill>
                  <a:schemeClr val="accent1">
                    <a:lumMod val="75000"/>
                  </a:schemeClr>
                </a:solidFill>
                <a:latin typeface="Arial" panose="020B0604020202020204" pitchFamily="34" charset="0"/>
                <a:ea typeface="+mn-ea"/>
                <a:cs typeface="+mn-cs"/>
              </a:defRPr>
            </a:lvl1pPr>
          </a:lstStyle>
          <a:p>
            <a:pPr lvl="0"/>
            <a:r>
              <a:rPr lang="fr-FR" dirty="0"/>
              <a:t>Constantin</a:t>
            </a:r>
            <a:br>
              <a:rPr lang="fr-FR" dirty="0"/>
            </a:br>
            <a:r>
              <a:rPr lang="fr-FR" dirty="0" err="1"/>
              <a:t>Konstantinovitch</a:t>
            </a:r>
            <a:endParaRPr lang="fr-FR" dirty="0"/>
          </a:p>
        </p:txBody>
      </p:sp>
      <p:sp>
        <p:nvSpPr>
          <p:cNvPr id="9" name="Espace réservé du texte 22">
            <a:extLst>
              <a:ext uri="{FF2B5EF4-FFF2-40B4-BE49-F238E27FC236}">
                <a16:creationId xmlns:a16="http://schemas.microsoft.com/office/drawing/2014/main" id="{DE925F37-E00E-E6E9-BECC-9769BC28596D}"/>
              </a:ext>
            </a:extLst>
          </p:cNvPr>
          <p:cNvSpPr>
            <a:spLocks noGrp="1"/>
          </p:cNvSpPr>
          <p:nvPr>
            <p:ph type="body" sz="quarter" idx="80" hasCustomPrompt="1"/>
          </p:nvPr>
        </p:nvSpPr>
        <p:spPr>
          <a:xfrm>
            <a:off x="2618717" y="5202248"/>
            <a:ext cx="1997666" cy="498598"/>
          </a:xfrm>
          <a:prstGeom prst="rect">
            <a:avLst/>
          </a:prstGeom>
        </p:spPr>
        <p:txBody>
          <a:bodyPr/>
          <a:lstStyle>
            <a:lvl1pPr>
              <a:lnSpc>
                <a:spcPct val="100000"/>
              </a:lnSpc>
              <a:defRPr sz="1050" b="1" i="0">
                <a:solidFill>
                  <a:schemeClr val="accent1"/>
                </a:solidFill>
                <a:latin typeface="Arial" panose="020B0604020202020204" pitchFamily="34" charset="0"/>
              </a:defRPr>
            </a:lvl1pPr>
          </a:lstStyle>
          <a:p>
            <a:pPr lvl="0"/>
            <a:r>
              <a:rPr lang="en-US" dirty="0"/>
              <a:t>Write your text here on several lines</a:t>
            </a:r>
            <a:endParaRPr lang="fr-FR" dirty="0"/>
          </a:p>
        </p:txBody>
      </p:sp>
      <p:sp>
        <p:nvSpPr>
          <p:cNvPr id="10" name="Espace réservé du texte 22">
            <a:extLst>
              <a:ext uri="{FF2B5EF4-FFF2-40B4-BE49-F238E27FC236}">
                <a16:creationId xmlns:a16="http://schemas.microsoft.com/office/drawing/2014/main" id="{F288B7A9-2997-99E7-CAE9-CC979B3A99C3}"/>
              </a:ext>
            </a:extLst>
          </p:cNvPr>
          <p:cNvSpPr>
            <a:spLocks noGrp="1"/>
          </p:cNvSpPr>
          <p:nvPr>
            <p:ph type="body" sz="quarter" idx="81" hasCustomPrompt="1"/>
          </p:nvPr>
        </p:nvSpPr>
        <p:spPr>
          <a:xfrm>
            <a:off x="2618717" y="4732363"/>
            <a:ext cx="1997666" cy="366817"/>
          </a:xfrm>
          <a:prstGeom prst="rect">
            <a:avLst/>
          </a:prstGeom>
        </p:spPr>
        <p:txBody>
          <a:bodyPr>
            <a:normAutofit/>
          </a:bodyPr>
          <a:lstStyle>
            <a:lvl1pPr>
              <a:lnSpc>
                <a:spcPct val="100000"/>
              </a:lnSpc>
              <a:spcBef>
                <a:spcPts val="0"/>
              </a:spcBef>
              <a:spcAft>
                <a:spcPts val="300"/>
              </a:spcAft>
              <a:defRPr lang="fr-FR" sz="1100" b="1" i="0" kern="1200" cap="none" spc="200" baseline="0" dirty="0">
                <a:solidFill>
                  <a:schemeClr val="accent1">
                    <a:lumMod val="75000"/>
                  </a:schemeClr>
                </a:solidFill>
                <a:latin typeface="Arial" panose="020B0604020202020204" pitchFamily="34" charset="0"/>
                <a:ea typeface="+mn-ea"/>
                <a:cs typeface="+mn-cs"/>
              </a:defRPr>
            </a:lvl1pPr>
          </a:lstStyle>
          <a:p>
            <a:pPr lvl="0"/>
            <a:r>
              <a:rPr lang="fr-FR" dirty="0"/>
              <a:t>Constantin</a:t>
            </a:r>
            <a:br>
              <a:rPr lang="fr-FR" dirty="0"/>
            </a:br>
            <a:r>
              <a:rPr lang="fr-FR" dirty="0" err="1"/>
              <a:t>Konstantinovitch</a:t>
            </a:r>
            <a:endParaRPr lang="fr-FR" dirty="0"/>
          </a:p>
        </p:txBody>
      </p:sp>
      <p:sp>
        <p:nvSpPr>
          <p:cNvPr id="11" name="Espace réservé du texte 22">
            <a:extLst>
              <a:ext uri="{FF2B5EF4-FFF2-40B4-BE49-F238E27FC236}">
                <a16:creationId xmlns:a16="http://schemas.microsoft.com/office/drawing/2014/main" id="{04B47361-9A83-291E-21B3-DEFEBA75E48B}"/>
              </a:ext>
            </a:extLst>
          </p:cNvPr>
          <p:cNvSpPr>
            <a:spLocks noGrp="1"/>
          </p:cNvSpPr>
          <p:nvPr>
            <p:ph type="body" sz="quarter" idx="82" hasCustomPrompt="1"/>
          </p:nvPr>
        </p:nvSpPr>
        <p:spPr>
          <a:xfrm>
            <a:off x="4802451" y="5202248"/>
            <a:ext cx="1997666" cy="498598"/>
          </a:xfrm>
          <a:prstGeom prst="rect">
            <a:avLst/>
          </a:prstGeom>
        </p:spPr>
        <p:txBody>
          <a:bodyPr/>
          <a:lstStyle>
            <a:lvl1pPr>
              <a:lnSpc>
                <a:spcPct val="100000"/>
              </a:lnSpc>
              <a:defRPr sz="1050" b="1" i="0">
                <a:solidFill>
                  <a:schemeClr val="accent1"/>
                </a:solidFill>
                <a:latin typeface="Arial" panose="020B0604020202020204" pitchFamily="34" charset="0"/>
              </a:defRPr>
            </a:lvl1pPr>
          </a:lstStyle>
          <a:p>
            <a:pPr lvl="0"/>
            <a:r>
              <a:rPr lang="en-US" dirty="0"/>
              <a:t>Write your text here on several lines</a:t>
            </a:r>
            <a:endParaRPr lang="fr-FR" dirty="0"/>
          </a:p>
        </p:txBody>
      </p:sp>
      <p:sp>
        <p:nvSpPr>
          <p:cNvPr id="12" name="Espace réservé du texte 22">
            <a:extLst>
              <a:ext uri="{FF2B5EF4-FFF2-40B4-BE49-F238E27FC236}">
                <a16:creationId xmlns:a16="http://schemas.microsoft.com/office/drawing/2014/main" id="{EB13B3BC-3E32-1DC5-57F6-AC6115221C59}"/>
              </a:ext>
            </a:extLst>
          </p:cNvPr>
          <p:cNvSpPr>
            <a:spLocks noGrp="1"/>
          </p:cNvSpPr>
          <p:nvPr>
            <p:ph type="body" sz="quarter" idx="83" hasCustomPrompt="1"/>
          </p:nvPr>
        </p:nvSpPr>
        <p:spPr>
          <a:xfrm>
            <a:off x="4802451" y="4732363"/>
            <a:ext cx="1997666" cy="366817"/>
          </a:xfrm>
          <a:prstGeom prst="rect">
            <a:avLst/>
          </a:prstGeom>
        </p:spPr>
        <p:txBody>
          <a:bodyPr>
            <a:normAutofit/>
          </a:bodyPr>
          <a:lstStyle>
            <a:lvl1pPr>
              <a:lnSpc>
                <a:spcPct val="100000"/>
              </a:lnSpc>
              <a:spcBef>
                <a:spcPts val="0"/>
              </a:spcBef>
              <a:spcAft>
                <a:spcPts val="300"/>
              </a:spcAft>
              <a:defRPr lang="fr-FR" sz="1100" b="1" i="0" kern="1200" cap="none" spc="200" baseline="0" dirty="0">
                <a:solidFill>
                  <a:schemeClr val="accent1">
                    <a:lumMod val="75000"/>
                  </a:schemeClr>
                </a:solidFill>
                <a:latin typeface="Arial" panose="020B0604020202020204" pitchFamily="34" charset="0"/>
                <a:ea typeface="+mn-ea"/>
                <a:cs typeface="+mn-cs"/>
              </a:defRPr>
            </a:lvl1pPr>
          </a:lstStyle>
          <a:p>
            <a:pPr lvl="0"/>
            <a:r>
              <a:rPr lang="fr-FR" dirty="0"/>
              <a:t>Constantin</a:t>
            </a:r>
            <a:br>
              <a:rPr lang="fr-FR" dirty="0"/>
            </a:br>
            <a:r>
              <a:rPr lang="fr-FR" dirty="0" err="1"/>
              <a:t>Konstantinovitch</a:t>
            </a:r>
            <a:endParaRPr lang="fr-FR" dirty="0"/>
          </a:p>
        </p:txBody>
      </p:sp>
      <p:sp>
        <p:nvSpPr>
          <p:cNvPr id="14" name="Espace réservé du texte 22">
            <a:extLst>
              <a:ext uri="{FF2B5EF4-FFF2-40B4-BE49-F238E27FC236}">
                <a16:creationId xmlns:a16="http://schemas.microsoft.com/office/drawing/2014/main" id="{9C91DB9A-1B76-A84B-B8AF-31F2A44C8B10}"/>
              </a:ext>
            </a:extLst>
          </p:cNvPr>
          <p:cNvSpPr>
            <a:spLocks noGrp="1"/>
          </p:cNvSpPr>
          <p:nvPr>
            <p:ph type="body" sz="quarter" idx="84" hasCustomPrompt="1"/>
          </p:nvPr>
        </p:nvSpPr>
        <p:spPr>
          <a:xfrm>
            <a:off x="6975608" y="5202248"/>
            <a:ext cx="1997666" cy="498598"/>
          </a:xfrm>
          <a:prstGeom prst="rect">
            <a:avLst/>
          </a:prstGeom>
        </p:spPr>
        <p:txBody>
          <a:bodyPr/>
          <a:lstStyle>
            <a:lvl1pPr>
              <a:lnSpc>
                <a:spcPct val="100000"/>
              </a:lnSpc>
              <a:defRPr sz="1050" b="1" i="0">
                <a:solidFill>
                  <a:schemeClr val="accent1"/>
                </a:solidFill>
                <a:latin typeface="Arial" panose="020B0604020202020204" pitchFamily="34" charset="0"/>
              </a:defRPr>
            </a:lvl1pPr>
          </a:lstStyle>
          <a:p>
            <a:pPr lvl="0"/>
            <a:r>
              <a:rPr lang="en-US" dirty="0"/>
              <a:t>Write your text here on several lines</a:t>
            </a:r>
            <a:endParaRPr lang="fr-FR" dirty="0"/>
          </a:p>
        </p:txBody>
      </p:sp>
      <p:sp>
        <p:nvSpPr>
          <p:cNvPr id="15" name="Espace réservé du texte 22">
            <a:extLst>
              <a:ext uri="{FF2B5EF4-FFF2-40B4-BE49-F238E27FC236}">
                <a16:creationId xmlns:a16="http://schemas.microsoft.com/office/drawing/2014/main" id="{BA21E344-C4C6-228A-7537-5AE60C9BEA76}"/>
              </a:ext>
            </a:extLst>
          </p:cNvPr>
          <p:cNvSpPr>
            <a:spLocks noGrp="1"/>
          </p:cNvSpPr>
          <p:nvPr>
            <p:ph type="body" sz="quarter" idx="85" hasCustomPrompt="1"/>
          </p:nvPr>
        </p:nvSpPr>
        <p:spPr>
          <a:xfrm>
            <a:off x="6975608" y="4732363"/>
            <a:ext cx="1997666" cy="366817"/>
          </a:xfrm>
          <a:prstGeom prst="rect">
            <a:avLst/>
          </a:prstGeom>
        </p:spPr>
        <p:txBody>
          <a:bodyPr>
            <a:normAutofit/>
          </a:bodyPr>
          <a:lstStyle>
            <a:lvl1pPr>
              <a:lnSpc>
                <a:spcPct val="100000"/>
              </a:lnSpc>
              <a:spcBef>
                <a:spcPts val="0"/>
              </a:spcBef>
              <a:spcAft>
                <a:spcPts val="300"/>
              </a:spcAft>
              <a:defRPr lang="fr-FR" sz="1100" b="1" i="0" kern="1200" cap="none" spc="200" baseline="0" dirty="0">
                <a:solidFill>
                  <a:schemeClr val="accent1">
                    <a:lumMod val="75000"/>
                  </a:schemeClr>
                </a:solidFill>
                <a:latin typeface="Arial" panose="020B0604020202020204" pitchFamily="34" charset="0"/>
                <a:ea typeface="+mn-ea"/>
                <a:cs typeface="+mn-cs"/>
              </a:defRPr>
            </a:lvl1pPr>
          </a:lstStyle>
          <a:p>
            <a:pPr lvl="0"/>
            <a:r>
              <a:rPr lang="fr-FR" dirty="0"/>
              <a:t>Constantin</a:t>
            </a:r>
            <a:br>
              <a:rPr lang="fr-FR" dirty="0"/>
            </a:br>
            <a:r>
              <a:rPr lang="fr-FR" dirty="0" err="1"/>
              <a:t>Konstantinovitch</a:t>
            </a:r>
            <a:endParaRPr lang="fr-FR" dirty="0"/>
          </a:p>
        </p:txBody>
      </p:sp>
    </p:spTree>
    <p:extLst>
      <p:ext uri="{BB962C8B-B14F-4D97-AF65-F5344CB8AC3E}">
        <p14:creationId xmlns:p14="http://schemas.microsoft.com/office/powerpoint/2010/main" val="327722474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Organigramm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9BF243D-41B0-7E18-839D-2E8A8B7F72DF}"/>
              </a:ext>
            </a:extLst>
          </p:cNvPr>
          <p:cNvSpPr>
            <a:spLocks noGrp="1"/>
          </p:cNvSpPr>
          <p:nvPr>
            <p:ph type="title" hasCustomPrompt="1"/>
          </p:nvPr>
        </p:nvSpPr>
        <p:spPr>
          <a:xfrm>
            <a:off x="412159" y="1225279"/>
            <a:ext cx="8329905" cy="498598"/>
          </a:xfrm>
        </p:spPr>
        <p:txBody>
          <a:bodyPr/>
          <a:lstStyle>
            <a:lvl1pPr>
              <a:defRPr b="1" i="0">
                <a:latin typeface="Arial" panose="020B0604020202020204" pitchFamily="34" charset="0"/>
              </a:defRPr>
            </a:lvl1pPr>
          </a:lstStyle>
          <a:p>
            <a:r>
              <a:rPr lang="en-US"/>
              <a:t>The title of the slide here</a:t>
            </a:r>
            <a:endParaRPr lang="fr-FR"/>
          </a:p>
        </p:txBody>
      </p:sp>
      <p:sp>
        <p:nvSpPr>
          <p:cNvPr id="3" name="Espace réservé du pied de page 2">
            <a:extLst>
              <a:ext uri="{FF2B5EF4-FFF2-40B4-BE49-F238E27FC236}">
                <a16:creationId xmlns:a16="http://schemas.microsoft.com/office/drawing/2014/main" id="{8CF29367-78B3-3F33-38D0-3B0729EE729B}"/>
              </a:ext>
            </a:extLst>
          </p:cNvPr>
          <p:cNvSpPr>
            <a:spLocks noGrp="1"/>
          </p:cNvSpPr>
          <p:nvPr>
            <p:ph type="ftr" sz="quarter" idx="10"/>
          </p:nvPr>
        </p:nvSpPr>
        <p:spPr/>
        <p:txBody>
          <a:bodyPr/>
          <a:lstStyle>
            <a:lvl1pPr>
              <a:defRPr b="1" i="0">
                <a:latin typeface="Arial" panose="020B0604020202020204" pitchFamily="34" charset="0"/>
              </a:defRPr>
            </a:lvl1pPr>
          </a:lstStyle>
          <a:p>
            <a:r>
              <a:rPr lang="fr-FR" dirty="0" err="1"/>
              <a:t>Presentation</a:t>
            </a:r>
            <a:r>
              <a:rPr lang="fr-FR" dirty="0"/>
              <a:t> </a:t>
            </a:r>
            <a:r>
              <a:rPr lang="fr-FR" dirty="0" err="1"/>
              <a:t>title</a:t>
            </a:r>
            <a:endParaRPr lang="fr-FR" dirty="0"/>
          </a:p>
        </p:txBody>
      </p:sp>
      <p:sp>
        <p:nvSpPr>
          <p:cNvPr id="4" name="Espace réservé du numéro de diapositive 3">
            <a:extLst>
              <a:ext uri="{FF2B5EF4-FFF2-40B4-BE49-F238E27FC236}">
                <a16:creationId xmlns:a16="http://schemas.microsoft.com/office/drawing/2014/main" id="{3D95227B-48E7-5F5C-7C60-F13EB2893C72}"/>
              </a:ext>
            </a:extLst>
          </p:cNvPr>
          <p:cNvSpPr>
            <a:spLocks noGrp="1"/>
          </p:cNvSpPr>
          <p:nvPr>
            <p:ph type="sldNum" sz="quarter" idx="11"/>
          </p:nvPr>
        </p:nvSpPr>
        <p:spPr/>
        <p:txBody>
          <a:bodyPr/>
          <a:lstStyle>
            <a:lvl1pPr>
              <a:defRPr b="1" i="0">
                <a:latin typeface="Arial" panose="020B0604020202020204" pitchFamily="34" charset="0"/>
              </a:defRPr>
            </a:lvl1pPr>
          </a:lstStyle>
          <a:p>
            <a:fld id="{29BED1D5-2372-4BA3-AEA9-1F7A0F9A5921}" type="slidenum">
              <a:rPr lang="fr-FR" smtClean="0"/>
              <a:pPr/>
              <a:t>‹#›</a:t>
            </a:fld>
            <a:endParaRPr lang="fr-FR"/>
          </a:p>
        </p:txBody>
      </p:sp>
      <p:pic>
        <p:nvPicPr>
          <p:cNvPr id="5" name="Graphique 4">
            <a:extLst>
              <a:ext uri="{FF2B5EF4-FFF2-40B4-BE49-F238E27FC236}">
                <a16:creationId xmlns:a16="http://schemas.microsoft.com/office/drawing/2014/main" id="{AE951D29-2868-FDB3-445B-8170379566E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46038" y="94263"/>
            <a:ext cx="1906603" cy="623543"/>
          </a:xfrm>
          <a:prstGeom prst="rect">
            <a:avLst/>
          </a:prstGeom>
        </p:spPr>
      </p:pic>
      <p:sp>
        <p:nvSpPr>
          <p:cNvPr id="6" name="Espace réservé du texte 14">
            <a:extLst>
              <a:ext uri="{FF2B5EF4-FFF2-40B4-BE49-F238E27FC236}">
                <a16:creationId xmlns:a16="http://schemas.microsoft.com/office/drawing/2014/main" id="{063F852D-CBF2-51EA-B1E3-C6ED8D58B93D}"/>
              </a:ext>
            </a:extLst>
          </p:cNvPr>
          <p:cNvSpPr>
            <a:spLocks noGrp="1"/>
          </p:cNvSpPr>
          <p:nvPr>
            <p:ph type="body" sz="quarter" idx="12" hasCustomPrompt="1"/>
          </p:nvPr>
        </p:nvSpPr>
        <p:spPr>
          <a:xfrm>
            <a:off x="442913" y="735890"/>
            <a:ext cx="2201227" cy="327025"/>
          </a:xfrm>
          <a:prstGeom prst="roundRect">
            <a:avLst>
              <a:gd name="adj" fmla="val 5793"/>
            </a:avLst>
          </a:prstGeom>
          <a:solidFill>
            <a:schemeClr val="accent6"/>
          </a:solidFill>
        </p:spPr>
        <p:txBody>
          <a:bodyPr vert="horz" lIns="72000" tIns="0" rIns="0" bIns="0" rtlCol="0" anchor="ctr" anchorCtr="0">
            <a:noAutofit/>
          </a:bodyPr>
          <a:lstStyle>
            <a:lvl1pPr algn="ctr">
              <a:defRPr lang="fr-FR" sz="1000" b="1" i="0" cap="all" spc="300" baseline="0" dirty="0">
                <a:solidFill>
                  <a:schemeClr val="lt1"/>
                </a:solidFill>
                <a:latin typeface="Arial" panose="020B0604020202020204" pitchFamily="34" charset="0"/>
              </a:defRPr>
            </a:lvl1pPr>
            <a:lvl2pPr>
              <a:defRPr lang="fr-FR" sz="1000" kern="1200" spc="300" dirty="0" smtClean="0">
                <a:solidFill>
                  <a:schemeClr val="lt1"/>
                </a:solidFill>
                <a:latin typeface="Arial" pitchFamily="34" charset="0"/>
                <a:ea typeface="+mn-ea"/>
                <a:cs typeface="+mn-cs"/>
              </a:defRPr>
            </a:lvl2pPr>
            <a:lvl3pPr>
              <a:defRPr lang="fr-FR" sz="1000" kern="1200" spc="300" dirty="0" smtClean="0">
                <a:solidFill>
                  <a:schemeClr val="lt1"/>
                </a:solidFill>
                <a:latin typeface="Arial" pitchFamily="34" charset="0"/>
                <a:ea typeface="+mn-ea"/>
                <a:cs typeface="+mn-cs"/>
              </a:defRPr>
            </a:lvl3pPr>
            <a:lvl4pPr>
              <a:defRPr lang="fr-FR" sz="1000" kern="1200" spc="300" dirty="0" smtClean="0">
                <a:solidFill>
                  <a:schemeClr val="lt1"/>
                </a:solidFill>
                <a:latin typeface="Arial" pitchFamily="34" charset="0"/>
                <a:ea typeface="+mn-ea"/>
                <a:cs typeface="+mn-cs"/>
              </a:defRPr>
            </a:lvl4pPr>
            <a:lvl5pPr>
              <a:defRPr lang="fr-FR" sz="1000" kern="1200" spc="300" dirty="0">
                <a:solidFill>
                  <a:schemeClr val="lt1"/>
                </a:solidFill>
                <a:latin typeface="Arial" pitchFamily="34" charset="0"/>
                <a:ea typeface="+mn-ea"/>
                <a:cs typeface="+mn-cs"/>
              </a:defRPr>
            </a:lvl5pPr>
          </a:lstStyle>
          <a:p>
            <a:pPr lvl="0" algn="ctr"/>
            <a:r>
              <a:rPr lang="fr-FR"/>
              <a:t>YOUR SURTITLE</a:t>
            </a:r>
          </a:p>
        </p:txBody>
      </p:sp>
      <p:sp>
        <p:nvSpPr>
          <p:cNvPr id="7" name="Espace réservé pour une image  14">
            <a:extLst>
              <a:ext uri="{FF2B5EF4-FFF2-40B4-BE49-F238E27FC236}">
                <a16:creationId xmlns:a16="http://schemas.microsoft.com/office/drawing/2014/main" id="{9BDFF371-79F9-52EF-A921-9B0FA28651B7}"/>
              </a:ext>
            </a:extLst>
          </p:cNvPr>
          <p:cNvSpPr>
            <a:spLocks noGrp="1"/>
          </p:cNvSpPr>
          <p:nvPr>
            <p:ph type="pic" sz="quarter" idx="15"/>
          </p:nvPr>
        </p:nvSpPr>
        <p:spPr>
          <a:xfrm>
            <a:off x="3147744" y="2364755"/>
            <a:ext cx="1031875" cy="1283131"/>
          </a:xfrm>
          <a:prstGeom prst="rect">
            <a:avLst/>
          </a:prstGeom>
          <a:solidFill>
            <a:schemeClr val="bg1">
              <a:lumMod val="85000"/>
            </a:schemeClr>
          </a:solidFill>
        </p:spPr>
        <p:txBody>
          <a:bodyPr/>
          <a:lstStyle>
            <a:lvl1pPr>
              <a:defRPr b="1" i="0">
                <a:latin typeface="Arial" panose="020B0604020202020204" pitchFamily="34" charset="0"/>
              </a:defRPr>
            </a:lvl1pPr>
          </a:lstStyle>
          <a:p>
            <a:endParaRPr lang="fr-FR"/>
          </a:p>
        </p:txBody>
      </p:sp>
      <p:sp>
        <p:nvSpPr>
          <p:cNvPr id="8" name="Espace réservé pour une image  14">
            <a:extLst>
              <a:ext uri="{FF2B5EF4-FFF2-40B4-BE49-F238E27FC236}">
                <a16:creationId xmlns:a16="http://schemas.microsoft.com/office/drawing/2014/main" id="{2303CBCC-6111-C256-953E-D6FB6BBF7F9B}"/>
              </a:ext>
            </a:extLst>
          </p:cNvPr>
          <p:cNvSpPr>
            <a:spLocks noGrp="1"/>
          </p:cNvSpPr>
          <p:nvPr>
            <p:ph type="pic" sz="quarter" idx="16"/>
          </p:nvPr>
        </p:nvSpPr>
        <p:spPr>
          <a:xfrm>
            <a:off x="4972972" y="2364755"/>
            <a:ext cx="1031875" cy="1283131"/>
          </a:xfrm>
          <a:prstGeom prst="rect">
            <a:avLst/>
          </a:prstGeom>
          <a:solidFill>
            <a:schemeClr val="bg1">
              <a:lumMod val="85000"/>
            </a:schemeClr>
          </a:solidFill>
        </p:spPr>
        <p:txBody>
          <a:bodyPr/>
          <a:lstStyle>
            <a:lvl1pPr>
              <a:defRPr b="1" i="0">
                <a:latin typeface="Arial" panose="020B0604020202020204" pitchFamily="34" charset="0"/>
              </a:defRPr>
            </a:lvl1pPr>
          </a:lstStyle>
          <a:p>
            <a:endParaRPr lang="fr-FR"/>
          </a:p>
        </p:txBody>
      </p:sp>
      <p:sp>
        <p:nvSpPr>
          <p:cNvPr id="9" name="Espace réservé pour une image  14">
            <a:extLst>
              <a:ext uri="{FF2B5EF4-FFF2-40B4-BE49-F238E27FC236}">
                <a16:creationId xmlns:a16="http://schemas.microsoft.com/office/drawing/2014/main" id="{650C6DF3-D54A-BFCB-DF86-72530B7BD269}"/>
              </a:ext>
            </a:extLst>
          </p:cNvPr>
          <p:cNvSpPr>
            <a:spLocks noGrp="1"/>
          </p:cNvSpPr>
          <p:nvPr>
            <p:ph type="pic" sz="quarter" idx="17"/>
          </p:nvPr>
        </p:nvSpPr>
        <p:spPr>
          <a:xfrm>
            <a:off x="4076551" y="4007736"/>
            <a:ext cx="1031875" cy="1283131"/>
          </a:xfrm>
          <a:prstGeom prst="rect">
            <a:avLst/>
          </a:prstGeom>
          <a:solidFill>
            <a:schemeClr val="bg1">
              <a:lumMod val="85000"/>
            </a:schemeClr>
          </a:solidFill>
        </p:spPr>
        <p:txBody>
          <a:bodyPr/>
          <a:lstStyle>
            <a:lvl1pPr>
              <a:defRPr b="1" i="0">
                <a:latin typeface="Arial" panose="020B0604020202020204" pitchFamily="34" charset="0"/>
              </a:defRPr>
            </a:lvl1pPr>
          </a:lstStyle>
          <a:p>
            <a:endParaRPr lang="fr-FR"/>
          </a:p>
        </p:txBody>
      </p:sp>
      <p:sp>
        <p:nvSpPr>
          <p:cNvPr id="10" name="Espace réservé pour une image  14">
            <a:extLst>
              <a:ext uri="{FF2B5EF4-FFF2-40B4-BE49-F238E27FC236}">
                <a16:creationId xmlns:a16="http://schemas.microsoft.com/office/drawing/2014/main" id="{DB5A1590-C765-3523-F238-2E8D8A7E3C75}"/>
              </a:ext>
            </a:extLst>
          </p:cNvPr>
          <p:cNvSpPr>
            <a:spLocks noGrp="1"/>
          </p:cNvSpPr>
          <p:nvPr>
            <p:ph type="pic" sz="quarter" idx="18"/>
          </p:nvPr>
        </p:nvSpPr>
        <p:spPr>
          <a:xfrm>
            <a:off x="5893370" y="4007736"/>
            <a:ext cx="1031875" cy="1283131"/>
          </a:xfrm>
          <a:prstGeom prst="rect">
            <a:avLst/>
          </a:prstGeom>
          <a:solidFill>
            <a:schemeClr val="bg1">
              <a:lumMod val="85000"/>
            </a:schemeClr>
          </a:solidFill>
        </p:spPr>
        <p:txBody>
          <a:bodyPr/>
          <a:lstStyle>
            <a:lvl1pPr>
              <a:defRPr b="1" i="0">
                <a:latin typeface="Arial" panose="020B0604020202020204" pitchFamily="34" charset="0"/>
              </a:defRPr>
            </a:lvl1pPr>
          </a:lstStyle>
          <a:p>
            <a:endParaRPr lang="fr-FR"/>
          </a:p>
        </p:txBody>
      </p:sp>
      <p:sp>
        <p:nvSpPr>
          <p:cNvPr id="11" name="Espace réservé pour une image  14">
            <a:extLst>
              <a:ext uri="{FF2B5EF4-FFF2-40B4-BE49-F238E27FC236}">
                <a16:creationId xmlns:a16="http://schemas.microsoft.com/office/drawing/2014/main" id="{89DF0280-A78A-D317-98B6-4064607C41DC}"/>
              </a:ext>
            </a:extLst>
          </p:cNvPr>
          <p:cNvSpPr>
            <a:spLocks noGrp="1"/>
          </p:cNvSpPr>
          <p:nvPr>
            <p:ph type="pic" sz="quarter" idx="19"/>
          </p:nvPr>
        </p:nvSpPr>
        <p:spPr>
          <a:xfrm>
            <a:off x="442913" y="4007736"/>
            <a:ext cx="1031875" cy="1283131"/>
          </a:xfrm>
          <a:prstGeom prst="rect">
            <a:avLst/>
          </a:prstGeom>
          <a:solidFill>
            <a:schemeClr val="bg1">
              <a:lumMod val="85000"/>
            </a:schemeClr>
          </a:solidFill>
        </p:spPr>
        <p:txBody>
          <a:bodyPr/>
          <a:lstStyle>
            <a:lvl1pPr>
              <a:defRPr b="1" i="0">
                <a:latin typeface="Arial" panose="020B0604020202020204" pitchFamily="34" charset="0"/>
              </a:defRPr>
            </a:lvl1pPr>
          </a:lstStyle>
          <a:p>
            <a:endParaRPr lang="fr-FR"/>
          </a:p>
        </p:txBody>
      </p:sp>
      <p:sp>
        <p:nvSpPr>
          <p:cNvPr id="12" name="Espace réservé pour une image  14">
            <a:extLst>
              <a:ext uri="{FF2B5EF4-FFF2-40B4-BE49-F238E27FC236}">
                <a16:creationId xmlns:a16="http://schemas.microsoft.com/office/drawing/2014/main" id="{BA191DD3-8F66-4225-AA4E-35B0B06752ED}"/>
              </a:ext>
            </a:extLst>
          </p:cNvPr>
          <p:cNvSpPr>
            <a:spLocks noGrp="1"/>
          </p:cNvSpPr>
          <p:nvPr>
            <p:ph type="pic" sz="quarter" idx="20"/>
          </p:nvPr>
        </p:nvSpPr>
        <p:spPr>
          <a:xfrm>
            <a:off x="2259732" y="4007736"/>
            <a:ext cx="1031875" cy="1283131"/>
          </a:xfrm>
          <a:prstGeom prst="rect">
            <a:avLst/>
          </a:prstGeom>
          <a:solidFill>
            <a:schemeClr val="bg1">
              <a:lumMod val="85000"/>
            </a:schemeClr>
          </a:solidFill>
        </p:spPr>
        <p:txBody>
          <a:bodyPr/>
          <a:lstStyle>
            <a:lvl1pPr>
              <a:defRPr b="1" i="0">
                <a:latin typeface="Arial" panose="020B0604020202020204" pitchFamily="34" charset="0"/>
              </a:defRPr>
            </a:lvl1pPr>
          </a:lstStyle>
          <a:p>
            <a:endParaRPr lang="fr-FR"/>
          </a:p>
        </p:txBody>
      </p:sp>
      <p:sp>
        <p:nvSpPr>
          <p:cNvPr id="13" name="Espace réservé pour une image  14">
            <a:extLst>
              <a:ext uri="{FF2B5EF4-FFF2-40B4-BE49-F238E27FC236}">
                <a16:creationId xmlns:a16="http://schemas.microsoft.com/office/drawing/2014/main" id="{31485A83-1E44-2BB0-31BF-EE3BE73FEDF2}"/>
              </a:ext>
            </a:extLst>
          </p:cNvPr>
          <p:cNvSpPr>
            <a:spLocks noGrp="1"/>
          </p:cNvSpPr>
          <p:nvPr>
            <p:ph type="pic" sz="quarter" idx="21"/>
          </p:nvPr>
        </p:nvSpPr>
        <p:spPr>
          <a:xfrm>
            <a:off x="7710189" y="4007736"/>
            <a:ext cx="1031875" cy="1283131"/>
          </a:xfrm>
          <a:prstGeom prst="rect">
            <a:avLst/>
          </a:prstGeom>
          <a:solidFill>
            <a:schemeClr val="bg1">
              <a:lumMod val="85000"/>
            </a:schemeClr>
          </a:solidFill>
        </p:spPr>
        <p:txBody>
          <a:bodyPr/>
          <a:lstStyle>
            <a:lvl1pPr>
              <a:defRPr b="1" i="0">
                <a:latin typeface="Arial" panose="020B0604020202020204" pitchFamily="34" charset="0"/>
              </a:defRPr>
            </a:lvl1pPr>
          </a:lstStyle>
          <a:p>
            <a:endParaRPr lang="fr-FR"/>
          </a:p>
        </p:txBody>
      </p:sp>
      <p:sp>
        <p:nvSpPr>
          <p:cNvPr id="17" name="Espace réservé du texte 22">
            <a:extLst>
              <a:ext uri="{FF2B5EF4-FFF2-40B4-BE49-F238E27FC236}">
                <a16:creationId xmlns:a16="http://schemas.microsoft.com/office/drawing/2014/main" id="{C60D7B36-B413-3575-C59C-7C15B43F93FE}"/>
              </a:ext>
            </a:extLst>
          </p:cNvPr>
          <p:cNvSpPr>
            <a:spLocks noGrp="1"/>
          </p:cNvSpPr>
          <p:nvPr>
            <p:ph type="body" sz="quarter" idx="22" hasCustomPrompt="1"/>
          </p:nvPr>
        </p:nvSpPr>
        <p:spPr>
          <a:xfrm>
            <a:off x="383584" y="5775202"/>
            <a:ext cx="1091204" cy="498598"/>
          </a:xfrm>
          <a:prstGeom prst="rect">
            <a:avLst/>
          </a:prstGeom>
        </p:spPr>
        <p:txBody>
          <a:bodyPr/>
          <a:lstStyle>
            <a:lvl1pPr>
              <a:lnSpc>
                <a:spcPct val="100000"/>
              </a:lnSpc>
              <a:defRPr sz="900" b="1" i="0">
                <a:solidFill>
                  <a:schemeClr val="accent1"/>
                </a:solidFill>
                <a:latin typeface="Arial" panose="020B0604020202020204" pitchFamily="34" charset="0"/>
              </a:defRPr>
            </a:lvl1pPr>
          </a:lstStyle>
          <a:p>
            <a:pPr lvl="0"/>
            <a:r>
              <a:rPr lang="en-US"/>
              <a:t>Write your text here on several lines</a:t>
            </a:r>
            <a:endParaRPr lang="fr-FR"/>
          </a:p>
        </p:txBody>
      </p:sp>
      <p:sp>
        <p:nvSpPr>
          <p:cNvPr id="18" name="Espace réservé du texte 22">
            <a:extLst>
              <a:ext uri="{FF2B5EF4-FFF2-40B4-BE49-F238E27FC236}">
                <a16:creationId xmlns:a16="http://schemas.microsoft.com/office/drawing/2014/main" id="{D05D6955-00AF-704E-DA51-E2CE588711E3}"/>
              </a:ext>
            </a:extLst>
          </p:cNvPr>
          <p:cNvSpPr>
            <a:spLocks noGrp="1"/>
          </p:cNvSpPr>
          <p:nvPr>
            <p:ph type="body" sz="quarter" idx="23" hasCustomPrompt="1"/>
          </p:nvPr>
        </p:nvSpPr>
        <p:spPr>
          <a:xfrm>
            <a:off x="383584" y="5363539"/>
            <a:ext cx="1091204" cy="366817"/>
          </a:xfrm>
          <a:prstGeom prst="rect">
            <a:avLst/>
          </a:prstGeom>
        </p:spPr>
        <p:txBody>
          <a:bodyPr>
            <a:normAutofit/>
          </a:bodyPr>
          <a:lstStyle>
            <a:lvl1pPr>
              <a:lnSpc>
                <a:spcPct val="100000"/>
              </a:lnSpc>
              <a:spcBef>
                <a:spcPts val="0"/>
              </a:spcBef>
              <a:spcAft>
                <a:spcPts val="300"/>
              </a:spcAft>
              <a:defRPr sz="1000" b="1" i="0">
                <a:solidFill>
                  <a:schemeClr val="accent1"/>
                </a:solidFill>
                <a:latin typeface="Arial" panose="020B0604020202020204" pitchFamily="34" charset="0"/>
              </a:defRPr>
            </a:lvl1pPr>
          </a:lstStyle>
          <a:p>
            <a:pPr lvl="0"/>
            <a:r>
              <a:rPr lang="fr-FR"/>
              <a:t>Constantin</a:t>
            </a:r>
            <a:br>
              <a:rPr lang="fr-FR"/>
            </a:br>
            <a:r>
              <a:rPr lang="fr-FR" err="1"/>
              <a:t>Konstantinovitch</a:t>
            </a:r>
            <a:endParaRPr lang="fr-FR"/>
          </a:p>
        </p:txBody>
      </p:sp>
      <p:sp>
        <p:nvSpPr>
          <p:cNvPr id="21" name="Espace réservé du texte 22">
            <a:extLst>
              <a:ext uri="{FF2B5EF4-FFF2-40B4-BE49-F238E27FC236}">
                <a16:creationId xmlns:a16="http://schemas.microsoft.com/office/drawing/2014/main" id="{1A00DC97-E406-6467-F08F-4C700EB3E7EE}"/>
              </a:ext>
            </a:extLst>
          </p:cNvPr>
          <p:cNvSpPr>
            <a:spLocks noGrp="1"/>
          </p:cNvSpPr>
          <p:nvPr>
            <p:ph type="body" sz="quarter" idx="24" hasCustomPrompt="1"/>
          </p:nvPr>
        </p:nvSpPr>
        <p:spPr>
          <a:xfrm>
            <a:off x="2304062" y="5775202"/>
            <a:ext cx="1091204" cy="498598"/>
          </a:xfrm>
          <a:prstGeom prst="rect">
            <a:avLst/>
          </a:prstGeom>
        </p:spPr>
        <p:txBody>
          <a:bodyPr/>
          <a:lstStyle>
            <a:lvl1pPr>
              <a:lnSpc>
                <a:spcPct val="100000"/>
              </a:lnSpc>
              <a:defRPr sz="900" b="1" i="0">
                <a:solidFill>
                  <a:schemeClr val="accent1"/>
                </a:solidFill>
                <a:latin typeface="Arial" panose="020B0604020202020204" pitchFamily="34" charset="0"/>
              </a:defRPr>
            </a:lvl1pPr>
          </a:lstStyle>
          <a:p>
            <a:pPr lvl="0"/>
            <a:r>
              <a:rPr lang="en-US"/>
              <a:t>Write your text here on several lines</a:t>
            </a:r>
            <a:endParaRPr lang="fr-FR"/>
          </a:p>
        </p:txBody>
      </p:sp>
      <p:sp>
        <p:nvSpPr>
          <p:cNvPr id="22" name="Espace réservé du texte 22">
            <a:extLst>
              <a:ext uri="{FF2B5EF4-FFF2-40B4-BE49-F238E27FC236}">
                <a16:creationId xmlns:a16="http://schemas.microsoft.com/office/drawing/2014/main" id="{A1E239F5-DC4E-DBCB-1C8E-C06CFDCCF7CC}"/>
              </a:ext>
            </a:extLst>
          </p:cNvPr>
          <p:cNvSpPr>
            <a:spLocks noGrp="1"/>
          </p:cNvSpPr>
          <p:nvPr>
            <p:ph type="body" sz="quarter" idx="25" hasCustomPrompt="1"/>
          </p:nvPr>
        </p:nvSpPr>
        <p:spPr>
          <a:xfrm>
            <a:off x="2304062" y="5363539"/>
            <a:ext cx="1091204" cy="366817"/>
          </a:xfrm>
          <a:prstGeom prst="rect">
            <a:avLst/>
          </a:prstGeom>
        </p:spPr>
        <p:txBody>
          <a:bodyPr>
            <a:normAutofit/>
          </a:bodyPr>
          <a:lstStyle>
            <a:lvl1pPr>
              <a:lnSpc>
                <a:spcPct val="100000"/>
              </a:lnSpc>
              <a:spcBef>
                <a:spcPts val="0"/>
              </a:spcBef>
              <a:spcAft>
                <a:spcPts val="300"/>
              </a:spcAft>
              <a:defRPr sz="1000" b="1" i="0">
                <a:solidFill>
                  <a:schemeClr val="accent1"/>
                </a:solidFill>
                <a:latin typeface="Arial" panose="020B0604020202020204" pitchFamily="34" charset="0"/>
              </a:defRPr>
            </a:lvl1pPr>
          </a:lstStyle>
          <a:p>
            <a:pPr lvl="0"/>
            <a:r>
              <a:rPr lang="fr-FR"/>
              <a:t>Constantin</a:t>
            </a:r>
            <a:br>
              <a:rPr lang="fr-FR"/>
            </a:br>
            <a:r>
              <a:rPr lang="fr-FR" err="1"/>
              <a:t>Konstantinovitch</a:t>
            </a:r>
            <a:endParaRPr lang="fr-FR"/>
          </a:p>
        </p:txBody>
      </p:sp>
      <p:sp>
        <p:nvSpPr>
          <p:cNvPr id="23" name="Espace réservé du texte 22">
            <a:extLst>
              <a:ext uri="{FF2B5EF4-FFF2-40B4-BE49-F238E27FC236}">
                <a16:creationId xmlns:a16="http://schemas.microsoft.com/office/drawing/2014/main" id="{EF443CCC-40E6-80D3-B09A-75BC35275ED6}"/>
              </a:ext>
            </a:extLst>
          </p:cNvPr>
          <p:cNvSpPr>
            <a:spLocks noGrp="1"/>
          </p:cNvSpPr>
          <p:nvPr>
            <p:ph type="body" sz="quarter" idx="26" hasCustomPrompt="1"/>
          </p:nvPr>
        </p:nvSpPr>
        <p:spPr>
          <a:xfrm>
            <a:off x="4017222" y="5775202"/>
            <a:ext cx="1091204" cy="498598"/>
          </a:xfrm>
          <a:prstGeom prst="rect">
            <a:avLst/>
          </a:prstGeom>
        </p:spPr>
        <p:txBody>
          <a:bodyPr/>
          <a:lstStyle>
            <a:lvl1pPr>
              <a:lnSpc>
                <a:spcPct val="100000"/>
              </a:lnSpc>
              <a:defRPr sz="900" b="1" i="0">
                <a:solidFill>
                  <a:schemeClr val="accent1"/>
                </a:solidFill>
                <a:latin typeface="Arial" panose="020B0604020202020204" pitchFamily="34" charset="0"/>
              </a:defRPr>
            </a:lvl1pPr>
          </a:lstStyle>
          <a:p>
            <a:pPr lvl="0"/>
            <a:r>
              <a:rPr lang="en-US"/>
              <a:t>Write your text here on several lines</a:t>
            </a:r>
            <a:endParaRPr lang="fr-FR"/>
          </a:p>
        </p:txBody>
      </p:sp>
      <p:sp>
        <p:nvSpPr>
          <p:cNvPr id="24" name="Espace réservé du texte 22">
            <a:extLst>
              <a:ext uri="{FF2B5EF4-FFF2-40B4-BE49-F238E27FC236}">
                <a16:creationId xmlns:a16="http://schemas.microsoft.com/office/drawing/2014/main" id="{7093DC2B-17F3-1B7D-99AD-0CECB7070C5F}"/>
              </a:ext>
            </a:extLst>
          </p:cNvPr>
          <p:cNvSpPr>
            <a:spLocks noGrp="1"/>
          </p:cNvSpPr>
          <p:nvPr>
            <p:ph type="body" sz="quarter" idx="27" hasCustomPrompt="1"/>
          </p:nvPr>
        </p:nvSpPr>
        <p:spPr>
          <a:xfrm>
            <a:off x="4017222" y="5363539"/>
            <a:ext cx="1091204" cy="366817"/>
          </a:xfrm>
          <a:prstGeom prst="rect">
            <a:avLst/>
          </a:prstGeom>
        </p:spPr>
        <p:txBody>
          <a:bodyPr>
            <a:normAutofit/>
          </a:bodyPr>
          <a:lstStyle>
            <a:lvl1pPr>
              <a:lnSpc>
                <a:spcPct val="100000"/>
              </a:lnSpc>
              <a:spcBef>
                <a:spcPts val="0"/>
              </a:spcBef>
              <a:spcAft>
                <a:spcPts val="300"/>
              </a:spcAft>
              <a:defRPr sz="1000" b="1" i="0">
                <a:solidFill>
                  <a:schemeClr val="accent1"/>
                </a:solidFill>
                <a:latin typeface="Arial" panose="020B0604020202020204" pitchFamily="34" charset="0"/>
              </a:defRPr>
            </a:lvl1pPr>
          </a:lstStyle>
          <a:p>
            <a:pPr lvl="0"/>
            <a:r>
              <a:rPr lang="fr-FR"/>
              <a:t>Constantin</a:t>
            </a:r>
            <a:br>
              <a:rPr lang="fr-FR"/>
            </a:br>
            <a:r>
              <a:rPr lang="fr-FR" err="1"/>
              <a:t>Konstantinovitch</a:t>
            </a:r>
            <a:endParaRPr lang="fr-FR"/>
          </a:p>
        </p:txBody>
      </p:sp>
      <p:sp>
        <p:nvSpPr>
          <p:cNvPr id="25" name="Espace réservé du texte 22">
            <a:extLst>
              <a:ext uri="{FF2B5EF4-FFF2-40B4-BE49-F238E27FC236}">
                <a16:creationId xmlns:a16="http://schemas.microsoft.com/office/drawing/2014/main" id="{AF00DE33-3FC1-6951-F413-F2253133E936}"/>
              </a:ext>
            </a:extLst>
          </p:cNvPr>
          <p:cNvSpPr>
            <a:spLocks noGrp="1"/>
          </p:cNvSpPr>
          <p:nvPr>
            <p:ph type="body" sz="quarter" idx="28" hasCustomPrompt="1"/>
          </p:nvPr>
        </p:nvSpPr>
        <p:spPr>
          <a:xfrm>
            <a:off x="5834041" y="5775202"/>
            <a:ext cx="1091204" cy="498598"/>
          </a:xfrm>
          <a:prstGeom prst="rect">
            <a:avLst/>
          </a:prstGeom>
        </p:spPr>
        <p:txBody>
          <a:bodyPr/>
          <a:lstStyle>
            <a:lvl1pPr>
              <a:lnSpc>
                <a:spcPct val="100000"/>
              </a:lnSpc>
              <a:defRPr sz="900" b="1" i="0">
                <a:solidFill>
                  <a:schemeClr val="accent1"/>
                </a:solidFill>
                <a:latin typeface="Arial" panose="020B0604020202020204" pitchFamily="34" charset="0"/>
              </a:defRPr>
            </a:lvl1pPr>
          </a:lstStyle>
          <a:p>
            <a:pPr lvl="0"/>
            <a:r>
              <a:rPr lang="en-US"/>
              <a:t>Write your text here on several lines</a:t>
            </a:r>
            <a:endParaRPr lang="fr-FR"/>
          </a:p>
        </p:txBody>
      </p:sp>
      <p:sp>
        <p:nvSpPr>
          <p:cNvPr id="26" name="Espace réservé du texte 22">
            <a:extLst>
              <a:ext uri="{FF2B5EF4-FFF2-40B4-BE49-F238E27FC236}">
                <a16:creationId xmlns:a16="http://schemas.microsoft.com/office/drawing/2014/main" id="{33CDA102-1A05-EC5A-25C6-8B49E7FC4F2F}"/>
              </a:ext>
            </a:extLst>
          </p:cNvPr>
          <p:cNvSpPr>
            <a:spLocks noGrp="1"/>
          </p:cNvSpPr>
          <p:nvPr>
            <p:ph type="body" sz="quarter" idx="29" hasCustomPrompt="1"/>
          </p:nvPr>
        </p:nvSpPr>
        <p:spPr>
          <a:xfrm>
            <a:off x="5834041" y="5363539"/>
            <a:ext cx="1091204" cy="366817"/>
          </a:xfrm>
          <a:prstGeom prst="rect">
            <a:avLst/>
          </a:prstGeom>
        </p:spPr>
        <p:txBody>
          <a:bodyPr>
            <a:normAutofit/>
          </a:bodyPr>
          <a:lstStyle>
            <a:lvl1pPr>
              <a:lnSpc>
                <a:spcPct val="100000"/>
              </a:lnSpc>
              <a:spcBef>
                <a:spcPts val="0"/>
              </a:spcBef>
              <a:spcAft>
                <a:spcPts val="300"/>
              </a:spcAft>
              <a:defRPr sz="1000" b="1" i="0">
                <a:solidFill>
                  <a:schemeClr val="accent1"/>
                </a:solidFill>
                <a:latin typeface="Arial" panose="020B0604020202020204" pitchFamily="34" charset="0"/>
              </a:defRPr>
            </a:lvl1pPr>
          </a:lstStyle>
          <a:p>
            <a:pPr lvl="0"/>
            <a:r>
              <a:rPr lang="fr-FR"/>
              <a:t>Constantin</a:t>
            </a:r>
            <a:br>
              <a:rPr lang="fr-FR"/>
            </a:br>
            <a:r>
              <a:rPr lang="fr-FR" err="1"/>
              <a:t>Konstantinovitch</a:t>
            </a:r>
            <a:endParaRPr lang="fr-FR"/>
          </a:p>
        </p:txBody>
      </p:sp>
      <p:sp>
        <p:nvSpPr>
          <p:cNvPr id="27" name="Espace réservé du texte 22">
            <a:extLst>
              <a:ext uri="{FF2B5EF4-FFF2-40B4-BE49-F238E27FC236}">
                <a16:creationId xmlns:a16="http://schemas.microsoft.com/office/drawing/2014/main" id="{22253922-EE16-0338-0BB4-A2A4776F80A6}"/>
              </a:ext>
            </a:extLst>
          </p:cNvPr>
          <p:cNvSpPr>
            <a:spLocks noGrp="1"/>
          </p:cNvSpPr>
          <p:nvPr>
            <p:ph type="body" sz="quarter" idx="30" hasCustomPrompt="1"/>
          </p:nvPr>
        </p:nvSpPr>
        <p:spPr>
          <a:xfrm>
            <a:off x="7650860" y="5775202"/>
            <a:ext cx="1091204" cy="498598"/>
          </a:xfrm>
          <a:prstGeom prst="rect">
            <a:avLst/>
          </a:prstGeom>
        </p:spPr>
        <p:txBody>
          <a:bodyPr/>
          <a:lstStyle>
            <a:lvl1pPr>
              <a:lnSpc>
                <a:spcPct val="100000"/>
              </a:lnSpc>
              <a:defRPr sz="900" b="1" i="0">
                <a:solidFill>
                  <a:schemeClr val="accent1"/>
                </a:solidFill>
                <a:latin typeface="Arial" panose="020B0604020202020204" pitchFamily="34" charset="0"/>
              </a:defRPr>
            </a:lvl1pPr>
          </a:lstStyle>
          <a:p>
            <a:pPr lvl="0"/>
            <a:r>
              <a:rPr lang="en-US"/>
              <a:t>Write your text here on several lines</a:t>
            </a:r>
            <a:endParaRPr lang="fr-FR"/>
          </a:p>
        </p:txBody>
      </p:sp>
      <p:sp>
        <p:nvSpPr>
          <p:cNvPr id="28" name="Espace réservé du texte 22">
            <a:extLst>
              <a:ext uri="{FF2B5EF4-FFF2-40B4-BE49-F238E27FC236}">
                <a16:creationId xmlns:a16="http://schemas.microsoft.com/office/drawing/2014/main" id="{3EDF3230-B18B-3AB9-C2EA-C7C6F5F6FF16}"/>
              </a:ext>
            </a:extLst>
          </p:cNvPr>
          <p:cNvSpPr>
            <a:spLocks noGrp="1"/>
          </p:cNvSpPr>
          <p:nvPr>
            <p:ph type="body" sz="quarter" idx="31" hasCustomPrompt="1"/>
          </p:nvPr>
        </p:nvSpPr>
        <p:spPr>
          <a:xfrm>
            <a:off x="7650860" y="5363539"/>
            <a:ext cx="1091204" cy="366817"/>
          </a:xfrm>
          <a:prstGeom prst="rect">
            <a:avLst/>
          </a:prstGeom>
        </p:spPr>
        <p:txBody>
          <a:bodyPr>
            <a:normAutofit/>
          </a:bodyPr>
          <a:lstStyle>
            <a:lvl1pPr>
              <a:lnSpc>
                <a:spcPct val="100000"/>
              </a:lnSpc>
              <a:spcBef>
                <a:spcPts val="0"/>
              </a:spcBef>
              <a:spcAft>
                <a:spcPts val="300"/>
              </a:spcAft>
              <a:defRPr sz="1000" b="1" i="0">
                <a:solidFill>
                  <a:schemeClr val="accent1"/>
                </a:solidFill>
                <a:latin typeface="Arial" panose="020B0604020202020204" pitchFamily="34" charset="0"/>
              </a:defRPr>
            </a:lvl1pPr>
          </a:lstStyle>
          <a:p>
            <a:pPr lvl="0"/>
            <a:r>
              <a:rPr lang="fr-FR"/>
              <a:t>Constantin</a:t>
            </a:r>
            <a:br>
              <a:rPr lang="fr-FR"/>
            </a:br>
            <a:r>
              <a:rPr lang="fr-FR" err="1"/>
              <a:t>Konstantinovitch</a:t>
            </a:r>
            <a:endParaRPr lang="fr-FR"/>
          </a:p>
        </p:txBody>
      </p:sp>
      <p:sp>
        <p:nvSpPr>
          <p:cNvPr id="29" name="Espace réservé du texte 22">
            <a:extLst>
              <a:ext uri="{FF2B5EF4-FFF2-40B4-BE49-F238E27FC236}">
                <a16:creationId xmlns:a16="http://schemas.microsoft.com/office/drawing/2014/main" id="{C2E257A3-1B83-CB45-7E31-CEE1CB18ED5D}"/>
              </a:ext>
            </a:extLst>
          </p:cNvPr>
          <p:cNvSpPr>
            <a:spLocks noGrp="1"/>
          </p:cNvSpPr>
          <p:nvPr>
            <p:ph type="body" sz="quarter" idx="32" hasCustomPrompt="1"/>
          </p:nvPr>
        </p:nvSpPr>
        <p:spPr>
          <a:xfrm>
            <a:off x="1922653" y="3167522"/>
            <a:ext cx="1091204" cy="498598"/>
          </a:xfrm>
          <a:prstGeom prst="rect">
            <a:avLst/>
          </a:prstGeom>
        </p:spPr>
        <p:txBody>
          <a:bodyPr/>
          <a:lstStyle>
            <a:lvl1pPr algn="r">
              <a:lnSpc>
                <a:spcPct val="100000"/>
              </a:lnSpc>
              <a:defRPr sz="900" b="1" i="0">
                <a:solidFill>
                  <a:schemeClr val="accent1"/>
                </a:solidFill>
                <a:latin typeface="Arial" panose="020B0604020202020204" pitchFamily="34" charset="0"/>
              </a:defRPr>
            </a:lvl1pPr>
          </a:lstStyle>
          <a:p>
            <a:pPr lvl="0"/>
            <a:r>
              <a:rPr lang="en-US"/>
              <a:t>Write your text here on several lines</a:t>
            </a:r>
            <a:endParaRPr lang="fr-FR"/>
          </a:p>
        </p:txBody>
      </p:sp>
      <p:sp>
        <p:nvSpPr>
          <p:cNvPr id="30" name="Espace réservé du texte 22">
            <a:extLst>
              <a:ext uri="{FF2B5EF4-FFF2-40B4-BE49-F238E27FC236}">
                <a16:creationId xmlns:a16="http://schemas.microsoft.com/office/drawing/2014/main" id="{34A9D4A2-245B-9982-0CF5-857CAD1B7481}"/>
              </a:ext>
            </a:extLst>
          </p:cNvPr>
          <p:cNvSpPr>
            <a:spLocks noGrp="1"/>
          </p:cNvSpPr>
          <p:nvPr>
            <p:ph type="body" sz="quarter" idx="33" hasCustomPrompt="1"/>
          </p:nvPr>
        </p:nvSpPr>
        <p:spPr>
          <a:xfrm>
            <a:off x="1922653" y="2755859"/>
            <a:ext cx="1091204" cy="366817"/>
          </a:xfrm>
          <a:prstGeom prst="rect">
            <a:avLst/>
          </a:prstGeom>
        </p:spPr>
        <p:txBody>
          <a:bodyPr>
            <a:normAutofit/>
          </a:bodyPr>
          <a:lstStyle>
            <a:lvl1pPr algn="r">
              <a:lnSpc>
                <a:spcPct val="100000"/>
              </a:lnSpc>
              <a:spcBef>
                <a:spcPts val="0"/>
              </a:spcBef>
              <a:spcAft>
                <a:spcPts val="300"/>
              </a:spcAft>
              <a:defRPr sz="1000" b="1" i="0">
                <a:solidFill>
                  <a:schemeClr val="accent1"/>
                </a:solidFill>
                <a:latin typeface="Arial" panose="020B0604020202020204" pitchFamily="34" charset="0"/>
              </a:defRPr>
            </a:lvl1pPr>
          </a:lstStyle>
          <a:p>
            <a:pPr lvl="0"/>
            <a:r>
              <a:rPr lang="fr-FR"/>
              <a:t>Constantin</a:t>
            </a:r>
            <a:br>
              <a:rPr lang="fr-FR"/>
            </a:br>
            <a:r>
              <a:rPr lang="fr-FR" err="1"/>
              <a:t>Konstantinovitch</a:t>
            </a:r>
            <a:endParaRPr lang="fr-FR"/>
          </a:p>
        </p:txBody>
      </p:sp>
      <p:sp>
        <p:nvSpPr>
          <p:cNvPr id="31" name="Espace réservé du texte 22">
            <a:extLst>
              <a:ext uri="{FF2B5EF4-FFF2-40B4-BE49-F238E27FC236}">
                <a16:creationId xmlns:a16="http://schemas.microsoft.com/office/drawing/2014/main" id="{4C699CE3-23BA-FB89-9FFB-1742C29DFA17}"/>
              </a:ext>
            </a:extLst>
          </p:cNvPr>
          <p:cNvSpPr>
            <a:spLocks noGrp="1"/>
          </p:cNvSpPr>
          <p:nvPr>
            <p:ph type="body" sz="quarter" idx="34" hasCustomPrompt="1"/>
          </p:nvPr>
        </p:nvSpPr>
        <p:spPr>
          <a:xfrm>
            <a:off x="6081056" y="3167522"/>
            <a:ext cx="1091204" cy="498598"/>
          </a:xfrm>
          <a:prstGeom prst="rect">
            <a:avLst/>
          </a:prstGeom>
        </p:spPr>
        <p:txBody>
          <a:bodyPr/>
          <a:lstStyle>
            <a:lvl1pPr algn="l">
              <a:lnSpc>
                <a:spcPct val="100000"/>
              </a:lnSpc>
              <a:defRPr sz="900" b="1" i="0">
                <a:solidFill>
                  <a:schemeClr val="accent1"/>
                </a:solidFill>
                <a:latin typeface="Arial" panose="020B0604020202020204" pitchFamily="34" charset="0"/>
              </a:defRPr>
            </a:lvl1pPr>
          </a:lstStyle>
          <a:p>
            <a:pPr lvl="0"/>
            <a:r>
              <a:rPr lang="en-US"/>
              <a:t>Write your text here on several lines</a:t>
            </a:r>
            <a:endParaRPr lang="fr-FR"/>
          </a:p>
        </p:txBody>
      </p:sp>
      <p:sp>
        <p:nvSpPr>
          <p:cNvPr id="32" name="Espace réservé du texte 22">
            <a:extLst>
              <a:ext uri="{FF2B5EF4-FFF2-40B4-BE49-F238E27FC236}">
                <a16:creationId xmlns:a16="http://schemas.microsoft.com/office/drawing/2014/main" id="{1E88A771-5870-74C2-B974-C863B0587055}"/>
              </a:ext>
            </a:extLst>
          </p:cNvPr>
          <p:cNvSpPr>
            <a:spLocks noGrp="1"/>
          </p:cNvSpPr>
          <p:nvPr>
            <p:ph type="body" sz="quarter" idx="35" hasCustomPrompt="1"/>
          </p:nvPr>
        </p:nvSpPr>
        <p:spPr>
          <a:xfrm>
            <a:off x="6081056" y="2755859"/>
            <a:ext cx="1091204" cy="366817"/>
          </a:xfrm>
          <a:prstGeom prst="rect">
            <a:avLst/>
          </a:prstGeom>
        </p:spPr>
        <p:txBody>
          <a:bodyPr>
            <a:normAutofit/>
          </a:bodyPr>
          <a:lstStyle>
            <a:lvl1pPr algn="l">
              <a:lnSpc>
                <a:spcPct val="100000"/>
              </a:lnSpc>
              <a:spcBef>
                <a:spcPts val="0"/>
              </a:spcBef>
              <a:spcAft>
                <a:spcPts val="300"/>
              </a:spcAft>
              <a:defRPr sz="1000" b="1" i="0">
                <a:solidFill>
                  <a:schemeClr val="accent1"/>
                </a:solidFill>
                <a:latin typeface="Arial" panose="020B0604020202020204" pitchFamily="34" charset="0"/>
              </a:defRPr>
            </a:lvl1pPr>
          </a:lstStyle>
          <a:p>
            <a:pPr lvl="0"/>
            <a:r>
              <a:rPr lang="fr-FR"/>
              <a:t>Constantin</a:t>
            </a:r>
            <a:br>
              <a:rPr lang="fr-FR"/>
            </a:br>
            <a:r>
              <a:rPr lang="fr-FR" err="1"/>
              <a:t>Konstantinovitch</a:t>
            </a:r>
            <a:endParaRPr lang="fr-FR"/>
          </a:p>
        </p:txBody>
      </p:sp>
      <p:cxnSp>
        <p:nvCxnSpPr>
          <p:cNvPr id="33" name="Connecteur droit 32">
            <a:extLst>
              <a:ext uri="{FF2B5EF4-FFF2-40B4-BE49-F238E27FC236}">
                <a16:creationId xmlns:a16="http://schemas.microsoft.com/office/drawing/2014/main" id="{99EF186B-F88B-FD78-E82D-4C63DB1098DF}"/>
              </a:ext>
            </a:extLst>
          </p:cNvPr>
          <p:cNvCxnSpPr>
            <a:cxnSpLocks/>
          </p:cNvCxnSpPr>
          <p:nvPr userDrawn="1"/>
        </p:nvCxnSpPr>
        <p:spPr>
          <a:xfrm>
            <a:off x="9156700" y="0"/>
            <a:ext cx="0" cy="6857999"/>
          </a:xfrm>
          <a:prstGeom prst="line">
            <a:avLst/>
          </a:prstGeom>
          <a:ln>
            <a:gradFill flip="none" rotWithShape="1">
              <a:gsLst>
                <a:gs pos="27000">
                  <a:srgbClr val="006A4E">
                    <a:alpha val="60000"/>
                  </a:srgbClr>
                </a:gs>
                <a:gs pos="0">
                  <a:schemeClr val="accent1">
                    <a:alpha val="0"/>
                  </a:schemeClr>
                </a:gs>
                <a:gs pos="100000">
                  <a:schemeClr val="accent1">
                    <a:alpha val="0"/>
                  </a:schemeClr>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38" name="Connecteur droit 37">
            <a:extLst>
              <a:ext uri="{FF2B5EF4-FFF2-40B4-BE49-F238E27FC236}">
                <a16:creationId xmlns:a16="http://schemas.microsoft.com/office/drawing/2014/main" id="{7631A291-012F-B6B0-00A1-BE8CBF9AB119}"/>
              </a:ext>
            </a:extLst>
          </p:cNvPr>
          <p:cNvCxnSpPr>
            <a:cxnSpLocks/>
          </p:cNvCxnSpPr>
          <p:nvPr userDrawn="1"/>
        </p:nvCxnSpPr>
        <p:spPr>
          <a:xfrm flipH="1">
            <a:off x="-8661" y="2000250"/>
            <a:ext cx="9165360" cy="0"/>
          </a:xfrm>
          <a:prstGeom prst="line">
            <a:avLst/>
          </a:prstGeom>
          <a:ln>
            <a:gradFill flip="none" rotWithShape="1">
              <a:gsLst>
                <a:gs pos="68000">
                  <a:srgbClr val="006A4E"/>
                </a:gs>
                <a:gs pos="36000">
                  <a:srgbClr val="006A4E">
                    <a:alpha val="60000"/>
                  </a:srgbClr>
                </a:gs>
                <a:gs pos="0">
                  <a:schemeClr val="accent1">
                    <a:alpha val="0"/>
                  </a:schemeClr>
                </a:gs>
                <a:gs pos="100000">
                  <a:schemeClr val="accent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44" name="Connecteur droit 43">
            <a:extLst>
              <a:ext uri="{FF2B5EF4-FFF2-40B4-BE49-F238E27FC236}">
                <a16:creationId xmlns:a16="http://schemas.microsoft.com/office/drawing/2014/main" id="{C6050440-FF0B-B9B0-2614-2736357090E8}"/>
              </a:ext>
            </a:extLst>
          </p:cNvPr>
          <p:cNvCxnSpPr>
            <a:cxnSpLocks/>
          </p:cNvCxnSpPr>
          <p:nvPr userDrawn="1"/>
        </p:nvCxnSpPr>
        <p:spPr>
          <a:xfrm>
            <a:off x="9156700" y="0"/>
            <a:ext cx="0" cy="6857997"/>
          </a:xfrm>
          <a:prstGeom prst="line">
            <a:avLst/>
          </a:prstGeom>
          <a:ln>
            <a:gradFill flip="none" rotWithShape="1">
              <a:gsLst>
                <a:gs pos="27000">
                  <a:srgbClr val="006A4E">
                    <a:alpha val="60000"/>
                  </a:srgbClr>
                </a:gs>
                <a:gs pos="0">
                  <a:schemeClr val="accent1">
                    <a:alpha val="0"/>
                  </a:schemeClr>
                </a:gs>
                <a:gs pos="100000">
                  <a:schemeClr val="accent1">
                    <a:alpha val="0"/>
                  </a:schemeClr>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45" name="Connecteur droit 44">
            <a:extLst>
              <a:ext uri="{FF2B5EF4-FFF2-40B4-BE49-F238E27FC236}">
                <a16:creationId xmlns:a16="http://schemas.microsoft.com/office/drawing/2014/main" id="{CFBEBF3D-AE79-308D-AFFD-3B837A354219}"/>
              </a:ext>
            </a:extLst>
          </p:cNvPr>
          <p:cNvCxnSpPr>
            <a:cxnSpLocks/>
          </p:cNvCxnSpPr>
          <p:nvPr userDrawn="1"/>
        </p:nvCxnSpPr>
        <p:spPr>
          <a:xfrm flipH="1">
            <a:off x="-8661" y="6273800"/>
            <a:ext cx="9165360" cy="0"/>
          </a:xfrm>
          <a:prstGeom prst="line">
            <a:avLst/>
          </a:prstGeom>
          <a:ln>
            <a:gradFill flip="none" rotWithShape="1">
              <a:gsLst>
                <a:gs pos="68000">
                  <a:srgbClr val="006A4E"/>
                </a:gs>
                <a:gs pos="36000">
                  <a:srgbClr val="006A4E">
                    <a:alpha val="60000"/>
                  </a:srgbClr>
                </a:gs>
                <a:gs pos="0">
                  <a:schemeClr val="accent1">
                    <a:alpha val="0"/>
                  </a:schemeClr>
                </a:gs>
                <a:gs pos="100000">
                  <a:schemeClr val="accent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pic>
        <p:nvPicPr>
          <p:cNvPr id="14" name="Graphique 13">
            <a:extLst>
              <a:ext uri="{FF2B5EF4-FFF2-40B4-BE49-F238E27FC236}">
                <a16:creationId xmlns:a16="http://schemas.microsoft.com/office/drawing/2014/main" id="{BC68275F-34BC-449C-AA74-E8FDFA62064C}"/>
              </a:ext>
            </a:extLst>
          </p:cNvPr>
          <p:cNvPicPr>
            <a:picLocks noChangeAspect="1"/>
          </p:cNvPicPr>
          <p:nvPr userDrawn="1"/>
        </p:nvPicPr>
        <p:blipFill>
          <a:blip>
            <a:extLst>
              <a:ext uri="{96DAC541-7B7A-43D3-8B79-37D633B846F1}">
                <asvg:svgBlip xmlns:asvg="http://schemas.microsoft.com/office/drawing/2016/SVG/main" r:embed="rId3"/>
              </a:ext>
            </a:extLst>
          </a:blip>
          <a:srcRect l="32052" t="20899" r="24651" b="40745"/>
          <a:stretch>
            <a:fillRect/>
          </a:stretch>
        </p:blipFill>
        <p:spPr>
          <a:xfrm rot="5400000" flipH="1" flipV="1">
            <a:off x="7245349" y="1911349"/>
            <a:ext cx="6858002" cy="3035300"/>
          </a:xfrm>
          <a:prstGeom prst="rect">
            <a:avLst/>
          </a:prstGeom>
        </p:spPr>
      </p:pic>
    </p:spTree>
    <p:extLst>
      <p:ext uri="{BB962C8B-B14F-4D97-AF65-F5344CB8AC3E}">
        <p14:creationId xmlns:p14="http://schemas.microsoft.com/office/powerpoint/2010/main" val="249978112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ernière de couvertu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FF38C75-38D3-CE2B-72D9-C6A6060C75D6}"/>
              </a:ext>
            </a:extLst>
          </p:cNvPr>
          <p:cNvSpPr>
            <a:spLocks noGrp="1"/>
          </p:cNvSpPr>
          <p:nvPr>
            <p:ph type="title" hasCustomPrompt="1"/>
          </p:nvPr>
        </p:nvSpPr>
        <p:spPr>
          <a:xfrm>
            <a:off x="667943" y="4987654"/>
            <a:ext cx="6056706" cy="997196"/>
          </a:xfrm>
        </p:spPr>
        <p:txBody>
          <a:bodyPr/>
          <a:lstStyle>
            <a:lvl1pPr>
              <a:defRPr lang="fr-FR" sz="7200" b="1" i="0" kern="1200" cap="all" spc="200" baseline="0" dirty="0" smtClean="0">
                <a:solidFill>
                  <a:schemeClr val="tx2"/>
                </a:solidFill>
                <a:latin typeface="Arial" panose="020B0604020202020204" pitchFamily="34" charset="0"/>
                <a:ea typeface="+mn-ea"/>
                <a:cs typeface="+mn-cs"/>
              </a:defRPr>
            </a:lvl1pPr>
          </a:lstStyle>
          <a:p>
            <a:r>
              <a:rPr lang="fr-FR" dirty="0"/>
              <a:t>THANK YOU!</a:t>
            </a:r>
          </a:p>
        </p:txBody>
      </p:sp>
      <p:sp>
        <p:nvSpPr>
          <p:cNvPr id="3" name="Espace réservé du pied de page 2">
            <a:extLst>
              <a:ext uri="{FF2B5EF4-FFF2-40B4-BE49-F238E27FC236}">
                <a16:creationId xmlns:a16="http://schemas.microsoft.com/office/drawing/2014/main" id="{8F2D4AB8-894C-65E4-AA98-D5CCEB21DA3D}"/>
              </a:ext>
            </a:extLst>
          </p:cNvPr>
          <p:cNvSpPr>
            <a:spLocks noGrp="1"/>
          </p:cNvSpPr>
          <p:nvPr>
            <p:ph type="ftr" sz="quarter" idx="10"/>
          </p:nvPr>
        </p:nvSpPr>
        <p:spPr/>
        <p:txBody>
          <a:bodyPr/>
          <a:lstStyle>
            <a:lvl1pPr>
              <a:defRPr b="1" i="0">
                <a:latin typeface="Arial" panose="020B0604020202020204" pitchFamily="34" charset="0"/>
              </a:defRPr>
            </a:lvl1pPr>
          </a:lstStyle>
          <a:p>
            <a:r>
              <a:rPr lang="fr-FR" dirty="0" err="1"/>
              <a:t>Presentation</a:t>
            </a:r>
            <a:r>
              <a:rPr lang="fr-FR" dirty="0"/>
              <a:t> </a:t>
            </a:r>
            <a:r>
              <a:rPr lang="fr-FR" dirty="0" err="1"/>
              <a:t>title</a:t>
            </a:r>
            <a:endParaRPr lang="fr-FR" dirty="0"/>
          </a:p>
        </p:txBody>
      </p:sp>
      <p:sp>
        <p:nvSpPr>
          <p:cNvPr id="9" name="Espace réservé du contenu 7">
            <a:extLst>
              <a:ext uri="{FF2B5EF4-FFF2-40B4-BE49-F238E27FC236}">
                <a16:creationId xmlns:a16="http://schemas.microsoft.com/office/drawing/2014/main" id="{7D944F5F-2DE5-1B2C-F8B4-FF319C762BBB}"/>
              </a:ext>
            </a:extLst>
          </p:cNvPr>
          <p:cNvSpPr>
            <a:spLocks noGrp="1"/>
          </p:cNvSpPr>
          <p:nvPr>
            <p:ph sz="quarter" idx="12" hasCustomPrompt="1"/>
          </p:nvPr>
        </p:nvSpPr>
        <p:spPr>
          <a:xfrm>
            <a:off x="442916" y="790574"/>
            <a:ext cx="11749084" cy="3808889"/>
          </a:xfrm>
          <a:prstGeom prst="rect">
            <a:avLst/>
          </a:prstGeom>
          <a:solidFill>
            <a:schemeClr val="bg1">
              <a:lumMod val="95000"/>
            </a:schemeClr>
          </a:solidFill>
        </p:spPr>
        <p:txBody>
          <a:bodyPr/>
          <a:lstStyle>
            <a:lvl1pPr>
              <a:defRPr b="1" i="0">
                <a:solidFill>
                  <a:schemeClr val="bg1"/>
                </a:solidFill>
                <a:latin typeface="Arial" panose="020B0604020202020204" pitchFamily="34" charset="0"/>
              </a:defRPr>
            </a:lvl1pPr>
          </a:lstStyle>
          <a:p>
            <a:pPr lvl="0"/>
            <a:r>
              <a:rPr lang="fr-FR" dirty="0"/>
              <a:t>Insérez votre image ici</a:t>
            </a:r>
          </a:p>
        </p:txBody>
      </p:sp>
      <p:cxnSp>
        <p:nvCxnSpPr>
          <p:cNvPr id="11" name="Connecteur droit 10">
            <a:extLst>
              <a:ext uri="{FF2B5EF4-FFF2-40B4-BE49-F238E27FC236}">
                <a16:creationId xmlns:a16="http://schemas.microsoft.com/office/drawing/2014/main" id="{4C620E19-F63B-80B8-9752-89C4E485EC42}"/>
              </a:ext>
            </a:extLst>
          </p:cNvPr>
          <p:cNvCxnSpPr>
            <a:cxnSpLocks/>
          </p:cNvCxnSpPr>
          <p:nvPr userDrawn="1"/>
        </p:nvCxnSpPr>
        <p:spPr>
          <a:xfrm>
            <a:off x="0" y="4599464"/>
            <a:ext cx="12192000" cy="0"/>
          </a:xfrm>
          <a:prstGeom prst="line">
            <a:avLst/>
          </a:prstGeom>
          <a:ln>
            <a:gradFill flip="none" rotWithShape="1">
              <a:gsLst>
                <a:gs pos="8000">
                  <a:srgbClr val="006A4E">
                    <a:alpha val="60000"/>
                  </a:srgbClr>
                </a:gs>
                <a:gs pos="0">
                  <a:schemeClr val="accent1">
                    <a:alpha val="0"/>
                  </a:schemeClr>
                </a:gs>
                <a:gs pos="100000">
                  <a:schemeClr val="accent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423625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Instructions">
    <p:bg>
      <p:bgPr>
        <a:solidFill>
          <a:schemeClr val="accent1"/>
        </a:solidFill>
        <a:effectLst/>
      </p:bgPr>
    </p:bg>
    <p:spTree>
      <p:nvGrpSpPr>
        <p:cNvPr id="1" name=""/>
        <p:cNvGrpSpPr/>
        <p:nvPr/>
      </p:nvGrpSpPr>
      <p:grpSpPr>
        <a:xfrm>
          <a:off x="0" y="0"/>
          <a:ext cx="0" cy="0"/>
          <a:chOff x="0" y="0"/>
          <a:chExt cx="0" cy="0"/>
        </a:xfrm>
      </p:grpSpPr>
      <p:sp>
        <p:nvSpPr>
          <p:cNvPr id="3" name="Espace réservé du pied de page 2">
            <a:extLst>
              <a:ext uri="{FF2B5EF4-FFF2-40B4-BE49-F238E27FC236}">
                <a16:creationId xmlns:a16="http://schemas.microsoft.com/office/drawing/2014/main" id="{AD2D894A-87F5-7B73-8E09-DCE15DCD228B}"/>
              </a:ext>
            </a:extLst>
          </p:cNvPr>
          <p:cNvSpPr>
            <a:spLocks noGrp="1"/>
          </p:cNvSpPr>
          <p:nvPr>
            <p:ph type="ftr" sz="quarter" idx="10"/>
          </p:nvPr>
        </p:nvSpPr>
        <p:spPr/>
        <p:txBody>
          <a:bodyPr/>
          <a:lstStyle>
            <a:lvl1pPr>
              <a:defRPr b="1" i="0">
                <a:latin typeface="Arial" panose="020B0604020202020204" pitchFamily="34" charset="0"/>
              </a:defRPr>
            </a:lvl1pPr>
          </a:lstStyle>
          <a:p>
            <a:r>
              <a:rPr lang="fr-FR" dirty="0" err="1"/>
              <a:t>Presentation</a:t>
            </a:r>
            <a:r>
              <a:rPr lang="fr-FR" dirty="0"/>
              <a:t> </a:t>
            </a:r>
            <a:r>
              <a:rPr lang="fr-FR" dirty="0" err="1"/>
              <a:t>title</a:t>
            </a:r>
            <a:endParaRPr lang="fr-FR" dirty="0"/>
          </a:p>
        </p:txBody>
      </p:sp>
      <p:sp>
        <p:nvSpPr>
          <p:cNvPr id="4" name="Espace réservé du numéro de diapositive 3">
            <a:extLst>
              <a:ext uri="{FF2B5EF4-FFF2-40B4-BE49-F238E27FC236}">
                <a16:creationId xmlns:a16="http://schemas.microsoft.com/office/drawing/2014/main" id="{A2B45E3F-4906-33F4-DE63-A2CA533F91A1}"/>
              </a:ext>
            </a:extLst>
          </p:cNvPr>
          <p:cNvSpPr>
            <a:spLocks noGrp="1"/>
          </p:cNvSpPr>
          <p:nvPr>
            <p:ph type="sldNum" sz="quarter" idx="11"/>
          </p:nvPr>
        </p:nvSpPr>
        <p:spPr/>
        <p:txBody>
          <a:bodyPr/>
          <a:lstStyle>
            <a:lvl1pPr>
              <a:defRPr b="1" i="0">
                <a:latin typeface="Arial" panose="020B0604020202020204" pitchFamily="34" charset="0"/>
              </a:defRPr>
            </a:lvl1pPr>
          </a:lstStyle>
          <a:p>
            <a:fld id="{29BED1D5-2372-4BA3-AEA9-1F7A0F9A5921}" type="slidenum">
              <a:rPr lang="fr-FR" smtClean="0"/>
              <a:pPr/>
              <a:t>‹#›</a:t>
            </a:fld>
            <a:endParaRPr lang="fr-FR" dirty="0"/>
          </a:p>
        </p:txBody>
      </p:sp>
      <p:sp>
        <p:nvSpPr>
          <p:cNvPr id="5" name="TextBox 2">
            <a:extLst>
              <a:ext uri="{FF2B5EF4-FFF2-40B4-BE49-F238E27FC236}">
                <a16:creationId xmlns:a16="http://schemas.microsoft.com/office/drawing/2014/main" id="{AB719B5F-7E64-8563-3865-E0923CD49EF1}"/>
              </a:ext>
            </a:extLst>
          </p:cNvPr>
          <p:cNvSpPr txBox="1"/>
          <p:nvPr userDrawn="1"/>
        </p:nvSpPr>
        <p:spPr>
          <a:xfrm>
            <a:off x="396933" y="655118"/>
            <a:ext cx="3439600" cy="338554"/>
          </a:xfrm>
          <a:prstGeom prst="rect">
            <a:avLst/>
          </a:prstGeom>
          <a:noFill/>
        </p:spPr>
        <p:txBody>
          <a:bodyPr wrap="square" rtlCol="0">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80000"/>
              </a:lnSpc>
              <a:spcBef>
                <a:spcPts val="0"/>
              </a:spcBef>
              <a:spcAft>
                <a:spcPts val="0"/>
              </a:spcAft>
              <a:buClrTx/>
              <a:buSzTx/>
              <a:buFontTx/>
              <a:buNone/>
              <a:tabLst/>
              <a:defRPr/>
            </a:pPr>
            <a:r>
              <a:rPr kumimoji="0" lang="fr-FR" sz="20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Instructions</a:t>
            </a:r>
          </a:p>
        </p:txBody>
      </p:sp>
      <p:sp>
        <p:nvSpPr>
          <p:cNvPr id="6" name="TextBox 2">
            <a:extLst>
              <a:ext uri="{FF2B5EF4-FFF2-40B4-BE49-F238E27FC236}">
                <a16:creationId xmlns:a16="http://schemas.microsoft.com/office/drawing/2014/main" id="{C3A428A8-C5DE-BCC3-A057-56F1DBA1C697}"/>
              </a:ext>
            </a:extLst>
          </p:cNvPr>
          <p:cNvSpPr txBox="1"/>
          <p:nvPr userDrawn="1"/>
        </p:nvSpPr>
        <p:spPr>
          <a:xfrm>
            <a:off x="396933" y="969141"/>
            <a:ext cx="2618605" cy="313932"/>
          </a:xfrm>
          <a:prstGeom prst="rect">
            <a:avLst/>
          </a:prstGeom>
          <a:noFill/>
        </p:spPr>
        <p:txBody>
          <a:bodyPr wrap="square" rtlCol="0">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80000"/>
              </a:lnSpc>
              <a:spcBef>
                <a:spcPts val="0"/>
              </a:spcBef>
              <a:spcAft>
                <a:spcPts val="0"/>
              </a:spcAft>
              <a:buClrTx/>
              <a:buSzTx/>
              <a:buFontTx/>
              <a:buNone/>
              <a:tabLst/>
              <a:defRPr/>
            </a:pPr>
            <a:r>
              <a:rPr kumimoji="0" lang="fr-FR" sz="1800" b="1" i="0" u="none" strike="noStrike" kern="1200" cap="none" spc="0" normalizeH="0" baseline="0" noProof="0" dirty="0">
                <a:ln>
                  <a:noFill/>
                </a:ln>
                <a:solidFill>
                  <a:schemeClr val="bg1"/>
                </a:solidFill>
                <a:effectLst/>
                <a:uLnTx/>
                <a:uFillTx/>
                <a:latin typeface="Arial" panose="020B0604020202020204" pitchFamily="34" charset="0"/>
                <a:ea typeface="+mn-ea"/>
                <a:cs typeface="+mn-cs"/>
              </a:rPr>
              <a:t>For </a:t>
            </a:r>
            <a:r>
              <a:rPr kumimoji="0" lang="fr-FR" sz="1800" b="1" i="0" u="none" strike="noStrike" kern="1200" cap="none" spc="0" normalizeH="0" baseline="0" noProof="0" dirty="0" err="1">
                <a:ln>
                  <a:noFill/>
                </a:ln>
                <a:solidFill>
                  <a:schemeClr val="bg1"/>
                </a:solidFill>
                <a:effectLst/>
                <a:uLnTx/>
                <a:uFillTx/>
                <a:latin typeface="Arial" panose="020B0604020202020204" pitchFamily="34" charset="0"/>
                <a:ea typeface="+mn-ea"/>
                <a:cs typeface="+mn-cs"/>
              </a:rPr>
              <a:t>using</a:t>
            </a:r>
            <a:r>
              <a:rPr kumimoji="0" lang="fr-FR" sz="1800" b="1" i="0" u="none" strike="noStrike" kern="1200" cap="none" spc="0" normalizeH="0" baseline="0" noProof="0" dirty="0">
                <a:ln>
                  <a:noFill/>
                </a:ln>
                <a:solidFill>
                  <a:schemeClr val="bg1"/>
                </a:solidFill>
                <a:effectLst/>
                <a:uLnTx/>
                <a:uFillTx/>
                <a:latin typeface="Arial" panose="020B0604020202020204" pitchFamily="34" charset="0"/>
                <a:ea typeface="+mn-ea"/>
                <a:cs typeface="+mn-cs"/>
              </a:rPr>
              <a:t> </a:t>
            </a:r>
            <a:r>
              <a:rPr kumimoji="0" lang="fr-FR" sz="1800" b="1" i="0" u="none" strike="noStrike" kern="1200" cap="none" spc="0" normalizeH="0" baseline="0" noProof="0" dirty="0" err="1">
                <a:ln>
                  <a:noFill/>
                </a:ln>
                <a:solidFill>
                  <a:schemeClr val="bg1"/>
                </a:solidFill>
                <a:effectLst/>
                <a:uLnTx/>
                <a:uFillTx/>
                <a:latin typeface="Arial" panose="020B0604020202020204" pitchFamily="34" charset="0"/>
                <a:ea typeface="+mn-ea"/>
                <a:cs typeface="+mn-cs"/>
              </a:rPr>
              <a:t>your</a:t>
            </a:r>
            <a:r>
              <a:rPr kumimoji="0" lang="fr-FR" sz="1800" b="1" i="0" u="none" strike="noStrike" kern="1200" cap="none" spc="0" normalizeH="0" baseline="0" noProof="0" dirty="0">
                <a:ln>
                  <a:noFill/>
                </a:ln>
                <a:solidFill>
                  <a:schemeClr val="bg1"/>
                </a:solidFill>
                <a:effectLst/>
                <a:uLnTx/>
                <a:uFillTx/>
                <a:latin typeface="Arial" panose="020B0604020202020204" pitchFamily="34" charset="0"/>
                <a:ea typeface="+mn-ea"/>
                <a:cs typeface="+mn-cs"/>
              </a:rPr>
              <a:t> model</a:t>
            </a:r>
          </a:p>
        </p:txBody>
      </p:sp>
      <p:sp>
        <p:nvSpPr>
          <p:cNvPr id="7" name="ZoneTexte 6">
            <a:extLst>
              <a:ext uri="{FF2B5EF4-FFF2-40B4-BE49-F238E27FC236}">
                <a16:creationId xmlns:a16="http://schemas.microsoft.com/office/drawing/2014/main" id="{0C525E50-7A97-B2AC-23BC-492FA372566E}"/>
              </a:ext>
            </a:extLst>
          </p:cNvPr>
          <p:cNvSpPr txBox="1"/>
          <p:nvPr userDrawn="1"/>
        </p:nvSpPr>
        <p:spPr>
          <a:xfrm>
            <a:off x="483734" y="1339941"/>
            <a:ext cx="2531803" cy="2679901"/>
          </a:xfrm>
          <a:prstGeom prst="rect">
            <a:avLst/>
          </a:prstGeom>
          <a:noFill/>
        </p:spPr>
        <p:txBody>
          <a:bodyPr wrap="square" lIns="0" tIns="0" rIns="0" bIns="0">
            <a:spAutoFit/>
          </a:bodyPr>
          <a:lstStyle/>
          <a:p>
            <a:pPr marL="0" marR="0" lvl="0" indent="0" algn="l" defTabSz="914400" rtl="0" eaLnBrk="1" fontAlgn="auto" latinLnBrk="0" hangingPunct="1">
              <a:lnSpc>
                <a:spcPct val="110000"/>
              </a:lnSpc>
              <a:spcBef>
                <a:spcPts val="1200"/>
              </a:spcBef>
              <a:spcAft>
                <a:spcPts val="0"/>
              </a:spcAft>
              <a:buClrTx/>
              <a:buSzTx/>
              <a:buFontTx/>
              <a:buNone/>
              <a:tabLst/>
              <a:defRPr/>
            </a:pPr>
            <a:r>
              <a:rPr kumimoji="0" lang="en-US" sz="10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The slide mask serves practical purposes. It incorporates key elements within the mask with the goal of establishing a structured framework, a template, so that the end user can effortlessly create a high-quality presentation without the need to consider design aspects. </a:t>
            </a:r>
          </a:p>
          <a:p>
            <a:pPr marL="0" marR="0" lvl="0" indent="0" algn="l" defTabSz="914400" rtl="0" eaLnBrk="1" fontAlgn="auto" latinLnBrk="0" hangingPunct="1">
              <a:lnSpc>
                <a:spcPct val="110000"/>
              </a:lnSpc>
              <a:spcBef>
                <a:spcPts val="1200"/>
              </a:spcBef>
              <a:spcAft>
                <a:spcPts val="0"/>
              </a:spcAft>
              <a:buClrTx/>
              <a:buSzTx/>
              <a:buFontTx/>
              <a:buNone/>
              <a:tabLst/>
              <a:defRPr/>
            </a:pPr>
            <a:r>
              <a:rPr kumimoji="0" lang="en-US" sz="10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For greater flexibility in constructing slides and to approach them differently, "blank" slides and graphic elements in toolboxes are provided to simplify your task. You can swiftly access different sections by </a:t>
            </a:r>
            <a:r>
              <a:rPr kumimoji="0" lang="en-US" sz="1000" b="1" i="0" u="none" strike="noStrike" kern="1200" cap="none" spc="0" normalizeH="0" baseline="0" noProof="0" dirty="0" err="1">
                <a:ln>
                  <a:noFill/>
                </a:ln>
                <a:solidFill>
                  <a:prstClr val="white"/>
                </a:solidFill>
                <a:effectLst/>
                <a:uLnTx/>
                <a:uFillTx/>
                <a:latin typeface="Arial" panose="020B0604020202020204" pitchFamily="34" charset="0"/>
                <a:ea typeface="+mn-ea"/>
                <a:cs typeface="+mn-cs"/>
              </a:rPr>
              <a:t>Ctrl+clicking</a:t>
            </a:r>
            <a:r>
              <a:rPr kumimoji="0" lang="en-US" sz="10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 on one of the following buttons:</a:t>
            </a:r>
          </a:p>
        </p:txBody>
      </p:sp>
      <p:sp>
        <p:nvSpPr>
          <p:cNvPr id="8" name="Rectangle 7">
            <a:extLst>
              <a:ext uri="{FF2B5EF4-FFF2-40B4-BE49-F238E27FC236}">
                <a16:creationId xmlns:a16="http://schemas.microsoft.com/office/drawing/2014/main" id="{569C19AF-BE18-36E3-B2EB-97DC72D48EC7}"/>
              </a:ext>
            </a:extLst>
          </p:cNvPr>
          <p:cNvSpPr/>
          <p:nvPr userDrawn="1"/>
        </p:nvSpPr>
        <p:spPr>
          <a:xfrm>
            <a:off x="3642571" y="629582"/>
            <a:ext cx="1724290" cy="2450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rtlCol="0" anchor="t">
            <a:spAutoFit/>
          </a:bodyPr>
          <a:lstStyle/>
          <a:p>
            <a:pPr marL="0" marR="0" lvl="0" indent="0" algn="l" defTabSz="914400" rtl="0" eaLnBrk="1" fontAlgn="auto" latinLnBrk="0" hangingPunct="1">
              <a:lnSpc>
                <a:spcPct val="100000"/>
              </a:lnSpc>
              <a:spcBef>
                <a:spcPts val="0"/>
              </a:spcBef>
              <a:spcAft>
                <a:spcPts val="300"/>
              </a:spcAft>
              <a:buClr>
                <a:srgbClr val="FF7649"/>
              </a:buClr>
              <a:buSzTx/>
              <a:buFontTx/>
              <a:buNone/>
              <a:tabLst/>
              <a:defRPr/>
            </a:pPr>
            <a:r>
              <a:rPr kumimoji="0" lang="en-US" sz="1000" b="1" i="0" u="none" strike="noStrike" kern="0" cap="none" spc="0" normalizeH="0" baseline="0" noProof="0" dirty="0">
                <a:ln>
                  <a:noFill/>
                </a:ln>
                <a:solidFill>
                  <a:schemeClr val="bg1"/>
                </a:solidFill>
                <a:effectLst/>
                <a:uLnTx/>
                <a:uFillTx/>
                <a:latin typeface="Arial" panose="020B0604020202020204" pitchFamily="34" charset="0"/>
                <a:ea typeface="+mn-ea"/>
                <a:cs typeface="+mn-cs"/>
              </a:rPr>
              <a:t>Provide access to the PowerPoint model:</a:t>
            </a:r>
          </a:p>
          <a:p>
            <a:pPr marL="171450" marR="0" lvl="0" indent="-171450" algn="l" defTabSz="914400" rtl="0" eaLnBrk="1" fontAlgn="auto" latinLnBrk="0" hangingPunct="1">
              <a:lnSpc>
                <a:spcPct val="100000"/>
              </a:lnSpc>
              <a:spcBef>
                <a:spcPts val="0"/>
              </a:spcBef>
              <a:spcAft>
                <a:spcPts val="300"/>
              </a:spcAft>
              <a:buClr>
                <a:srgbClr val="FFFFFF"/>
              </a:buClr>
              <a:buSzTx/>
              <a:buFont typeface="Arial" pitchFamily="34" charset="0"/>
              <a:buChar char="•"/>
              <a:tabLst/>
              <a:defRPr/>
            </a:pPr>
            <a:r>
              <a:rPr kumimoji="0" lang="en-US" sz="7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Once the .pptx is open, save it as .</a:t>
            </a:r>
            <a:r>
              <a:rPr kumimoji="0" lang="en-US" sz="700" b="1" i="0" u="none" strike="noStrike" kern="1200" cap="none" spc="0" normalizeH="0" baseline="0" noProof="0" dirty="0" err="1">
                <a:ln>
                  <a:noFill/>
                </a:ln>
                <a:solidFill>
                  <a:prstClr val="white"/>
                </a:solidFill>
                <a:effectLst/>
                <a:uLnTx/>
                <a:uFillTx/>
                <a:latin typeface="Arial" panose="020B0604020202020204" pitchFamily="34" charset="0"/>
                <a:ea typeface="+mn-ea"/>
                <a:cs typeface="+mn-cs"/>
              </a:rPr>
              <a:t>potx</a:t>
            </a:r>
            <a:endParaRPr kumimoji="0" lang="en-US" sz="700" b="1"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a:p>
            <a:pPr marL="171450" marR="0" lvl="0" indent="-171450" algn="l" defTabSz="914400" rtl="0" eaLnBrk="1" fontAlgn="auto" latinLnBrk="0" hangingPunct="1">
              <a:lnSpc>
                <a:spcPct val="100000"/>
              </a:lnSpc>
              <a:spcBef>
                <a:spcPts val="0"/>
              </a:spcBef>
              <a:spcAft>
                <a:spcPts val="300"/>
              </a:spcAft>
              <a:buClr>
                <a:srgbClr val="FFFFFF"/>
              </a:buClr>
              <a:buSzTx/>
              <a:buFont typeface="Arial" pitchFamily="34" charset="0"/>
              <a:buChar char="•"/>
              <a:tabLst/>
              <a:defRPr/>
            </a:pPr>
            <a:r>
              <a:rPr kumimoji="0" lang="en-US" sz="7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The end user can then open it from the provided file path</a:t>
            </a:r>
          </a:p>
          <a:p>
            <a:pPr marL="171450" marR="0" lvl="0" indent="-171450" algn="l" defTabSz="914400" rtl="0" eaLnBrk="1" fontAlgn="auto" latinLnBrk="0" hangingPunct="1">
              <a:lnSpc>
                <a:spcPct val="100000"/>
              </a:lnSpc>
              <a:spcBef>
                <a:spcPts val="0"/>
              </a:spcBef>
              <a:spcAft>
                <a:spcPts val="300"/>
              </a:spcAft>
              <a:buClr>
                <a:srgbClr val="FFFFFF"/>
              </a:buClr>
              <a:buSzTx/>
              <a:buFont typeface="Arial" pitchFamily="34" charset="0"/>
              <a:buChar char="•"/>
              <a:tabLst/>
              <a:defRPr/>
            </a:pPr>
            <a:r>
              <a:rPr kumimoji="0" lang="en-US" sz="7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Once opened, he can go back to "File," then, further down, to "Recent." </a:t>
            </a:r>
            <a:br>
              <a:rPr kumimoji="0" lang="en-US" sz="7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br>
            <a:r>
              <a:rPr kumimoji="0" lang="en-US" sz="7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He simply need to pin the currently open file with a click</a:t>
            </a:r>
          </a:p>
          <a:p>
            <a:pPr marL="0" marR="0" lvl="0" indent="0" algn="l" defTabSz="914400" rtl="0" eaLnBrk="1" fontAlgn="auto" latinLnBrk="0" hangingPunct="1">
              <a:lnSpc>
                <a:spcPct val="100000"/>
              </a:lnSpc>
              <a:spcBef>
                <a:spcPts val="0"/>
              </a:spcBef>
              <a:spcAft>
                <a:spcPts val="300"/>
              </a:spcAft>
              <a:buClr>
                <a:srgbClr val="FF7649"/>
              </a:buClr>
              <a:buSzTx/>
              <a:buFontTx/>
              <a:buNone/>
              <a:tabLst/>
              <a:defRPr/>
            </a:pPr>
            <a:r>
              <a:rPr kumimoji="0" lang="en-US" sz="7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This makes it easy for the end user, in just two clicks, to retrieve the original model, including the toolbox</a:t>
            </a:r>
          </a:p>
          <a:p>
            <a:pPr marL="0" marR="0" lvl="0" indent="0" algn="l" defTabSz="914400" rtl="0" eaLnBrk="1" fontAlgn="auto" latinLnBrk="0" hangingPunct="1">
              <a:lnSpc>
                <a:spcPct val="100000"/>
              </a:lnSpc>
              <a:spcBef>
                <a:spcPts val="0"/>
              </a:spcBef>
              <a:spcAft>
                <a:spcPts val="300"/>
              </a:spcAft>
              <a:buClr>
                <a:srgbClr val="FF7649"/>
              </a:buClr>
              <a:buSzTx/>
              <a:buFontTx/>
              <a:buNone/>
              <a:tabLst/>
              <a:defRPr/>
            </a:pPr>
            <a:r>
              <a:rPr kumimoji="0" lang="en-US" sz="7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When opening a .</a:t>
            </a:r>
            <a:r>
              <a:rPr kumimoji="0" lang="en-US" sz="700" b="1" i="0" u="none" strike="noStrike" kern="1200" cap="none" spc="0" normalizeH="0" baseline="0" noProof="0" dirty="0" err="1">
                <a:ln>
                  <a:noFill/>
                </a:ln>
                <a:solidFill>
                  <a:prstClr val="white"/>
                </a:solidFill>
                <a:effectLst/>
                <a:uLnTx/>
                <a:uFillTx/>
                <a:latin typeface="Arial" panose="020B0604020202020204" pitchFamily="34" charset="0"/>
                <a:ea typeface="+mn-ea"/>
                <a:cs typeface="+mn-cs"/>
              </a:rPr>
              <a:t>potx</a:t>
            </a:r>
            <a:r>
              <a:rPr kumimoji="0" lang="en-US" sz="7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 PowerPoint prevents file overwriting; the end user cannot "save" (and overwrite the file). PowerPoint will prompt a "Save As" (new document) instead.</a:t>
            </a:r>
          </a:p>
        </p:txBody>
      </p:sp>
      <p:grpSp>
        <p:nvGrpSpPr>
          <p:cNvPr id="9" name="Groupe 8">
            <a:extLst>
              <a:ext uri="{FF2B5EF4-FFF2-40B4-BE49-F238E27FC236}">
                <a16:creationId xmlns:a16="http://schemas.microsoft.com/office/drawing/2014/main" id="{3E20E55C-277F-9344-5029-6C6E13164AEF}"/>
              </a:ext>
            </a:extLst>
          </p:cNvPr>
          <p:cNvGrpSpPr/>
          <p:nvPr userDrawn="1"/>
        </p:nvGrpSpPr>
        <p:grpSpPr>
          <a:xfrm>
            <a:off x="5687477" y="3778141"/>
            <a:ext cx="2215362" cy="2480362"/>
            <a:chOff x="5903219" y="3472842"/>
            <a:chExt cx="2215362" cy="2480362"/>
          </a:xfrm>
        </p:grpSpPr>
        <p:sp>
          <p:nvSpPr>
            <p:cNvPr id="10" name="Rectangle 9">
              <a:extLst>
                <a:ext uri="{FF2B5EF4-FFF2-40B4-BE49-F238E27FC236}">
                  <a16:creationId xmlns:a16="http://schemas.microsoft.com/office/drawing/2014/main" id="{2B9107E8-76A4-E383-2531-EC89F9BFD366}"/>
                </a:ext>
              </a:extLst>
            </p:cNvPr>
            <p:cNvSpPr/>
            <p:nvPr/>
          </p:nvSpPr>
          <p:spPr>
            <a:xfrm>
              <a:off x="5903219" y="3472842"/>
              <a:ext cx="2215362" cy="12622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0" numCol="2" rtlCol="0" anchor="t">
              <a:noAutofit/>
            </a:bodyPr>
            <a:lstStyle/>
            <a:p>
              <a:pPr marL="0" marR="0" lvl="0" indent="0" algn="l" defTabSz="914400" rtl="0" eaLnBrk="1" fontAlgn="auto" latinLnBrk="0" hangingPunct="1">
                <a:lnSpc>
                  <a:spcPct val="100000"/>
                </a:lnSpc>
                <a:spcBef>
                  <a:spcPts val="0"/>
                </a:spcBef>
                <a:spcAft>
                  <a:spcPts val="300"/>
                </a:spcAft>
                <a:buClr>
                  <a:srgbClr val="FF7649"/>
                </a:buClr>
                <a:buSzTx/>
                <a:buFontTx/>
                <a:buNone/>
                <a:tabLst/>
                <a:defRPr/>
              </a:pPr>
              <a:r>
                <a:rPr kumimoji="0" lang="fr-FR" sz="1000" b="1" i="0" u="none" strike="noStrike" kern="0" cap="none" spc="0" normalizeH="0" baseline="0" noProof="0" dirty="0" err="1">
                  <a:ln>
                    <a:noFill/>
                  </a:ln>
                  <a:solidFill>
                    <a:schemeClr val="bg1"/>
                  </a:solidFill>
                  <a:effectLst/>
                  <a:uLnTx/>
                  <a:uFillTx/>
                  <a:latin typeface="Arial" panose="020B0604020202020204" pitchFamily="34" charset="0"/>
                  <a:ea typeface="+mn-ea"/>
                  <a:cs typeface="+mn-cs"/>
                </a:rPr>
                <a:t>Changing</a:t>
              </a:r>
              <a:r>
                <a:rPr kumimoji="0" lang="fr-FR" sz="1000" b="1" i="0" u="none" strike="noStrike" kern="0" cap="none" spc="0" normalizeH="0" baseline="0" noProof="0" dirty="0">
                  <a:ln>
                    <a:noFill/>
                  </a:ln>
                  <a:solidFill>
                    <a:schemeClr val="bg1"/>
                  </a:solidFill>
                  <a:effectLst/>
                  <a:uLnTx/>
                  <a:uFillTx/>
                  <a:latin typeface="Arial" panose="020B0604020202020204" pitchFamily="34" charset="0"/>
                  <a:ea typeface="+mn-ea"/>
                  <a:cs typeface="+mn-cs"/>
                </a:rPr>
                <a:t> an image:</a:t>
              </a:r>
            </a:p>
            <a:p>
              <a:pPr marL="0" marR="0" lvl="0" indent="0" algn="l" defTabSz="914400" rtl="0" eaLnBrk="1" fontAlgn="auto" latinLnBrk="0" hangingPunct="1">
                <a:lnSpc>
                  <a:spcPct val="100000"/>
                </a:lnSpc>
                <a:spcBef>
                  <a:spcPts val="0"/>
                </a:spcBef>
                <a:spcAft>
                  <a:spcPts val="300"/>
                </a:spcAft>
                <a:buClr>
                  <a:srgbClr val="FF7649"/>
                </a:buClr>
                <a:buSzTx/>
                <a:buFontTx/>
                <a:buNone/>
                <a:tabLst/>
                <a:defRPr/>
              </a:pPr>
              <a:r>
                <a:rPr kumimoji="0" lang="fr-FR" sz="8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Method #01</a:t>
              </a:r>
            </a:p>
            <a:p>
              <a:pPr marL="171450" marR="0" lvl="0" indent="-171450" algn="l" defTabSz="914400" rtl="0" eaLnBrk="1" fontAlgn="auto" latinLnBrk="0" hangingPunct="1">
                <a:lnSpc>
                  <a:spcPct val="100000"/>
                </a:lnSpc>
                <a:spcBef>
                  <a:spcPts val="0"/>
                </a:spcBef>
                <a:spcAft>
                  <a:spcPts val="300"/>
                </a:spcAft>
                <a:buClr>
                  <a:prstClr val="white"/>
                </a:buClr>
                <a:buSzTx/>
                <a:buFont typeface="Arial" pitchFamily="34" charset="0"/>
                <a:buChar char="•"/>
                <a:tabLst/>
                <a:defRPr/>
              </a:pPr>
              <a:r>
                <a:rPr kumimoji="0" lang="en-US" sz="7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Right-click on image</a:t>
              </a:r>
            </a:p>
            <a:p>
              <a:pPr marL="171450" marR="0" lvl="0" indent="-171450" algn="l" defTabSz="914400" rtl="0" eaLnBrk="1" fontAlgn="auto" latinLnBrk="0" hangingPunct="1">
                <a:lnSpc>
                  <a:spcPct val="100000"/>
                </a:lnSpc>
                <a:spcBef>
                  <a:spcPts val="0"/>
                </a:spcBef>
                <a:spcAft>
                  <a:spcPts val="300"/>
                </a:spcAft>
                <a:buClr>
                  <a:prstClr val="white"/>
                </a:buClr>
                <a:buSzTx/>
                <a:buFont typeface="Arial" pitchFamily="34" charset="0"/>
                <a:buChar char="•"/>
                <a:tabLst/>
                <a:defRPr/>
              </a:pPr>
              <a:r>
                <a:rPr kumimoji="0" lang="en-US" sz="7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Change image</a:t>
              </a:r>
            </a:p>
            <a:p>
              <a:pPr marL="171450" marR="0" lvl="0" indent="-171450" algn="l" defTabSz="914400" rtl="0" eaLnBrk="1" fontAlgn="auto" latinLnBrk="0" hangingPunct="1">
                <a:lnSpc>
                  <a:spcPct val="100000"/>
                </a:lnSpc>
                <a:spcBef>
                  <a:spcPts val="0"/>
                </a:spcBef>
                <a:spcAft>
                  <a:spcPts val="300"/>
                </a:spcAft>
                <a:buClr>
                  <a:prstClr val="white"/>
                </a:buClr>
                <a:buSzTx/>
                <a:buFont typeface="Arial" pitchFamily="34" charset="0"/>
                <a:buChar char="•"/>
                <a:tabLst/>
                <a:defRPr/>
              </a:pPr>
              <a:r>
                <a:rPr kumimoji="0" lang="en-US" sz="7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Select desired source</a:t>
              </a:r>
            </a:p>
            <a:p>
              <a:pPr marL="171450" marR="0" lvl="0" indent="-171450" algn="l" defTabSz="914400" rtl="0" eaLnBrk="1" fontAlgn="auto" latinLnBrk="0" hangingPunct="1">
                <a:lnSpc>
                  <a:spcPct val="100000"/>
                </a:lnSpc>
                <a:spcBef>
                  <a:spcPts val="0"/>
                </a:spcBef>
                <a:spcAft>
                  <a:spcPts val="300"/>
                </a:spcAft>
                <a:buClr>
                  <a:srgbClr val="FF7649"/>
                </a:buClr>
                <a:buSzTx/>
                <a:buFont typeface="Wingdings 3" panose="05040102010807070707" pitchFamily="18" charset="2"/>
                <a:buChar char=""/>
                <a:tabLst/>
                <a:defRPr/>
              </a:pPr>
              <a:endParaRPr kumimoji="0" lang="fr-FR" sz="700" b="1"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a:p>
              <a:pPr marL="171450" marR="0" lvl="0" indent="-171450" algn="l" defTabSz="914400" rtl="0" eaLnBrk="1" fontAlgn="auto" latinLnBrk="0" hangingPunct="1">
                <a:lnSpc>
                  <a:spcPct val="100000"/>
                </a:lnSpc>
                <a:spcBef>
                  <a:spcPts val="0"/>
                </a:spcBef>
                <a:spcAft>
                  <a:spcPts val="300"/>
                </a:spcAft>
                <a:buClr>
                  <a:srgbClr val="FF7649"/>
                </a:buClr>
                <a:buSzTx/>
                <a:buFont typeface="Wingdings 3" panose="05040102010807070707" pitchFamily="18" charset="2"/>
                <a:buChar char=""/>
                <a:tabLst/>
                <a:defRPr/>
              </a:pPr>
              <a:endParaRPr kumimoji="0" lang="fr-FR" sz="700" b="1"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a:p>
              <a:pPr marL="171450" marR="0" lvl="0" indent="-171450" algn="l" defTabSz="914400" rtl="0" eaLnBrk="1" fontAlgn="auto" latinLnBrk="0" hangingPunct="1">
                <a:lnSpc>
                  <a:spcPct val="100000"/>
                </a:lnSpc>
                <a:spcBef>
                  <a:spcPts val="0"/>
                </a:spcBef>
                <a:spcAft>
                  <a:spcPts val="300"/>
                </a:spcAft>
                <a:buClr>
                  <a:srgbClr val="FF7649"/>
                </a:buClr>
                <a:buSzTx/>
                <a:buFont typeface="Wingdings 3" panose="05040102010807070707" pitchFamily="18" charset="2"/>
                <a:buChar char=""/>
                <a:tabLst/>
                <a:defRPr/>
              </a:pPr>
              <a:endParaRPr kumimoji="0" lang="fr-FR" sz="700" b="1"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a:p>
              <a:pPr marL="0" marR="0" lvl="0" indent="0" algn="l" defTabSz="914400" rtl="0" eaLnBrk="1" fontAlgn="auto" latinLnBrk="0" hangingPunct="1">
                <a:lnSpc>
                  <a:spcPct val="100000"/>
                </a:lnSpc>
                <a:spcBef>
                  <a:spcPts val="300"/>
                </a:spcBef>
                <a:spcAft>
                  <a:spcPts val="300"/>
                </a:spcAft>
                <a:buClr>
                  <a:srgbClr val="FF7649"/>
                </a:buClr>
                <a:buSzTx/>
                <a:buFontTx/>
                <a:buNone/>
                <a:tabLst/>
                <a:defRPr/>
              </a:pPr>
              <a:r>
                <a:rPr kumimoji="0" lang="fr-FR" sz="800" b="1" i="0" u="none" strike="noStrike" kern="1200" cap="none" spc="0" normalizeH="0" baseline="0" noProof="0" dirty="0">
                  <a:ln>
                    <a:noFill/>
                  </a:ln>
                  <a:solidFill>
                    <a:prstClr val="white">
                      <a:lumMod val="95000"/>
                      <a:alpha val="0"/>
                    </a:prstClr>
                  </a:solidFill>
                  <a:effectLst/>
                  <a:uLnTx/>
                  <a:uFillTx/>
                  <a:latin typeface="Arial" panose="020B0604020202020204" pitchFamily="34" charset="0"/>
                  <a:ea typeface="+mn-ea"/>
                  <a:cs typeface="+mn-cs"/>
                </a:rPr>
                <a:t>Changer une image:</a:t>
              </a:r>
            </a:p>
            <a:p>
              <a:pPr marL="0" marR="0" lvl="0" indent="0" algn="l" defTabSz="914400" rtl="0" eaLnBrk="1" fontAlgn="auto" latinLnBrk="0" hangingPunct="1">
                <a:lnSpc>
                  <a:spcPct val="100000"/>
                </a:lnSpc>
                <a:spcBef>
                  <a:spcPts val="0"/>
                </a:spcBef>
                <a:spcAft>
                  <a:spcPts val="300"/>
                </a:spcAft>
                <a:buClr>
                  <a:srgbClr val="FF7649"/>
                </a:buClr>
                <a:buSzTx/>
                <a:buFontTx/>
                <a:buNone/>
                <a:tabLst/>
                <a:defRPr/>
              </a:pPr>
              <a:r>
                <a:rPr kumimoji="0" lang="fr-FR" sz="8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Method #02</a:t>
              </a:r>
            </a:p>
            <a:p>
              <a:pPr marL="171450" marR="0" lvl="0" indent="-171450" algn="l" defTabSz="914400" rtl="0" eaLnBrk="1" fontAlgn="auto" latinLnBrk="0" hangingPunct="1">
                <a:lnSpc>
                  <a:spcPct val="100000"/>
                </a:lnSpc>
                <a:spcBef>
                  <a:spcPts val="0"/>
                </a:spcBef>
                <a:spcAft>
                  <a:spcPts val="300"/>
                </a:spcAft>
                <a:buClr>
                  <a:prstClr val="white"/>
                </a:buClr>
                <a:buSzTx/>
                <a:buFont typeface="Arial" pitchFamily="34" charset="0"/>
                <a:buChar char="•"/>
                <a:tabLst/>
                <a:defRPr/>
              </a:pPr>
              <a:r>
                <a:rPr kumimoji="0" lang="en-US" sz="7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Delete existing image</a:t>
              </a:r>
            </a:p>
            <a:p>
              <a:pPr marL="171450" marR="0" lvl="0" indent="-171450" algn="l" defTabSz="914400" rtl="0" eaLnBrk="1" fontAlgn="auto" latinLnBrk="0" hangingPunct="1">
                <a:lnSpc>
                  <a:spcPct val="100000"/>
                </a:lnSpc>
                <a:spcBef>
                  <a:spcPts val="0"/>
                </a:spcBef>
                <a:spcAft>
                  <a:spcPts val="300"/>
                </a:spcAft>
                <a:buClr>
                  <a:prstClr val="white"/>
                </a:buClr>
                <a:buSzTx/>
                <a:buFont typeface="Arial" pitchFamily="34" charset="0"/>
                <a:buChar char="•"/>
                <a:tabLst/>
                <a:defRPr/>
              </a:pPr>
              <a:r>
                <a:rPr kumimoji="0" lang="en-US" sz="7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Click on the icon in the middle of the block </a:t>
              </a:r>
            </a:p>
            <a:p>
              <a:pPr marL="171450" marR="0" lvl="0" indent="-171450" algn="l" defTabSz="914400" rtl="0" eaLnBrk="1" fontAlgn="auto" latinLnBrk="0" hangingPunct="1">
                <a:lnSpc>
                  <a:spcPct val="100000"/>
                </a:lnSpc>
                <a:spcBef>
                  <a:spcPts val="0"/>
                </a:spcBef>
                <a:spcAft>
                  <a:spcPts val="300"/>
                </a:spcAft>
                <a:buClr>
                  <a:prstClr val="white"/>
                </a:buClr>
                <a:buSzTx/>
                <a:buFont typeface="Arial" pitchFamily="34" charset="0"/>
                <a:buChar char="•"/>
                <a:tabLst/>
                <a:defRPr/>
              </a:pPr>
              <a:r>
                <a:rPr kumimoji="0" lang="en-US" sz="7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Select the desired image on your computer</a:t>
              </a:r>
            </a:p>
          </p:txBody>
        </p:sp>
        <p:sp>
          <p:nvSpPr>
            <p:cNvPr id="11" name="Rectangle 10">
              <a:extLst>
                <a:ext uri="{FF2B5EF4-FFF2-40B4-BE49-F238E27FC236}">
                  <a16:creationId xmlns:a16="http://schemas.microsoft.com/office/drawing/2014/main" id="{97EFB335-E269-EF29-4FFA-C7C56834379A}"/>
                </a:ext>
              </a:extLst>
            </p:cNvPr>
            <p:cNvSpPr/>
            <p:nvPr/>
          </p:nvSpPr>
          <p:spPr>
            <a:xfrm>
              <a:off x="5903221" y="4813237"/>
              <a:ext cx="1843839" cy="3343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numCol="1" rtlCol="0" anchor="t">
              <a:spAutoFit/>
            </a:bodyPr>
            <a:lstStyle/>
            <a:p>
              <a:pPr marL="171450" marR="0" lvl="0" indent="-171450" algn="l" defTabSz="914400" rtl="0" eaLnBrk="1" fontAlgn="auto" latinLnBrk="0" hangingPunct="1">
                <a:lnSpc>
                  <a:spcPct val="100000"/>
                </a:lnSpc>
                <a:spcBef>
                  <a:spcPts val="0"/>
                </a:spcBef>
                <a:spcAft>
                  <a:spcPts val="300"/>
                </a:spcAft>
                <a:buClr>
                  <a:prstClr val="white"/>
                </a:buClr>
                <a:buSzTx/>
                <a:buFont typeface="Arial" pitchFamily="34" charset="0"/>
                <a:buChar char="•"/>
                <a:tabLst/>
                <a:defRPr/>
              </a:pPr>
              <a:r>
                <a:rPr kumimoji="0" lang="en-US" sz="7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Right-click on the image, then select "Background" if required</a:t>
              </a:r>
            </a:p>
          </p:txBody>
        </p:sp>
        <p:sp>
          <p:nvSpPr>
            <p:cNvPr id="12" name="Rectangle 11">
              <a:extLst>
                <a:ext uri="{FF2B5EF4-FFF2-40B4-BE49-F238E27FC236}">
                  <a16:creationId xmlns:a16="http://schemas.microsoft.com/office/drawing/2014/main" id="{C1F1A3AD-3E6B-6E01-8944-88711D903849}"/>
                </a:ext>
              </a:extLst>
            </p:cNvPr>
            <p:cNvSpPr/>
            <p:nvPr/>
          </p:nvSpPr>
          <p:spPr>
            <a:xfrm>
              <a:off x="5903221" y="5149532"/>
              <a:ext cx="1843841" cy="8036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numCol="1" rtlCol="0" anchor="t">
              <a:spAutoFit/>
            </a:bodyPr>
            <a:lstStyle/>
            <a:p>
              <a:pPr marL="171450" marR="0" lvl="0" indent="-171450" algn="l" defTabSz="914400" rtl="0" eaLnBrk="1" fontAlgn="auto" latinLnBrk="0" hangingPunct="1">
                <a:lnSpc>
                  <a:spcPct val="100000"/>
                </a:lnSpc>
                <a:spcBef>
                  <a:spcPts val="0"/>
                </a:spcBef>
                <a:spcAft>
                  <a:spcPts val="300"/>
                </a:spcAft>
                <a:buClr>
                  <a:prstClr val="white"/>
                </a:buClr>
                <a:buSzTx/>
                <a:buFont typeface="Arial" pitchFamily="34" charset="0"/>
                <a:buChar char="•"/>
                <a:tabLst/>
                <a:defRPr/>
              </a:pPr>
              <a:r>
                <a:rPr kumimoji="0" lang="en-US" sz="7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To crop the image, in "Image tools", click on the arrow below the tab </a:t>
              </a:r>
              <a:br>
                <a:rPr kumimoji="0" lang="en-US" sz="7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br>
              <a:r>
                <a:rPr kumimoji="0" lang="en-US" sz="7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and choose the desired option. </a:t>
              </a:r>
            </a:p>
            <a:p>
              <a:pPr marL="171450" marR="0" lvl="0" indent="-171450" algn="l" defTabSz="914400" rtl="0" eaLnBrk="1" fontAlgn="auto" latinLnBrk="0" hangingPunct="1">
                <a:lnSpc>
                  <a:spcPct val="100000"/>
                </a:lnSpc>
                <a:spcBef>
                  <a:spcPts val="0"/>
                </a:spcBef>
                <a:spcAft>
                  <a:spcPts val="300"/>
                </a:spcAft>
                <a:buClr>
                  <a:prstClr val="white"/>
                </a:buClr>
                <a:buSzTx/>
                <a:buFont typeface="Arial" pitchFamily="34" charset="0"/>
                <a:buChar char="•"/>
                <a:tabLst/>
                <a:defRPr/>
              </a:pPr>
              <a:r>
                <a:rPr kumimoji="0" lang="en-US" sz="7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Then adjust (move, enlarge or shrink) the image as required.</a:t>
              </a:r>
            </a:p>
          </p:txBody>
        </p:sp>
      </p:grpSp>
      <p:sp>
        <p:nvSpPr>
          <p:cNvPr id="13" name="Rectangle 12">
            <a:extLst>
              <a:ext uri="{FF2B5EF4-FFF2-40B4-BE49-F238E27FC236}">
                <a16:creationId xmlns:a16="http://schemas.microsoft.com/office/drawing/2014/main" id="{EBEC5782-C68B-2C1C-3BA7-8A2ED80E9B92}"/>
              </a:ext>
            </a:extLst>
          </p:cNvPr>
          <p:cNvSpPr/>
          <p:nvPr userDrawn="1"/>
        </p:nvSpPr>
        <p:spPr>
          <a:xfrm>
            <a:off x="8355468" y="3778141"/>
            <a:ext cx="1785617" cy="240411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rtlCol="0" anchor="t">
            <a:spAutoFit/>
          </a:bodyPr>
          <a:lstStyle/>
          <a:p>
            <a:pPr marL="0" marR="0" lvl="0" indent="0" algn="l" defTabSz="914400" rtl="0" eaLnBrk="1" fontAlgn="auto" latinLnBrk="0" hangingPunct="1">
              <a:lnSpc>
                <a:spcPct val="100000"/>
              </a:lnSpc>
              <a:spcBef>
                <a:spcPts val="0"/>
              </a:spcBef>
              <a:spcAft>
                <a:spcPts val="300"/>
              </a:spcAft>
              <a:buClr>
                <a:srgbClr val="FF7649"/>
              </a:buClr>
              <a:buSzTx/>
              <a:buFontTx/>
              <a:buNone/>
              <a:tabLst/>
              <a:defRPr/>
            </a:pPr>
            <a:r>
              <a:rPr kumimoji="0" lang="fr-FR" sz="1000" b="1" i="0" u="none" strike="noStrike" kern="0" cap="none" spc="0" normalizeH="0" baseline="0" noProof="0" dirty="0" err="1">
                <a:ln>
                  <a:noFill/>
                </a:ln>
                <a:solidFill>
                  <a:schemeClr val="bg1"/>
                </a:solidFill>
                <a:effectLst/>
                <a:uLnTx/>
                <a:uFillTx/>
                <a:latin typeface="Arial" panose="020B0604020202020204" pitchFamily="34" charset="0"/>
                <a:ea typeface="+mn-ea"/>
                <a:cs typeface="+mn-cs"/>
              </a:rPr>
              <a:t>Changing</a:t>
            </a:r>
            <a:r>
              <a:rPr kumimoji="0" lang="fr-FR" sz="1000" b="1" i="0" u="none" strike="noStrike" kern="0" cap="none" spc="0" normalizeH="0" baseline="0" noProof="0" dirty="0">
                <a:ln>
                  <a:noFill/>
                </a:ln>
                <a:solidFill>
                  <a:schemeClr val="bg1"/>
                </a:solidFill>
                <a:effectLst/>
                <a:uLnTx/>
                <a:uFillTx/>
                <a:latin typeface="Arial" panose="020B0604020202020204" pitchFamily="34" charset="0"/>
                <a:ea typeface="+mn-ea"/>
                <a:cs typeface="+mn-cs"/>
              </a:rPr>
              <a:t> the </a:t>
            </a:r>
            <a:r>
              <a:rPr kumimoji="0" lang="fr-FR" sz="1000" b="1" i="0" u="none" strike="noStrike" kern="0" cap="none" spc="0" normalizeH="0" baseline="0" noProof="0" dirty="0" err="1">
                <a:ln>
                  <a:noFill/>
                </a:ln>
                <a:solidFill>
                  <a:schemeClr val="bg1"/>
                </a:solidFill>
                <a:effectLst/>
                <a:uLnTx/>
                <a:uFillTx/>
                <a:latin typeface="Arial" panose="020B0604020202020204" pitchFamily="34" charset="0"/>
                <a:ea typeface="+mn-ea"/>
                <a:cs typeface="+mn-cs"/>
              </a:rPr>
              <a:t>footer</a:t>
            </a:r>
            <a:r>
              <a:rPr kumimoji="0" lang="fr-FR" sz="1000" b="1" i="0" u="none" strike="noStrike" kern="0" cap="none" spc="0" normalizeH="0" baseline="0" noProof="0" dirty="0">
                <a:ln>
                  <a:noFill/>
                </a:ln>
                <a:solidFill>
                  <a:schemeClr val="bg1"/>
                </a:solidFill>
                <a:effectLst/>
                <a:uLnTx/>
                <a:uFillTx/>
                <a:latin typeface="Arial" panose="020B0604020202020204" pitchFamily="34" charset="0"/>
                <a:ea typeface="+mn-ea"/>
                <a:cs typeface="+mn-cs"/>
              </a:rPr>
              <a:t> : </a:t>
            </a:r>
          </a:p>
          <a:p>
            <a:pPr marL="0" marR="0" lvl="0" indent="0" algn="l" defTabSz="914400" rtl="0" eaLnBrk="1" fontAlgn="auto" latinLnBrk="0" hangingPunct="1">
              <a:lnSpc>
                <a:spcPct val="100000"/>
              </a:lnSpc>
              <a:spcBef>
                <a:spcPts val="0"/>
              </a:spcBef>
              <a:spcAft>
                <a:spcPts val="300"/>
              </a:spcAft>
              <a:buClr>
                <a:srgbClr val="FF7649"/>
              </a:buClr>
              <a:buSzTx/>
              <a:buFontTx/>
              <a:buNone/>
              <a:tabLst/>
              <a:defRPr/>
            </a:pPr>
            <a:r>
              <a:rPr kumimoji="0" lang="fr-FR" sz="800" b="1" i="0" u="none" strike="noStrike" kern="1200" cap="none" spc="0" normalizeH="0" baseline="0" noProof="0" dirty="0">
                <a:ln>
                  <a:noFill/>
                </a:ln>
                <a:solidFill>
                  <a:prstClr val="white"/>
                </a:solidFill>
                <a:effectLst/>
                <a:uLnTx/>
                <a:uFillTx/>
                <a:latin typeface="Arial" pitchFamily="34" charset="0"/>
                <a:ea typeface="+mn-ea"/>
                <a:cs typeface="+mn-cs"/>
              </a:rPr>
              <a:t>The </a:t>
            </a:r>
            <a:r>
              <a:rPr kumimoji="0" lang="fr-FR" sz="800" b="1" i="0" u="none" strike="noStrike" kern="1200" cap="none" spc="0" normalizeH="0" baseline="0" noProof="0" dirty="0" err="1">
                <a:ln>
                  <a:noFill/>
                </a:ln>
                <a:solidFill>
                  <a:prstClr val="white"/>
                </a:solidFill>
                <a:effectLst/>
                <a:uLnTx/>
                <a:uFillTx/>
                <a:latin typeface="Arial" pitchFamily="34" charset="0"/>
                <a:ea typeface="+mn-ea"/>
                <a:cs typeface="+mn-cs"/>
              </a:rPr>
              <a:t>footer</a:t>
            </a:r>
            <a:endParaRPr kumimoji="0" lang="fr-FR" sz="800" b="1" i="0" u="none" strike="noStrike" kern="1200" cap="none" spc="0" normalizeH="0" baseline="0" noProof="0" dirty="0">
              <a:ln>
                <a:noFill/>
              </a:ln>
              <a:solidFill>
                <a:prstClr val="white"/>
              </a:solidFill>
              <a:effectLst/>
              <a:uLnTx/>
              <a:uFillTx/>
              <a:latin typeface="Arial" pitchFamily="34" charset="0"/>
              <a:ea typeface="+mn-ea"/>
              <a:cs typeface="+mn-cs"/>
            </a:endParaRPr>
          </a:p>
          <a:p>
            <a:pPr marL="171450" marR="0" lvl="0" indent="-171450" algn="l" defTabSz="914400" rtl="0" eaLnBrk="1" fontAlgn="auto" latinLnBrk="0" hangingPunct="1">
              <a:lnSpc>
                <a:spcPct val="100000"/>
              </a:lnSpc>
              <a:spcBef>
                <a:spcPts val="0"/>
              </a:spcBef>
              <a:spcAft>
                <a:spcPts val="300"/>
              </a:spcAft>
              <a:buClr>
                <a:prstClr val="white"/>
              </a:buClr>
              <a:buSzTx/>
              <a:buFont typeface="Arial" pitchFamily="34" charset="0"/>
              <a:buChar char="•"/>
              <a:tabLst/>
              <a:defRPr/>
            </a:pPr>
            <a:r>
              <a:rPr kumimoji="0" lang="en-US" sz="7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Click on "Insert "</a:t>
            </a:r>
          </a:p>
          <a:p>
            <a:pPr marL="171450" marR="0" lvl="0" indent="-171450" algn="l" defTabSz="914400" rtl="0" eaLnBrk="1" fontAlgn="auto" latinLnBrk="0" hangingPunct="1">
              <a:lnSpc>
                <a:spcPct val="100000"/>
              </a:lnSpc>
              <a:spcBef>
                <a:spcPts val="0"/>
              </a:spcBef>
              <a:spcAft>
                <a:spcPts val="300"/>
              </a:spcAft>
              <a:buClr>
                <a:prstClr val="white"/>
              </a:buClr>
              <a:buSzTx/>
              <a:buFont typeface="Arial" pitchFamily="34" charset="0"/>
              <a:buChar char="•"/>
              <a:tabLst/>
              <a:defRPr/>
            </a:pPr>
            <a:r>
              <a:rPr kumimoji="0" lang="en-US" sz="7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Click on "Header and footer".</a:t>
            </a:r>
          </a:p>
          <a:p>
            <a:pPr marL="171450" marR="0" lvl="0" indent="-171450" algn="l" defTabSz="914400" rtl="0" eaLnBrk="1" fontAlgn="auto" latinLnBrk="0" hangingPunct="1">
              <a:lnSpc>
                <a:spcPct val="100000"/>
              </a:lnSpc>
              <a:spcBef>
                <a:spcPts val="0"/>
              </a:spcBef>
              <a:spcAft>
                <a:spcPts val="300"/>
              </a:spcAft>
              <a:buClr>
                <a:prstClr val="white"/>
              </a:buClr>
              <a:buSzTx/>
              <a:buFont typeface="Arial" pitchFamily="34" charset="0"/>
              <a:buChar char="•"/>
              <a:tabLst/>
              <a:defRPr/>
            </a:pPr>
            <a:r>
              <a:rPr kumimoji="0" lang="en-US" sz="7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Enter the desired text in the "Footer" box</a:t>
            </a:r>
          </a:p>
          <a:p>
            <a:pPr marL="171450" marR="0" lvl="0" indent="-171450" algn="l" defTabSz="914400" rtl="0" eaLnBrk="1" fontAlgn="auto" latinLnBrk="0" hangingPunct="1">
              <a:lnSpc>
                <a:spcPct val="100000"/>
              </a:lnSpc>
              <a:spcBef>
                <a:spcPts val="0"/>
              </a:spcBef>
              <a:spcAft>
                <a:spcPts val="300"/>
              </a:spcAft>
              <a:buClr>
                <a:prstClr val="white"/>
              </a:buClr>
              <a:buSzTx/>
              <a:buFont typeface="Arial" pitchFamily="34" charset="0"/>
              <a:buChar char="•"/>
              <a:tabLst/>
              <a:defRPr/>
            </a:pPr>
            <a:r>
              <a:rPr kumimoji="0" lang="en-US" sz="7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Click on "Apply everywhere "</a:t>
            </a:r>
          </a:p>
          <a:p>
            <a:pPr marL="0" marR="0" lvl="0" indent="0" algn="l" defTabSz="914400" rtl="0" eaLnBrk="1" fontAlgn="auto" latinLnBrk="0" hangingPunct="1">
              <a:lnSpc>
                <a:spcPct val="100000"/>
              </a:lnSpc>
              <a:spcBef>
                <a:spcPts val="600"/>
              </a:spcBef>
              <a:spcAft>
                <a:spcPts val="300"/>
              </a:spcAft>
              <a:buClr>
                <a:srgbClr val="FF7649"/>
              </a:buClr>
              <a:buSzTx/>
              <a:buFontTx/>
              <a:buNone/>
              <a:tabLst/>
              <a:defRPr/>
            </a:pPr>
            <a:r>
              <a:rPr kumimoji="0" lang="fr-FR" sz="800" b="0" i="0" u="none" strike="noStrike" kern="1200" cap="none" spc="0" normalizeH="0" baseline="0" noProof="0" dirty="0">
                <a:ln>
                  <a:noFill/>
                </a:ln>
                <a:solidFill>
                  <a:prstClr val="white"/>
                </a:solidFill>
                <a:effectLst/>
                <a:uLnTx/>
                <a:uFillTx/>
                <a:latin typeface="Arial" pitchFamily="34" charset="0"/>
                <a:ea typeface="+mn-ea"/>
                <a:cs typeface="+mn-cs"/>
              </a:rPr>
              <a:t>Pagination</a:t>
            </a:r>
          </a:p>
          <a:p>
            <a:pPr marL="171450" marR="0" lvl="0" indent="-171450" algn="l" defTabSz="914400" rtl="0" eaLnBrk="1" fontAlgn="auto" latinLnBrk="0" hangingPunct="1">
              <a:lnSpc>
                <a:spcPct val="100000"/>
              </a:lnSpc>
              <a:spcBef>
                <a:spcPts val="0"/>
              </a:spcBef>
              <a:spcAft>
                <a:spcPts val="300"/>
              </a:spcAft>
              <a:buClr>
                <a:prstClr val="white"/>
              </a:buClr>
              <a:buSzTx/>
              <a:buFont typeface="Arial" pitchFamily="34" charset="0"/>
              <a:buChar char="•"/>
              <a:tabLst/>
              <a:defRPr/>
            </a:pPr>
            <a:r>
              <a:rPr kumimoji="0" lang="en-US" sz="7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Select "Slide number”</a:t>
            </a:r>
          </a:p>
          <a:p>
            <a:pPr marL="171450" marR="0" lvl="0" indent="-171450" algn="l" defTabSz="914400" rtl="0" eaLnBrk="1" fontAlgn="auto" latinLnBrk="0" hangingPunct="1">
              <a:lnSpc>
                <a:spcPct val="100000"/>
              </a:lnSpc>
              <a:spcBef>
                <a:spcPts val="0"/>
              </a:spcBef>
              <a:spcAft>
                <a:spcPts val="300"/>
              </a:spcAft>
              <a:buClr>
                <a:prstClr val="white"/>
              </a:buClr>
              <a:buSzTx/>
              <a:buFont typeface="Arial" pitchFamily="34" charset="0"/>
              <a:buChar char="•"/>
              <a:tabLst/>
              <a:defRPr/>
            </a:pPr>
            <a:r>
              <a:rPr kumimoji="0" lang="en-US" sz="7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Click on "Apply everywhere”</a:t>
            </a:r>
            <a:endParaRPr kumimoji="0" lang="fr-FR" sz="700" b="1"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a:p>
            <a:pPr marL="0" marR="0" lvl="0" indent="0" algn="l" defTabSz="914400" rtl="0" eaLnBrk="1" fontAlgn="auto" latinLnBrk="0" hangingPunct="1">
              <a:lnSpc>
                <a:spcPct val="100000"/>
              </a:lnSpc>
              <a:spcBef>
                <a:spcPts val="600"/>
              </a:spcBef>
              <a:spcAft>
                <a:spcPts val="300"/>
              </a:spcAft>
              <a:buClr>
                <a:srgbClr val="FF7649"/>
              </a:buClr>
              <a:buSzTx/>
              <a:buFontTx/>
              <a:buNone/>
              <a:tabLst/>
              <a:defRPr/>
            </a:pPr>
            <a:r>
              <a:rPr kumimoji="0" lang="fr-FR" sz="8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Date</a:t>
            </a:r>
          </a:p>
          <a:p>
            <a:pPr marL="171450" marR="0" lvl="0" indent="-171450" algn="l" defTabSz="914400" rtl="0" eaLnBrk="1" fontAlgn="auto" latinLnBrk="0" hangingPunct="1">
              <a:lnSpc>
                <a:spcPct val="100000"/>
              </a:lnSpc>
              <a:spcBef>
                <a:spcPts val="0"/>
              </a:spcBef>
              <a:spcAft>
                <a:spcPts val="300"/>
              </a:spcAft>
              <a:buClr>
                <a:prstClr val="white"/>
              </a:buClr>
              <a:buSzTx/>
              <a:buFont typeface="Arial" pitchFamily="34" charset="0"/>
              <a:buChar char="•"/>
              <a:tabLst/>
              <a:defRPr/>
            </a:pPr>
            <a:r>
              <a:rPr kumimoji="0" lang="en-US" sz="7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Select "Date and Time", </a:t>
            </a:r>
            <a:br>
              <a:rPr kumimoji="0" lang="en-US" sz="7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br>
            <a:r>
              <a:rPr kumimoji="0" lang="en-US" sz="7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then "Automatic Update" </a:t>
            </a:r>
            <a:br>
              <a:rPr kumimoji="0" lang="en-US" sz="7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br>
            <a:r>
              <a:rPr kumimoji="0" lang="en-US" sz="7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and the desired format. </a:t>
            </a:r>
          </a:p>
          <a:p>
            <a:pPr marL="171450" marR="0" lvl="0" indent="-171450" algn="l" defTabSz="914400" rtl="0" eaLnBrk="1" fontAlgn="auto" latinLnBrk="0" hangingPunct="1">
              <a:lnSpc>
                <a:spcPct val="100000"/>
              </a:lnSpc>
              <a:spcBef>
                <a:spcPts val="0"/>
              </a:spcBef>
              <a:spcAft>
                <a:spcPts val="300"/>
              </a:spcAft>
              <a:buClr>
                <a:prstClr val="white"/>
              </a:buClr>
              <a:buSzTx/>
              <a:buFont typeface="Arial" pitchFamily="34" charset="0"/>
              <a:buChar char="•"/>
              <a:tabLst/>
              <a:defRPr/>
            </a:pPr>
            <a:r>
              <a:rPr kumimoji="0" lang="en-US" sz="7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Click on "Apply everywhere "</a:t>
            </a:r>
          </a:p>
        </p:txBody>
      </p:sp>
      <p:grpSp>
        <p:nvGrpSpPr>
          <p:cNvPr id="14" name="Groupe 13">
            <a:extLst>
              <a:ext uri="{FF2B5EF4-FFF2-40B4-BE49-F238E27FC236}">
                <a16:creationId xmlns:a16="http://schemas.microsoft.com/office/drawing/2014/main" id="{4B5D4233-53F0-E32F-A98E-DE6F385C1130}"/>
              </a:ext>
            </a:extLst>
          </p:cNvPr>
          <p:cNvGrpSpPr/>
          <p:nvPr userDrawn="1"/>
        </p:nvGrpSpPr>
        <p:grpSpPr>
          <a:xfrm>
            <a:off x="5628058" y="629582"/>
            <a:ext cx="1994654" cy="2335633"/>
            <a:chOff x="6287366" y="828713"/>
            <a:chExt cx="1994654" cy="2335633"/>
          </a:xfrm>
        </p:grpSpPr>
        <p:sp>
          <p:nvSpPr>
            <p:cNvPr id="15" name="Rectangle 14">
              <a:extLst>
                <a:ext uri="{FF2B5EF4-FFF2-40B4-BE49-F238E27FC236}">
                  <a16:creationId xmlns:a16="http://schemas.microsoft.com/office/drawing/2014/main" id="{301E74F0-9D8C-2D19-BBF0-053DCA86A035}"/>
                </a:ext>
              </a:extLst>
            </p:cNvPr>
            <p:cNvSpPr/>
            <p:nvPr/>
          </p:nvSpPr>
          <p:spPr>
            <a:xfrm>
              <a:off x="6287366" y="828713"/>
              <a:ext cx="1785617" cy="7805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rtlCol="0" anchor="t">
              <a:spAutoFit/>
            </a:bodyPr>
            <a:lstStyle/>
            <a:p>
              <a:pPr marL="0" marR="0" lvl="0" indent="0" algn="l" defTabSz="914400" rtl="0" eaLnBrk="1" fontAlgn="auto" latinLnBrk="0" hangingPunct="1">
                <a:lnSpc>
                  <a:spcPct val="100000"/>
                </a:lnSpc>
                <a:spcBef>
                  <a:spcPts val="0"/>
                </a:spcBef>
                <a:spcAft>
                  <a:spcPts val="300"/>
                </a:spcAft>
                <a:buClr>
                  <a:srgbClr val="FF7649"/>
                </a:buClr>
                <a:buSzTx/>
                <a:buFontTx/>
                <a:buNone/>
                <a:tabLst/>
                <a:defRPr/>
              </a:pPr>
              <a:r>
                <a:rPr kumimoji="0" lang="fr-FR" sz="1000" b="1" i="0" u="none" strike="noStrike" kern="0" cap="none" spc="0" normalizeH="0" baseline="0" noProof="0" dirty="0">
                  <a:ln>
                    <a:noFill/>
                  </a:ln>
                  <a:solidFill>
                    <a:schemeClr val="bg1"/>
                  </a:solidFill>
                  <a:effectLst/>
                  <a:uLnTx/>
                  <a:uFillTx/>
                  <a:latin typeface="Arial" panose="020B0604020202020204" pitchFamily="34" charset="0"/>
                  <a:ea typeface="+mn-ea"/>
                  <a:cs typeface="+mn-cs"/>
                </a:rPr>
                <a:t>Insert a new slide:</a:t>
              </a:r>
            </a:p>
            <a:p>
              <a:pPr marL="171450" marR="0" lvl="0" indent="-171450" algn="l" defTabSz="914400" rtl="0" eaLnBrk="1" fontAlgn="auto" latinLnBrk="0" hangingPunct="1">
                <a:lnSpc>
                  <a:spcPct val="100000"/>
                </a:lnSpc>
                <a:spcBef>
                  <a:spcPts val="0"/>
                </a:spcBef>
                <a:spcAft>
                  <a:spcPts val="300"/>
                </a:spcAft>
                <a:buClr>
                  <a:prstClr val="white"/>
                </a:buClr>
                <a:buSzTx/>
                <a:buFont typeface="Arial" pitchFamily="34" charset="0"/>
                <a:buChar char="•"/>
                <a:tabLst/>
                <a:defRPr/>
              </a:pPr>
              <a:r>
                <a:rPr kumimoji="0" lang="en-US" sz="7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Click on "Home", "New slide".</a:t>
              </a:r>
            </a:p>
            <a:p>
              <a:pPr marL="171450" marR="0" lvl="0" indent="-171450" algn="l" defTabSz="914400" rtl="0" eaLnBrk="1" fontAlgn="auto" latinLnBrk="0" hangingPunct="1">
                <a:lnSpc>
                  <a:spcPct val="100000"/>
                </a:lnSpc>
                <a:spcBef>
                  <a:spcPts val="0"/>
                </a:spcBef>
                <a:spcAft>
                  <a:spcPts val="300"/>
                </a:spcAft>
                <a:buClr>
                  <a:prstClr val="white"/>
                </a:buClr>
                <a:buSzTx/>
                <a:buFont typeface="Arial" pitchFamily="34" charset="0"/>
                <a:buChar char="•"/>
                <a:tabLst/>
                <a:defRPr/>
              </a:pPr>
              <a:r>
                <a:rPr kumimoji="0" lang="en-US" sz="7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Click on the arrow below "New slide" and select the desired template</a:t>
              </a:r>
            </a:p>
          </p:txBody>
        </p:sp>
        <p:sp>
          <p:nvSpPr>
            <p:cNvPr id="16" name="Rectangle 15">
              <a:extLst>
                <a:ext uri="{FF2B5EF4-FFF2-40B4-BE49-F238E27FC236}">
                  <a16:creationId xmlns:a16="http://schemas.microsoft.com/office/drawing/2014/main" id="{D4AE061E-A026-903D-AAF1-D2490366FC5A}"/>
                </a:ext>
              </a:extLst>
            </p:cNvPr>
            <p:cNvSpPr/>
            <p:nvPr/>
          </p:nvSpPr>
          <p:spPr>
            <a:xfrm>
              <a:off x="6287366" y="1548985"/>
              <a:ext cx="1785617" cy="71903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rtlCol="0" anchor="t">
              <a:spAutoFit/>
            </a:bodyPr>
            <a:lstStyle/>
            <a:p>
              <a:pPr marL="0" marR="0" lvl="0" indent="0" algn="l" defTabSz="914400" rtl="0" eaLnBrk="1" fontAlgn="auto" latinLnBrk="0" hangingPunct="1">
                <a:lnSpc>
                  <a:spcPct val="100000"/>
                </a:lnSpc>
                <a:spcBef>
                  <a:spcPts val="0"/>
                </a:spcBef>
                <a:spcAft>
                  <a:spcPts val="300"/>
                </a:spcAft>
                <a:buClr>
                  <a:srgbClr val="FF7649"/>
                </a:buClr>
                <a:buSzTx/>
                <a:buFontTx/>
                <a:buNone/>
                <a:tabLst/>
                <a:defRPr/>
              </a:pPr>
              <a:r>
                <a:rPr kumimoji="0" lang="fr-FR" sz="1000" b="1" i="0" u="none" strike="noStrike" kern="0" cap="none" spc="0" normalizeH="0" baseline="0" noProof="0" dirty="0">
                  <a:ln>
                    <a:noFill/>
                  </a:ln>
                  <a:solidFill>
                    <a:schemeClr val="bg1"/>
                  </a:solidFill>
                  <a:effectLst/>
                  <a:uLnTx/>
                  <a:uFillTx/>
                  <a:latin typeface="Arial" panose="020B0604020202020204" pitchFamily="34" charset="0"/>
                  <a:ea typeface="+mn-ea"/>
                  <a:cs typeface="+mn-cs"/>
                </a:rPr>
                <a:t>Modifying an </a:t>
              </a:r>
              <a:r>
                <a:rPr kumimoji="0" lang="fr-FR" sz="1000" b="1" i="0" u="none" strike="noStrike" kern="0" cap="none" spc="0" normalizeH="0" baseline="0" noProof="0" dirty="0" err="1">
                  <a:ln>
                    <a:noFill/>
                  </a:ln>
                  <a:solidFill>
                    <a:schemeClr val="bg1"/>
                  </a:solidFill>
                  <a:effectLst/>
                  <a:uLnTx/>
                  <a:uFillTx/>
                  <a:latin typeface="Arial" panose="020B0604020202020204" pitchFamily="34" charset="0"/>
                  <a:ea typeface="+mn-ea"/>
                  <a:cs typeface="+mn-cs"/>
                </a:rPr>
                <a:t>existing</a:t>
              </a:r>
              <a:r>
                <a:rPr kumimoji="0" lang="fr-FR" sz="1000" b="1" i="0" u="none" strike="noStrike" kern="0" cap="none" spc="0" normalizeH="0" baseline="0" noProof="0" dirty="0">
                  <a:ln>
                    <a:noFill/>
                  </a:ln>
                  <a:solidFill>
                    <a:schemeClr val="bg1"/>
                  </a:solidFill>
                  <a:effectLst/>
                  <a:uLnTx/>
                  <a:uFillTx/>
                  <a:latin typeface="Arial" panose="020B0604020202020204" pitchFamily="34" charset="0"/>
                  <a:ea typeface="+mn-ea"/>
                  <a:cs typeface="+mn-cs"/>
                </a:rPr>
                <a:t> model: </a:t>
              </a:r>
            </a:p>
            <a:p>
              <a:pPr marL="171450" marR="0" lvl="0" indent="-171450" algn="l" defTabSz="914400" rtl="0" eaLnBrk="1" fontAlgn="auto" latinLnBrk="0" hangingPunct="1">
                <a:lnSpc>
                  <a:spcPct val="100000"/>
                </a:lnSpc>
                <a:spcBef>
                  <a:spcPts val="0"/>
                </a:spcBef>
                <a:spcAft>
                  <a:spcPts val="300"/>
                </a:spcAft>
                <a:buClr>
                  <a:prstClr val="white"/>
                </a:buClr>
                <a:buSzTx/>
                <a:buFont typeface="Arial" pitchFamily="34" charset="0"/>
                <a:buChar char="•"/>
                <a:tabLst/>
                <a:defRPr/>
              </a:pPr>
              <a:r>
                <a:rPr kumimoji="0" lang="en-US" sz="7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Click on "Home", "Layout" </a:t>
              </a:r>
            </a:p>
            <a:p>
              <a:pPr marL="171450" marR="0" lvl="0" indent="-171450" algn="l" defTabSz="914400" rtl="0" eaLnBrk="1" fontAlgn="auto" latinLnBrk="0" hangingPunct="1">
                <a:lnSpc>
                  <a:spcPct val="100000"/>
                </a:lnSpc>
                <a:spcBef>
                  <a:spcPts val="0"/>
                </a:spcBef>
                <a:spcAft>
                  <a:spcPts val="300"/>
                </a:spcAft>
                <a:buClr>
                  <a:prstClr val="white"/>
                </a:buClr>
                <a:buSzTx/>
                <a:buFont typeface="Arial" pitchFamily="34" charset="0"/>
                <a:buChar char="•"/>
                <a:tabLst/>
                <a:defRPr/>
              </a:pPr>
              <a:r>
                <a:rPr kumimoji="0" lang="en-US" sz="7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Select the desired model</a:t>
              </a:r>
            </a:p>
          </p:txBody>
        </p:sp>
        <p:sp>
          <p:nvSpPr>
            <p:cNvPr id="17" name="Rectangle 16">
              <a:extLst>
                <a:ext uri="{FF2B5EF4-FFF2-40B4-BE49-F238E27FC236}">
                  <a16:creationId xmlns:a16="http://schemas.microsoft.com/office/drawing/2014/main" id="{01816DFE-D810-9DAA-DE28-E7724925D70D}"/>
                </a:ext>
              </a:extLst>
            </p:cNvPr>
            <p:cNvSpPr/>
            <p:nvPr userDrawn="1"/>
          </p:nvSpPr>
          <p:spPr>
            <a:xfrm>
              <a:off x="6287366" y="2276035"/>
              <a:ext cx="1994654" cy="88831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rtlCol="0" anchor="t">
              <a:spAutoFit/>
            </a:bodyPr>
            <a:lstStyle/>
            <a:p>
              <a:pPr marL="0" marR="0" lvl="0" indent="0" algn="l" defTabSz="914400" rtl="0" eaLnBrk="1" fontAlgn="auto" latinLnBrk="0" hangingPunct="1">
                <a:lnSpc>
                  <a:spcPct val="100000"/>
                </a:lnSpc>
                <a:spcBef>
                  <a:spcPts val="0"/>
                </a:spcBef>
                <a:spcAft>
                  <a:spcPts val="300"/>
                </a:spcAft>
                <a:buClr>
                  <a:srgbClr val="FF7649"/>
                </a:buClr>
                <a:buSzTx/>
                <a:buFontTx/>
                <a:buNone/>
                <a:tabLst/>
                <a:defRPr/>
              </a:pPr>
              <a:r>
                <a:rPr kumimoji="0" lang="en-US" sz="1000" b="1" i="0" u="none" strike="noStrike" kern="0" cap="none" spc="0" normalizeH="0" baseline="0" noProof="0" dirty="0">
                  <a:ln>
                    <a:noFill/>
                  </a:ln>
                  <a:solidFill>
                    <a:schemeClr val="bg1"/>
                  </a:solidFill>
                  <a:effectLst/>
                  <a:uLnTx/>
                  <a:uFillTx/>
                  <a:latin typeface="Arial" panose="020B0604020202020204" pitchFamily="34" charset="0"/>
                  <a:ea typeface="+mn-ea"/>
                  <a:cs typeface="+mn-cs"/>
                </a:rPr>
                <a:t>Changing the color of an icon</a:t>
              </a:r>
            </a:p>
            <a:p>
              <a:pPr marL="171450" marR="0" lvl="0" indent="-171450" algn="l" defTabSz="914400" rtl="0" eaLnBrk="1" fontAlgn="auto" latinLnBrk="0" hangingPunct="1">
                <a:lnSpc>
                  <a:spcPct val="100000"/>
                </a:lnSpc>
                <a:spcBef>
                  <a:spcPts val="0"/>
                </a:spcBef>
                <a:spcAft>
                  <a:spcPts val="300"/>
                </a:spcAft>
                <a:buClr>
                  <a:prstClr val="white"/>
                </a:buClr>
                <a:buSzTx/>
                <a:buFont typeface="Arial" pitchFamily="34" charset="0"/>
                <a:buChar char="•"/>
                <a:tabLst/>
                <a:defRPr/>
              </a:pPr>
              <a:r>
                <a:rPr kumimoji="0" lang="en-US" sz="7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Click on the icon.</a:t>
              </a:r>
            </a:p>
            <a:p>
              <a:pPr marL="171450" marR="0" lvl="0" indent="-171450" algn="l" defTabSz="914400" rtl="0" eaLnBrk="1" fontAlgn="auto" latinLnBrk="0" hangingPunct="1">
                <a:lnSpc>
                  <a:spcPct val="100000"/>
                </a:lnSpc>
                <a:spcBef>
                  <a:spcPts val="0"/>
                </a:spcBef>
                <a:spcAft>
                  <a:spcPts val="300"/>
                </a:spcAft>
                <a:buClr>
                  <a:prstClr val="white"/>
                </a:buClr>
                <a:buSzTx/>
                <a:buFont typeface="Arial" pitchFamily="34" charset="0"/>
                <a:buChar char="•"/>
                <a:tabLst/>
                <a:defRPr/>
              </a:pPr>
              <a:r>
                <a:rPr kumimoji="0" lang="en-US" sz="7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In the “Format Shape” menu, choose the colors and change either the outline or the fill, depending on the desired result.</a:t>
              </a:r>
            </a:p>
          </p:txBody>
        </p:sp>
      </p:grpSp>
      <p:grpSp>
        <p:nvGrpSpPr>
          <p:cNvPr id="18" name="Groupe 17">
            <a:extLst>
              <a:ext uri="{FF2B5EF4-FFF2-40B4-BE49-F238E27FC236}">
                <a16:creationId xmlns:a16="http://schemas.microsoft.com/office/drawing/2014/main" id="{F64516DC-3F9F-F286-A759-9E793AF2F11F}"/>
              </a:ext>
            </a:extLst>
          </p:cNvPr>
          <p:cNvGrpSpPr/>
          <p:nvPr userDrawn="1"/>
        </p:nvGrpSpPr>
        <p:grpSpPr>
          <a:xfrm>
            <a:off x="8055778" y="629582"/>
            <a:ext cx="1785617" cy="924385"/>
            <a:chOff x="8371272" y="523414"/>
            <a:chExt cx="1785617" cy="924385"/>
          </a:xfrm>
        </p:grpSpPr>
        <p:sp>
          <p:nvSpPr>
            <p:cNvPr id="19" name="Rectangle 18">
              <a:extLst>
                <a:ext uri="{FF2B5EF4-FFF2-40B4-BE49-F238E27FC236}">
                  <a16:creationId xmlns:a16="http://schemas.microsoft.com/office/drawing/2014/main" id="{B16C0DA1-1FC5-6041-0894-9ADD47C96BB7}"/>
                </a:ext>
              </a:extLst>
            </p:cNvPr>
            <p:cNvSpPr/>
            <p:nvPr/>
          </p:nvSpPr>
          <p:spPr>
            <a:xfrm>
              <a:off x="8371272" y="523414"/>
              <a:ext cx="1785617" cy="7882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rtlCol="0" anchor="t">
              <a:spAutoFit/>
            </a:bodyPr>
            <a:lstStyle/>
            <a:p>
              <a:pPr marL="0" marR="0" lvl="0" indent="0" algn="l" defTabSz="914400" rtl="0" eaLnBrk="1" fontAlgn="auto" latinLnBrk="0" hangingPunct="1">
                <a:lnSpc>
                  <a:spcPct val="100000"/>
                </a:lnSpc>
                <a:spcBef>
                  <a:spcPts val="0"/>
                </a:spcBef>
                <a:spcAft>
                  <a:spcPts val="300"/>
                </a:spcAft>
                <a:buClr>
                  <a:srgbClr val="FF7649"/>
                </a:buClr>
                <a:buSzTx/>
                <a:buFontTx/>
                <a:buNone/>
                <a:tabLst/>
                <a:defRPr/>
              </a:pPr>
              <a:r>
                <a:rPr kumimoji="0" lang="fr-FR" sz="1000" b="1" i="0" u="none" strike="noStrike" kern="0" cap="none" spc="0" normalizeH="0" baseline="0" noProof="0" dirty="0" err="1">
                  <a:ln>
                    <a:noFill/>
                  </a:ln>
                  <a:solidFill>
                    <a:schemeClr val="bg1"/>
                  </a:solidFill>
                  <a:effectLst/>
                  <a:uLnTx/>
                  <a:uFillTx/>
                  <a:latin typeface="Arial" panose="020B0604020202020204" pitchFamily="34" charset="0"/>
                  <a:ea typeface="+mn-ea"/>
                  <a:cs typeface="+mn-cs"/>
                </a:rPr>
                <a:t>Switching</a:t>
              </a:r>
              <a:r>
                <a:rPr kumimoji="0" lang="fr-FR" sz="1000" b="1" i="0" u="none" strike="noStrike" kern="0" cap="none" spc="0" normalizeH="0" baseline="0" noProof="0" dirty="0">
                  <a:ln>
                    <a:noFill/>
                  </a:ln>
                  <a:solidFill>
                    <a:schemeClr val="bg1"/>
                  </a:solidFill>
                  <a:effectLst/>
                  <a:uLnTx/>
                  <a:uFillTx/>
                  <a:latin typeface="Arial" panose="020B0604020202020204" pitchFamily="34" charset="0"/>
                  <a:ea typeface="+mn-ea"/>
                  <a:cs typeface="+mn-cs"/>
                </a:rPr>
                <a:t> </a:t>
              </a:r>
              <a:r>
                <a:rPr kumimoji="0" lang="fr-FR" sz="1000" b="1" i="0" u="none" strike="noStrike" kern="0" cap="none" spc="0" normalizeH="0" baseline="0" noProof="0" dirty="0" err="1">
                  <a:ln>
                    <a:noFill/>
                  </a:ln>
                  <a:solidFill>
                    <a:schemeClr val="bg1"/>
                  </a:solidFill>
                  <a:effectLst/>
                  <a:uLnTx/>
                  <a:uFillTx/>
                  <a:latin typeface="Arial" panose="020B0604020202020204" pitchFamily="34" charset="0"/>
                  <a:ea typeface="+mn-ea"/>
                  <a:cs typeface="+mn-cs"/>
                </a:rPr>
                <a:t>between</a:t>
              </a:r>
              <a:r>
                <a:rPr kumimoji="0" lang="fr-FR" sz="1000" b="1" i="0" u="none" strike="noStrike" kern="0" cap="none" spc="0" normalizeH="0" baseline="0" noProof="0" dirty="0">
                  <a:ln>
                    <a:noFill/>
                  </a:ln>
                  <a:solidFill>
                    <a:schemeClr val="bg1"/>
                  </a:solidFill>
                  <a:effectLst/>
                  <a:uLnTx/>
                  <a:uFillTx/>
                  <a:latin typeface="Arial" panose="020B0604020202020204" pitchFamily="34" charset="0"/>
                  <a:ea typeface="+mn-ea"/>
                  <a:cs typeface="+mn-cs"/>
                </a:rPr>
                <a:t> </a:t>
              </a:r>
              <a:r>
                <a:rPr kumimoji="0" lang="fr-FR" sz="1000" b="1" i="0" u="none" strike="noStrike" kern="0" cap="none" spc="0" normalizeH="0" baseline="0" noProof="0" dirty="0" err="1">
                  <a:ln>
                    <a:noFill/>
                  </a:ln>
                  <a:solidFill>
                    <a:schemeClr val="bg1"/>
                  </a:solidFill>
                  <a:effectLst/>
                  <a:uLnTx/>
                  <a:uFillTx/>
                  <a:latin typeface="Arial" panose="020B0604020202020204" pitchFamily="34" charset="0"/>
                  <a:ea typeface="+mn-ea"/>
                  <a:cs typeface="+mn-cs"/>
                </a:rPr>
                <a:t>text</a:t>
              </a:r>
              <a:r>
                <a:rPr kumimoji="0" lang="fr-FR" sz="1000" b="1" i="0" u="none" strike="noStrike" kern="0" cap="none" spc="0" normalizeH="0" baseline="0" noProof="0" dirty="0">
                  <a:ln>
                    <a:noFill/>
                  </a:ln>
                  <a:solidFill>
                    <a:schemeClr val="bg1"/>
                  </a:solidFill>
                  <a:effectLst/>
                  <a:uLnTx/>
                  <a:uFillTx/>
                  <a:latin typeface="Arial" panose="020B0604020202020204" pitchFamily="34" charset="0"/>
                  <a:ea typeface="+mn-ea"/>
                  <a:cs typeface="+mn-cs"/>
                </a:rPr>
                <a:t> </a:t>
              </a:r>
              <a:r>
                <a:rPr kumimoji="0" lang="fr-FR" sz="1000" b="1" i="0" u="none" strike="noStrike" kern="0" cap="none" spc="0" normalizeH="0" baseline="0" noProof="0" dirty="0" err="1">
                  <a:ln>
                    <a:noFill/>
                  </a:ln>
                  <a:solidFill>
                    <a:schemeClr val="bg1"/>
                  </a:solidFill>
                  <a:effectLst/>
                  <a:uLnTx/>
                  <a:uFillTx/>
                  <a:latin typeface="Arial" panose="020B0604020202020204" pitchFamily="34" charset="0"/>
                  <a:ea typeface="+mn-ea"/>
                  <a:cs typeface="+mn-cs"/>
                </a:rPr>
                <a:t>levels</a:t>
              </a:r>
              <a:r>
                <a:rPr kumimoji="0" lang="fr-FR" sz="1000" b="1" i="0" u="none" strike="noStrike" kern="0" cap="none" spc="0" normalizeH="0" baseline="0" noProof="0" dirty="0">
                  <a:ln>
                    <a:noFill/>
                  </a:ln>
                  <a:solidFill>
                    <a:schemeClr val="bg1"/>
                  </a:solidFill>
                  <a:effectLst/>
                  <a:uLnTx/>
                  <a:uFillTx/>
                  <a:latin typeface="Arial" panose="020B0604020202020204" pitchFamily="34" charset="0"/>
                  <a:ea typeface="+mn-ea"/>
                  <a:cs typeface="+mn-cs"/>
                </a:rPr>
                <a:t>:</a:t>
              </a:r>
            </a:p>
            <a:p>
              <a:pPr marL="171450" marR="0" lvl="0" indent="-171450" algn="l" defTabSz="914400" rtl="0" eaLnBrk="1" fontAlgn="auto" latinLnBrk="0" hangingPunct="1">
                <a:lnSpc>
                  <a:spcPct val="100000"/>
                </a:lnSpc>
                <a:spcBef>
                  <a:spcPts val="0"/>
                </a:spcBef>
                <a:spcAft>
                  <a:spcPts val="300"/>
                </a:spcAft>
                <a:buClr>
                  <a:prstClr val="white"/>
                </a:buClr>
                <a:buSzTx/>
                <a:buFont typeface="Arial" pitchFamily="34" charset="0"/>
                <a:buChar char="•"/>
                <a:tabLst/>
                <a:defRPr/>
              </a:pPr>
              <a:r>
                <a:rPr kumimoji="0" lang="en-US" sz="7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Select the desired line and tab forward (Tab) or backward </a:t>
              </a:r>
              <a:br>
                <a:rPr kumimoji="0" lang="en-US" sz="7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br>
              <a:r>
                <a:rPr kumimoji="0" lang="en-US" sz="7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(Shift + Tab)</a:t>
              </a:r>
            </a:p>
          </p:txBody>
        </p:sp>
        <p:pic>
          <p:nvPicPr>
            <p:cNvPr id="20" name="Image 19">
              <a:extLst>
                <a:ext uri="{FF2B5EF4-FFF2-40B4-BE49-F238E27FC236}">
                  <a16:creationId xmlns:a16="http://schemas.microsoft.com/office/drawing/2014/main" id="{8A398C42-10AC-D967-7E7D-7AA9757E22DD}"/>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l="-1" t="11299" r="5299" b="11538"/>
            <a:stretch/>
          </p:blipFill>
          <p:spPr>
            <a:xfrm>
              <a:off x="8821767" y="1276300"/>
              <a:ext cx="372382" cy="171499"/>
            </a:xfrm>
            <a:prstGeom prst="rect">
              <a:avLst/>
            </a:prstGeom>
          </p:spPr>
        </p:pic>
      </p:grpSp>
      <p:grpSp>
        <p:nvGrpSpPr>
          <p:cNvPr id="21" name="Groupe 20">
            <a:extLst>
              <a:ext uri="{FF2B5EF4-FFF2-40B4-BE49-F238E27FC236}">
                <a16:creationId xmlns:a16="http://schemas.microsoft.com/office/drawing/2014/main" id="{AB697241-54D8-B34F-14DC-52F25335EFC6}"/>
              </a:ext>
            </a:extLst>
          </p:cNvPr>
          <p:cNvGrpSpPr/>
          <p:nvPr userDrawn="1"/>
        </p:nvGrpSpPr>
        <p:grpSpPr>
          <a:xfrm>
            <a:off x="9974036" y="629582"/>
            <a:ext cx="1549628" cy="2127112"/>
            <a:chOff x="9974036" y="828713"/>
            <a:chExt cx="1549628" cy="2127112"/>
          </a:xfrm>
        </p:grpSpPr>
        <p:sp>
          <p:nvSpPr>
            <p:cNvPr id="22" name="Rectangle 21">
              <a:extLst>
                <a:ext uri="{FF2B5EF4-FFF2-40B4-BE49-F238E27FC236}">
                  <a16:creationId xmlns:a16="http://schemas.microsoft.com/office/drawing/2014/main" id="{E02E9799-68EE-8C19-A6F8-0CDE6D264E50}"/>
                </a:ext>
              </a:extLst>
            </p:cNvPr>
            <p:cNvSpPr/>
            <p:nvPr/>
          </p:nvSpPr>
          <p:spPr>
            <a:xfrm>
              <a:off x="9974036" y="828713"/>
              <a:ext cx="1549628" cy="21271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rtlCol="0" anchor="t">
              <a:spAutoFit/>
            </a:bodyPr>
            <a:lstStyle/>
            <a:p>
              <a:pPr marL="0" marR="0" lvl="0" indent="0" algn="l" defTabSz="914400" rtl="0" eaLnBrk="1" fontAlgn="auto" latinLnBrk="0" hangingPunct="1">
                <a:lnSpc>
                  <a:spcPct val="100000"/>
                </a:lnSpc>
                <a:spcBef>
                  <a:spcPts val="0"/>
                </a:spcBef>
                <a:spcAft>
                  <a:spcPts val="300"/>
                </a:spcAft>
                <a:buClr>
                  <a:srgbClr val="FF7649"/>
                </a:buClr>
                <a:buSzTx/>
                <a:buFontTx/>
                <a:buNone/>
                <a:tabLst/>
                <a:defRPr/>
              </a:pPr>
              <a:r>
                <a:rPr kumimoji="0" lang="fr-FR" sz="1000" b="1" i="0" u="none" strike="noStrike" kern="0" cap="none" spc="0" normalizeH="0" baseline="0" noProof="0" dirty="0">
                  <a:ln>
                    <a:noFill/>
                  </a:ln>
                  <a:solidFill>
                    <a:schemeClr val="bg1"/>
                  </a:solidFill>
                  <a:effectLst/>
                  <a:uLnTx/>
                  <a:uFillTx/>
                  <a:latin typeface="Arial" panose="020B0604020202020204" pitchFamily="34" charset="0"/>
                  <a:ea typeface="+mn-ea"/>
                  <a:cs typeface="+mn-cs"/>
                </a:rPr>
                <a:t>"</a:t>
              </a:r>
              <a:r>
                <a:rPr kumimoji="0" lang="fr-FR" sz="1000" b="1" i="0" u="none" strike="noStrike" kern="0" cap="none" spc="0" normalizeH="0" baseline="0" noProof="0" dirty="0" err="1">
                  <a:ln>
                    <a:noFill/>
                  </a:ln>
                  <a:solidFill>
                    <a:schemeClr val="bg1"/>
                  </a:solidFill>
                  <a:effectLst/>
                  <a:uLnTx/>
                  <a:uFillTx/>
                  <a:latin typeface="Arial" panose="020B0604020202020204" pitchFamily="34" charset="0"/>
                  <a:ea typeface="+mn-ea"/>
                  <a:cs typeface="+mn-cs"/>
                </a:rPr>
                <a:t>Reproduce</a:t>
              </a:r>
              <a:r>
                <a:rPr kumimoji="0" lang="fr-FR" sz="1000" b="1" i="0" u="none" strike="noStrike" kern="0" cap="none" spc="0" normalizeH="0" baseline="0" noProof="0" dirty="0">
                  <a:ln>
                    <a:noFill/>
                  </a:ln>
                  <a:solidFill>
                    <a:schemeClr val="bg1"/>
                  </a:solidFill>
                  <a:effectLst/>
                  <a:uLnTx/>
                  <a:uFillTx/>
                  <a:latin typeface="Arial" panose="020B0604020202020204" pitchFamily="34" charset="0"/>
                  <a:ea typeface="+mn-ea"/>
                  <a:cs typeface="+mn-cs"/>
                </a:rPr>
                <a:t> </a:t>
              </a:r>
              <a:r>
                <a:rPr kumimoji="0" lang="fr-FR" sz="1000" b="1" i="0" u="none" strike="noStrike" kern="0" cap="none" spc="0" normalizeH="0" baseline="0" noProof="0" dirty="0" err="1">
                  <a:ln>
                    <a:noFill/>
                  </a:ln>
                  <a:solidFill>
                    <a:schemeClr val="bg1"/>
                  </a:solidFill>
                  <a:effectLst/>
                  <a:uLnTx/>
                  <a:uFillTx/>
                  <a:latin typeface="Arial" panose="020B0604020202020204" pitchFamily="34" charset="0"/>
                  <a:ea typeface="+mn-ea"/>
                  <a:cs typeface="+mn-cs"/>
                </a:rPr>
                <a:t>layout</a:t>
              </a:r>
              <a:r>
                <a:rPr kumimoji="0" lang="fr-FR" sz="1000" b="1" i="0" u="none" strike="noStrike" kern="0" cap="none" spc="0" normalizeH="0" baseline="0" noProof="0" dirty="0">
                  <a:ln>
                    <a:noFill/>
                  </a:ln>
                  <a:solidFill>
                    <a:schemeClr val="bg1"/>
                  </a:solidFill>
                  <a:effectLst/>
                  <a:uLnTx/>
                  <a:uFillTx/>
                  <a:latin typeface="Arial" panose="020B0604020202020204" pitchFamily="34" charset="0"/>
                  <a:ea typeface="+mn-ea"/>
                  <a:cs typeface="+mn-cs"/>
                </a:rPr>
                <a:t>" </a:t>
              </a:r>
              <a:r>
                <a:rPr kumimoji="0" lang="fr-FR" sz="1000" b="1" i="0" u="none" strike="noStrike" kern="0" cap="none" spc="0" normalizeH="0" baseline="0" noProof="0" dirty="0" err="1">
                  <a:ln>
                    <a:noFill/>
                  </a:ln>
                  <a:solidFill>
                    <a:schemeClr val="bg1"/>
                  </a:solidFill>
                  <a:effectLst/>
                  <a:uLnTx/>
                  <a:uFillTx/>
                  <a:latin typeface="Arial" panose="020B0604020202020204" pitchFamily="34" charset="0"/>
                  <a:ea typeface="+mn-ea"/>
                  <a:cs typeface="+mn-cs"/>
                </a:rPr>
                <a:t>tool</a:t>
              </a:r>
              <a:endParaRPr kumimoji="0" lang="fr-FR" sz="1000" b="1" i="0" u="none" strike="noStrike" kern="0" cap="none" spc="0" normalizeH="0" baseline="0" noProof="0" dirty="0">
                <a:ln>
                  <a:noFill/>
                </a:ln>
                <a:solidFill>
                  <a:schemeClr val="bg1"/>
                </a:solidFill>
                <a:effectLst/>
                <a:uLnTx/>
                <a:uFillTx/>
                <a:latin typeface="Arial" panose="020B0604020202020204" pitchFamily="34" charset="0"/>
                <a:ea typeface="+mn-ea"/>
                <a:cs typeface="+mn-cs"/>
              </a:endParaRPr>
            </a:p>
            <a:p>
              <a:pPr marL="171450" marR="0" lvl="0" indent="-171450" algn="l" defTabSz="914400" rtl="0" eaLnBrk="1" fontAlgn="auto" latinLnBrk="0" hangingPunct="1">
                <a:lnSpc>
                  <a:spcPct val="100000"/>
                </a:lnSpc>
                <a:spcBef>
                  <a:spcPts val="0"/>
                </a:spcBef>
                <a:spcAft>
                  <a:spcPts val="300"/>
                </a:spcAft>
                <a:buClr>
                  <a:prstClr val="white"/>
                </a:buClr>
                <a:buSzTx/>
                <a:buFont typeface="Arial" pitchFamily="34" charset="0"/>
                <a:buChar char="•"/>
                <a:tabLst/>
                <a:defRPr/>
              </a:pPr>
              <a:r>
                <a:rPr kumimoji="0" lang="en-US" sz="7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Select the desired shape </a:t>
              </a:r>
              <a:br>
                <a:rPr kumimoji="0" lang="en-US" sz="7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br>
              <a:r>
                <a:rPr kumimoji="0" lang="en-US" sz="7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or text</a:t>
              </a:r>
            </a:p>
            <a:p>
              <a:pPr marL="171450" marR="0" lvl="0" indent="-171450" algn="l" defTabSz="914400" rtl="0" eaLnBrk="1" fontAlgn="auto" latinLnBrk="0" hangingPunct="1">
                <a:lnSpc>
                  <a:spcPct val="100000"/>
                </a:lnSpc>
                <a:spcBef>
                  <a:spcPts val="0"/>
                </a:spcBef>
                <a:spcAft>
                  <a:spcPts val="300"/>
                </a:spcAft>
                <a:buClr>
                  <a:prstClr val="white"/>
                </a:buClr>
                <a:buSzTx/>
                <a:buFont typeface="Arial" pitchFamily="34" charset="0"/>
                <a:buChar char="•"/>
                <a:tabLst/>
                <a:defRPr/>
              </a:pPr>
              <a:r>
                <a:rPr kumimoji="0" lang="en-US" sz="7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Click on the "Copy layout" icon</a:t>
              </a:r>
            </a:p>
            <a:p>
              <a:pPr marL="171450" marR="0" lvl="0" indent="-171450" algn="l" defTabSz="914400" rtl="0" eaLnBrk="1" fontAlgn="auto" latinLnBrk="0" hangingPunct="1">
                <a:lnSpc>
                  <a:spcPct val="100000"/>
                </a:lnSpc>
                <a:spcBef>
                  <a:spcPts val="0"/>
                </a:spcBef>
                <a:spcAft>
                  <a:spcPts val="300"/>
                </a:spcAft>
                <a:buClr>
                  <a:prstClr val="white"/>
                </a:buClr>
                <a:buSzTx/>
                <a:buFont typeface="Arial" pitchFamily="34" charset="0"/>
                <a:buChar char="•"/>
                <a:tabLst/>
                <a:defRPr/>
              </a:pPr>
              <a:r>
                <a:rPr kumimoji="0" lang="en-US" sz="7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Click on the shape or select the text you want to duplicate</a:t>
              </a:r>
            </a:p>
            <a:p>
              <a:pPr marL="171450" marR="0" lvl="0" indent="-171450" algn="l" defTabSz="914400" rtl="0" eaLnBrk="1" fontAlgn="auto" latinLnBrk="0" hangingPunct="1">
                <a:lnSpc>
                  <a:spcPct val="100000"/>
                </a:lnSpc>
                <a:spcBef>
                  <a:spcPts val="0"/>
                </a:spcBef>
                <a:spcAft>
                  <a:spcPts val="300"/>
                </a:spcAft>
                <a:buClr>
                  <a:prstClr val="white"/>
                </a:buClr>
                <a:buSzTx/>
                <a:buFont typeface="Arial" pitchFamily="34" charset="0"/>
                <a:buChar char="•"/>
                <a:tabLst/>
                <a:defRPr/>
              </a:pPr>
              <a:r>
                <a:rPr kumimoji="0" lang="en-US" sz="7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Changes are applied instantly  </a:t>
              </a:r>
            </a:p>
            <a:p>
              <a:pPr marL="171450" marR="0" lvl="0" indent="-171450" algn="l" defTabSz="914400" rtl="0" eaLnBrk="1" fontAlgn="auto" latinLnBrk="0" hangingPunct="1">
                <a:lnSpc>
                  <a:spcPct val="100000"/>
                </a:lnSpc>
                <a:spcBef>
                  <a:spcPts val="0"/>
                </a:spcBef>
                <a:spcAft>
                  <a:spcPts val="300"/>
                </a:spcAft>
                <a:buClr>
                  <a:prstClr val="white"/>
                </a:buClr>
                <a:buSzTx/>
                <a:buFont typeface="Arial" pitchFamily="34" charset="0"/>
                <a:buChar char="•"/>
                <a:tabLst/>
                <a:defRPr/>
              </a:pPr>
              <a:r>
                <a:rPr kumimoji="0" lang="en-US" sz="7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To apply the same formatting to multiple locations in the presentation, double-click on the icon</a:t>
              </a:r>
            </a:p>
          </p:txBody>
        </p:sp>
        <p:pic>
          <p:nvPicPr>
            <p:cNvPr id="23" name="Image 22">
              <a:extLst>
                <a:ext uri="{FF2B5EF4-FFF2-40B4-BE49-F238E27FC236}">
                  <a16:creationId xmlns:a16="http://schemas.microsoft.com/office/drawing/2014/main" id="{69FED2C3-B5CD-788A-F3F6-75B2552750D3}"/>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11258242" y="1050163"/>
              <a:ext cx="220980" cy="218808"/>
            </a:xfrm>
            <a:prstGeom prst="rect">
              <a:avLst/>
            </a:prstGeom>
          </p:spPr>
        </p:pic>
      </p:grpSp>
      <p:sp>
        <p:nvSpPr>
          <p:cNvPr id="24" name="Rectangle 23">
            <a:extLst>
              <a:ext uri="{FF2B5EF4-FFF2-40B4-BE49-F238E27FC236}">
                <a16:creationId xmlns:a16="http://schemas.microsoft.com/office/drawing/2014/main" id="{7D08BBE4-0332-79D7-575F-01EFBBA4F8B3}"/>
              </a:ext>
            </a:extLst>
          </p:cNvPr>
          <p:cNvSpPr/>
          <p:nvPr userDrawn="1"/>
        </p:nvSpPr>
        <p:spPr>
          <a:xfrm>
            <a:off x="3642570" y="3217435"/>
            <a:ext cx="1785617" cy="13730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rtlCol="0" anchor="t">
            <a:spAutoFit/>
          </a:bodyPr>
          <a:lstStyle/>
          <a:p>
            <a:pPr marL="0" marR="0" lvl="0" indent="0" algn="l" defTabSz="914400" rtl="0" eaLnBrk="1" fontAlgn="auto" latinLnBrk="0" hangingPunct="1">
              <a:lnSpc>
                <a:spcPct val="100000"/>
              </a:lnSpc>
              <a:spcBef>
                <a:spcPts val="0"/>
              </a:spcBef>
              <a:spcAft>
                <a:spcPts val="300"/>
              </a:spcAft>
              <a:buClr>
                <a:srgbClr val="FF7649"/>
              </a:buClr>
              <a:buSzTx/>
              <a:buFontTx/>
              <a:buNone/>
              <a:tabLst/>
              <a:defRPr/>
            </a:pPr>
            <a:r>
              <a:rPr kumimoji="0" lang="en-US" sz="1000" b="1" i="0" u="none" strike="noStrike" kern="0" cap="none" spc="0" normalizeH="0" baseline="0" noProof="0" dirty="0">
                <a:ln>
                  <a:noFill/>
                </a:ln>
                <a:solidFill>
                  <a:schemeClr val="bg1"/>
                </a:solidFill>
                <a:effectLst/>
                <a:uLnTx/>
                <a:uFillTx/>
                <a:latin typeface="Arial" panose="020B0604020202020204" pitchFamily="34" charset="0"/>
                <a:ea typeface="+mn-ea"/>
                <a:cs typeface="+mn-cs"/>
              </a:rPr>
              <a:t>Change background color </a:t>
            </a:r>
            <a:br>
              <a:rPr kumimoji="0" lang="en-US" sz="1000" b="1" i="0" u="none" strike="noStrike" kern="0" cap="none" spc="0" normalizeH="0" baseline="0" noProof="0" dirty="0">
                <a:ln>
                  <a:noFill/>
                </a:ln>
                <a:solidFill>
                  <a:schemeClr val="bg1"/>
                </a:solidFill>
                <a:effectLst/>
                <a:uLnTx/>
                <a:uFillTx/>
                <a:latin typeface="Arial" panose="020B0604020202020204" pitchFamily="34" charset="0"/>
                <a:ea typeface="+mn-ea"/>
                <a:cs typeface="+mn-cs"/>
              </a:rPr>
            </a:br>
            <a:r>
              <a:rPr kumimoji="0" lang="en-US" sz="1000" b="1" i="0" u="none" strike="noStrike" kern="0" cap="none" spc="0" normalizeH="0" baseline="0" noProof="0" dirty="0">
                <a:ln>
                  <a:noFill/>
                </a:ln>
                <a:solidFill>
                  <a:schemeClr val="bg1"/>
                </a:solidFill>
                <a:effectLst/>
                <a:uLnTx/>
                <a:uFillTx/>
                <a:latin typeface="Arial" panose="020B0604020202020204" pitchFamily="34" charset="0"/>
                <a:ea typeface="+mn-ea"/>
                <a:cs typeface="+mn-cs"/>
              </a:rPr>
              <a:t>or image:</a:t>
            </a:r>
          </a:p>
          <a:p>
            <a:pPr marL="171450" marR="0" lvl="0" indent="-171450" algn="l" defTabSz="914400" rtl="0" eaLnBrk="1" fontAlgn="auto" latinLnBrk="0" hangingPunct="1">
              <a:lnSpc>
                <a:spcPct val="100000"/>
              </a:lnSpc>
              <a:spcBef>
                <a:spcPts val="0"/>
              </a:spcBef>
              <a:spcAft>
                <a:spcPts val="300"/>
              </a:spcAft>
              <a:buClr>
                <a:prstClr val="white"/>
              </a:buClr>
              <a:buSzTx/>
              <a:buFont typeface="Arial" pitchFamily="34" charset="0"/>
              <a:buChar char="•"/>
              <a:tabLst/>
              <a:defRPr/>
            </a:pPr>
            <a:r>
              <a:rPr kumimoji="0" lang="en-US" sz="7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Right-click on the slide </a:t>
            </a:r>
          </a:p>
          <a:p>
            <a:pPr marL="171450" marR="0" lvl="0" indent="-171450" algn="l" defTabSz="914400" rtl="0" eaLnBrk="1" fontAlgn="auto" latinLnBrk="0" hangingPunct="1">
              <a:lnSpc>
                <a:spcPct val="100000"/>
              </a:lnSpc>
              <a:spcBef>
                <a:spcPts val="0"/>
              </a:spcBef>
              <a:spcAft>
                <a:spcPts val="300"/>
              </a:spcAft>
              <a:buClr>
                <a:prstClr val="white"/>
              </a:buClr>
              <a:buSzTx/>
              <a:buFont typeface="Arial" pitchFamily="34" charset="0"/>
              <a:buChar char="•"/>
              <a:tabLst/>
              <a:defRPr/>
            </a:pPr>
            <a:r>
              <a:rPr kumimoji="0" lang="en-US" sz="7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Click on « Background formatting » </a:t>
            </a:r>
          </a:p>
          <a:p>
            <a:pPr marL="171450" marR="0" lvl="0" indent="-171450" algn="l" defTabSz="914400" rtl="0" eaLnBrk="1" fontAlgn="auto" latinLnBrk="0" hangingPunct="1">
              <a:lnSpc>
                <a:spcPct val="100000"/>
              </a:lnSpc>
              <a:spcBef>
                <a:spcPts val="0"/>
              </a:spcBef>
              <a:spcAft>
                <a:spcPts val="300"/>
              </a:spcAft>
              <a:buClr>
                <a:prstClr val="white"/>
              </a:buClr>
              <a:buSzTx/>
              <a:buFont typeface="Arial" pitchFamily="34" charset="0"/>
              <a:buChar char="•"/>
              <a:tabLst/>
              <a:defRPr/>
            </a:pPr>
            <a:r>
              <a:rPr kumimoji="0" lang="en-US" sz="7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Change color</a:t>
            </a:r>
          </a:p>
          <a:p>
            <a:pPr marL="0" marR="0" lvl="0" indent="0" algn="l" defTabSz="914400" rtl="0" eaLnBrk="1" fontAlgn="auto" latinLnBrk="0" hangingPunct="1">
              <a:lnSpc>
                <a:spcPct val="100000"/>
              </a:lnSpc>
              <a:spcBef>
                <a:spcPts val="0"/>
              </a:spcBef>
              <a:spcAft>
                <a:spcPts val="300"/>
              </a:spcAft>
              <a:buClr>
                <a:prstClr val="white"/>
              </a:buClr>
              <a:buSzTx/>
              <a:buFontTx/>
              <a:buNone/>
              <a:tabLst/>
              <a:defRPr/>
            </a:pPr>
            <a:r>
              <a:rPr kumimoji="0" lang="fr-FR" sz="7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Or</a:t>
            </a:r>
          </a:p>
          <a:p>
            <a:pPr marL="171450" marR="0" lvl="0" indent="-171450" algn="l" defTabSz="914400" rtl="0" eaLnBrk="1" fontAlgn="auto" latinLnBrk="0" hangingPunct="1">
              <a:lnSpc>
                <a:spcPct val="100000"/>
              </a:lnSpc>
              <a:spcBef>
                <a:spcPts val="0"/>
              </a:spcBef>
              <a:spcAft>
                <a:spcPts val="300"/>
              </a:spcAft>
              <a:buClr>
                <a:prstClr val="white"/>
              </a:buClr>
              <a:buSzTx/>
              <a:buFont typeface="Arial" pitchFamily="34" charset="0"/>
              <a:buChar char="•"/>
              <a:tabLst/>
              <a:defRPr/>
            </a:pPr>
            <a:r>
              <a:rPr kumimoji="0" lang="en-US" sz="700" b="1"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Select the desired image (1920x1080px at 72 dpi)</a:t>
            </a:r>
          </a:p>
        </p:txBody>
      </p:sp>
      <p:sp>
        <p:nvSpPr>
          <p:cNvPr id="25" name="Graphique 6">
            <a:extLst>
              <a:ext uri="{FF2B5EF4-FFF2-40B4-BE49-F238E27FC236}">
                <a16:creationId xmlns:a16="http://schemas.microsoft.com/office/drawing/2014/main" id="{F0E11A9B-AE5F-B737-7A1A-3C86BDF525F5}"/>
              </a:ext>
            </a:extLst>
          </p:cNvPr>
          <p:cNvSpPr/>
          <p:nvPr userDrawn="1"/>
        </p:nvSpPr>
        <p:spPr>
          <a:xfrm flipH="1">
            <a:off x="178934" y="276225"/>
            <a:ext cx="304800" cy="304800"/>
          </a:xfrm>
          <a:custGeom>
            <a:avLst/>
            <a:gdLst>
              <a:gd name="connsiteX0" fmla="*/ 4318000 w 4876800"/>
              <a:gd name="connsiteY0" fmla="*/ 0 h 4876800"/>
              <a:gd name="connsiteX1" fmla="*/ 558800 w 4876800"/>
              <a:gd name="connsiteY1" fmla="*/ 0 h 4876800"/>
              <a:gd name="connsiteX2" fmla="*/ 0 w 4876800"/>
              <a:gd name="connsiteY2" fmla="*/ 558800 h 4876800"/>
              <a:gd name="connsiteX3" fmla="*/ 0 w 4876800"/>
              <a:gd name="connsiteY3" fmla="*/ 3302000 h 4876800"/>
              <a:gd name="connsiteX4" fmla="*/ 558800 w 4876800"/>
              <a:gd name="connsiteY4" fmla="*/ 3860800 h 4876800"/>
              <a:gd name="connsiteX5" fmla="*/ 812800 w 4876800"/>
              <a:gd name="connsiteY5" fmla="*/ 3860800 h 4876800"/>
              <a:gd name="connsiteX6" fmla="*/ 812800 w 4876800"/>
              <a:gd name="connsiteY6" fmla="*/ 4724400 h 4876800"/>
              <a:gd name="connsiteX7" fmla="*/ 906882 w 4876800"/>
              <a:gd name="connsiteY7" fmla="*/ 4865218 h 4876800"/>
              <a:gd name="connsiteX8" fmla="*/ 965200 w 4876800"/>
              <a:gd name="connsiteY8" fmla="*/ 4876800 h 4876800"/>
              <a:gd name="connsiteX9" fmla="*/ 1072896 w 4876800"/>
              <a:gd name="connsiteY9" fmla="*/ 4832096 h 4876800"/>
              <a:gd name="connsiteX10" fmla="*/ 2044192 w 4876800"/>
              <a:gd name="connsiteY10" fmla="*/ 3860800 h 4876800"/>
              <a:gd name="connsiteX11" fmla="*/ 4318000 w 4876800"/>
              <a:gd name="connsiteY11" fmla="*/ 3860800 h 4876800"/>
              <a:gd name="connsiteX12" fmla="*/ 4876800 w 4876800"/>
              <a:gd name="connsiteY12" fmla="*/ 3302000 h 4876800"/>
              <a:gd name="connsiteX13" fmla="*/ 4876800 w 4876800"/>
              <a:gd name="connsiteY13" fmla="*/ 558800 h 4876800"/>
              <a:gd name="connsiteX14" fmla="*/ 4318000 w 4876800"/>
              <a:gd name="connsiteY14" fmla="*/ 0 h 4876800"/>
              <a:gd name="connsiteX15" fmla="*/ 2852928 w 4876800"/>
              <a:gd name="connsiteY15" fmla="*/ 2822651 h 4876800"/>
              <a:gd name="connsiteX16" fmla="*/ 2625344 w 4876800"/>
              <a:gd name="connsiteY16" fmla="*/ 3048203 h 4876800"/>
              <a:gd name="connsiteX17" fmla="*/ 2251456 w 4876800"/>
              <a:gd name="connsiteY17" fmla="*/ 3048203 h 4876800"/>
              <a:gd name="connsiteX18" fmla="*/ 2023872 w 4876800"/>
              <a:gd name="connsiteY18" fmla="*/ 2786075 h 4876800"/>
              <a:gd name="connsiteX19" fmla="*/ 2023872 w 4876800"/>
              <a:gd name="connsiteY19" fmla="*/ 2676347 h 4876800"/>
              <a:gd name="connsiteX20" fmla="*/ 2852928 w 4876800"/>
              <a:gd name="connsiteY20" fmla="*/ 2676347 h 4876800"/>
              <a:gd name="connsiteX21" fmla="*/ 3017520 w 4876800"/>
              <a:gd name="connsiteY21" fmla="*/ 2221179 h 4876800"/>
              <a:gd name="connsiteX22" fmla="*/ 2859024 w 4876800"/>
              <a:gd name="connsiteY22" fmla="*/ 2473147 h 4876800"/>
              <a:gd name="connsiteX23" fmla="*/ 2019808 w 4876800"/>
              <a:gd name="connsiteY23" fmla="*/ 2473147 h 4876800"/>
              <a:gd name="connsiteX24" fmla="*/ 1871472 w 4876800"/>
              <a:gd name="connsiteY24" fmla="*/ 2231339 h 4876800"/>
              <a:gd name="connsiteX25" fmla="*/ 1524000 w 4876800"/>
              <a:gd name="connsiteY25" fmla="*/ 1499819 h 4876800"/>
              <a:gd name="connsiteX26" fmla="*/ 2424176 w 4876800"/>
              <a:gd name="connsiteY26" fmla="*/ 609803 h 4876800"/>
              <a:gd name="connsiteX27" fmla="*/ 3082544 w 4876800"/>
              <a:gd name="connsiteY27" fmla="*/ 873963 h 4876800"/>
              <a:gd name="connsiteX28" fmla="*/ 3352800 w 4876800"/>
              <a:gd name="connsiteY28" fmla="*/ 1518107 h 4876800"/>
              <a:gd name="connsiteX29" fmla="*/ 3017520 w 4876800"/>
              <a:gd name="connsiteY29" fmla="*/ 2221179 h 4876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876800" h="4876800">
                <a:moveTo>
                  <a:pt x="4318000" y="0"/>
                </a:moveTo>
                <a:lnTo>
                  <a:pt x="558800" y="0"/>
                </a:lnTo>
                <a:cubicBezTo>
                  <a:pt x="250546" y="0"/>
                  <a:pt x="0" y="250546"/>
                  <a:pt x="0" y="558800"/>
                </a:cubicBezTo>
                <a:lnTo>
                  <a:pt x="0" y="3302000"/>
                </a:lnTo>
                <a:cubicBezTo>
                  <a:pt x="0" y="3610255"/>
                  <a:pt x="250546" y="3860800"/>
                  <a:pt x="558800" y="3860800"/>
                </a:cubicBezTo>
                <a:lnTo>
                  <a:pt x="812800" y="3860800"/>
                </a:lnTo>
                <a:lnTo>
                  <a:pt x="812800" y="4724400"/>
                </a:lnTo>
                <a:cubicBezTo>
                  <a:pt x="812800" y="4785970"/>
                  <a:pt x="849986" y="4841647"/>
                  <a:pt x="906882" y="4865218"/>
                </a:cubicBezTo>
                <a:cubicBezTo>
                  <a:pt x="925779" y="4872940"/>
                  <a:pt x="945490" y="4876800"/>
                  <a:pt x="965200" y="4876800"/>
                </a:cubicBezTo>
                <a:cubicBezTo>
                  <a:pt x="1004824" y="4876800"/>
                  <a:pt x="1043838" y="4861357"/>
                  <a:pt x="1072896" y="4832096"/>
                </a:cubicBezTo>
                <a:lnTo>
                  <a:pt x="2044192" y="3860800"/>
                </a:lnTo>
                <a:lnTo>
                  <a:pt x="4318000" y="3860800"/>
                </a:lnTo>
                <a:cubicBezTo>
                  <a:pt x="4626255" y="3860800"/>
                  <a:pt x="4876800" y="3610255"/>
                  <a:pt x="4876800" y="3302000"/>
                </a:cubicBezTo>
                <a:lnTo>
                  <a:pt x="4876800" y="558800"/>
                </a:lnTo>
                <a:cubicBezTo>
                  <a:pt x="4876800" y="250546"/>
                  <a:pt x="4626255" y="0"/>
                  <a:pt x="4318000" y="0"/>
                </a:cubicBezTo>
                <a:close/>
                <a:moveTo>
                  <a:pt x="2852928" y="2822651"/>
                </a:moveTo>
                <a:cubicBezTo>
                  <a:pt x="2852928" y="2946603"/>
                  <a:pt x="2751328" y="3048203"/>
                  <a:pt x="2625344" y="3048203"/>
                </a:cubicBezTo>
                <a:lnTo>
                  <a:pt x="2251456" y="3048203"/>
                </a:lnTo>
                <a:cubicBezTo>
                  <a:pt x="2141728" y="3048203"/>
                  <a:pt x="2023872" y="2966923"/>
                  <a:pt x="2023872" y="2786075"/>
                </a:cubicBezTo>
                <a:lnTo>
                  <a:pt x="2023872" y="2676347"/>
                </a:lnTo>
                <a:lnTo>
                  <a:pt x="2852928" y="2676347"/>
                </a:lnTo>
                <a:close/>
                <a:moveTo>
                  <a:pt x="3017520" y="2221179"/>
                </a:moveTo>
                <a:cubicBezTo>
                  <a:pt x="2932176" y="2290267"/>
                  <a:pt x="2877312" y="2379675"/>
                  <a:pt x="2859024" y="2473147"/>
                </a:cubicBezTo>
                <a:lnTo>
                  <a:pt x="2019808" y="2473147"/>
                </a:lnTo>
                <a:cubicBezTo>
                  <a:pt x="2005584" y="2381707"/>
                  <a:pt x="1954784" y="2296363"/>
                  <a:pt x="1871472" y="2231339"/>
                </a:cubicBezTo>
                <a:cubicBezTo>
                  <a:pt x="1645920" y="2054555"/>
                  <a:pt x="1517904" y="1788363"/>
                  <a:pt x="1524000" y="1499819"/>
                </a:cubicBezTo>
                <a:cubicBezTo>
                  <a:pt x="1534160" y="1016203"/>
                  <a:pt x="1938528" y="615899"/>
                  <a:pt x="2424176" y="609803"/>
                </a:cubicBezTo>
                <a:cubicBezTo>
                  <a:pt x="2670048" y="603707"/>
                  <a:pt x="2905760" y="699211"/>
                  <a:pt x="3082544" y="873963"/>
                </a:cubicBezTo>
                <a:cubicBezTo>
                  <a:pt x="3257296" y="1044651"/>
                  <a:pt x="3352800" y="1274267"/>
                  <a:pt x="3352800" y="1518107"/>
                </a:cubicBezTo>
                <a:cubicBezTo>
                  <a:pt x="3352800" y="1792427"/>
                  <a:pt x="3231083" y="2048459"/>
                  <a:pt x="3017520" y="2221179"/>
                </a:cubicBezTo>
                <a:close/>
              </a:path>
            </a:pathLst>
          </a:custGeom>
          <a:solidFill>
            <a:schemeClr val="bg1"/>
          </a:solidFill>
          <a:ln w="12700" cap="flat" cmpd="sng" algn="ctr">
            <a:noFill/>
            <a:prstDash val="solid"/>
            <a:miter lim="800000"/>
          </a:ln>
          <a:effectLst/>
        </p:spPr>
        <p:txBody>
          <a:bodyPr bIns="576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000" b="1" i="0" u="none" strike="noStrike" kern="0" cap="all" spc="400" normalizeH="0" baseline="0" noProof="0" dirty="0">
              <a:ln>
                <a:noFill/>
              </a:ln>
              <a:solidFill>
                <a:schemeClr val="bg1"/>
              </a:solidFill>
              <a:effectLst/>
              <a:uLnTx/>
              <a:uFillTx/>
              <a:latin typeface="Arial" panose="020B0604020202020204" pitchFamily="34" charset="0"/>
              <a:ea typeface="+mn-ea"/>
              <a:cs typeface="+mn-cs"/>
            </a:endParaRPr>
          </a:p>
        </p:txBody>
      </p:sp>
      <p:sp>
        <p:nvSpPr>
          <p:cNvPr id="26" name="Rectangle 25">
            <a:extLst>
              <a:ext uri="{FF2B5EF4-FFF2-40B4-BE49-F238E27FC236}">
                <a16:creationId xmlns:a16="http://schemas.microsoft.com/office/drawing/2014/main" id="{841A5172-93E7-9C0C-BAC7-09EB9046A7E8}"/>
              </a:ext>
            </a:extLst>
          </p:cNvPr>
          <p:cNvSpPr/>
          <p:nvPr userDrawn="1"/>
        </p:nvSpPr>
        <p:spPr>
          <a:xfrm>
            <a:off x="3642570" y="4604737"/>
            <a:ext cx="1785617" cy="1342281"/>
          </a:xfrm>
          <a:prstGeom prst="rect">
            <a:avLst/>
          </a:prstGeom>
          <a:noFill/>
          <a:ln w="12700" cap="flat" cmpd="sng" algn="ctr">
            <a:noFill/>
            <a:prstDash val="solid"/>
            <a:miter lim="800000"/>
          </a:ln>
          <a:effectLst/>
        </p:spPr>
        <p:txBody>
          <a:bodyPr wrap="square" lIns="72000" tIns="72000" rIns="72000" rtlCol="0" anchor="t">
            <a:spAutoFit/>
          </a:bodyPr>
          <a:lstStyle/>
          <a:p>
            <a:pPr marL="0" marR="0" lvl="0" indent="0" defTabSz="914400" eaLnBrk="1" fontAlgn="auto" latinLnBrk="0" hangingPunct="1">
              <a:lnSpc>
                <a:spcPct val="100000"/>
              </a:lnSpc>
              <a:spcBef>
                <a:spcPts val="0"/>
              </a:spcBef>
              <a:spcAft>
                <a:spcPts val="300"/>
              </a:spcAft>
              <a:buClr>
                <a:schemeClr val="bg1"/>
              </a:buClr>
              <a:buSzTx/>
              <a:buFont typeface="Arial" pitchFamily="34" charset="0"/>
              <a:buNone/>
              <a:tabLst/>
              <a:defRPr/>
            </a:pPr>
            <a:r>
              <a:rPr kumimoji="0" lang="en-US" sz="1000" b="1" i="0" u="none" strike="noStrike" kern="0" cap="none" spc="0" normalizeH="0" baseline="0" noProof="0" dirty="0">
                <a:ln>
                  <a:noFill/>
                </a:ln>
                <a:solidFill>
                  <a:schemeClr val="bg1"/>
                </a:solidFill>
                <a:effectLst/>
                <a:uLnTx/>
                <a:uFillTx/>
                <a:latin typeface="Arial" panose="020B0604020202020204" pitchFamily="34" charset="0"/>
                <a:ea typeface="+mn-ea"/>
                <a:cs typeface="+mn-cs"/>
              </a:rPr>
              <a:t>Importing an image into an area</a:t>
            </a:r>
          </a:p>
          <a:p>
            <a:pPr marL="171450" marR="0" lvl="0" indent="-171450" defTabSz="914400" eaLnBrk="1" fontAlgn="auto" latinLnBrk="0" hangingPunct="1">
              <a:lnSpc>
                <a:spcPct val="100000"/>
              </a:lnSpc>
              <a:spcBef>
                <a:spcPts val="0"/>
              </a:spcBef>
              <a:spcAft>
                <a:spcPts val="300"/>
              </a:spcAft>
              <a:buClr>
                <a:schemeClr val="bg1"/>
              </a:buClr>
              <a:buSzTx/>
              <a:buFont typeface="Arial" pitchFamily="34" charset="0"/>
              <a:buChar char="•"/>
              <a:tabLst/>
              <a:defRPr/>
            </a:pPr>
            <a:r>
              <a:rPr kumimoji="0" lang="en-US" sz="700" b="1" i="0" u="none" strike="noStrike" kern="0" cap="none" spc="0" normalizeH="0" baseline="0" noProof="0" dirty="0">
                <a:ln>
                  <a:noFill/>
                </a:ln>
                <a:solidFill>
                  <a:schemeClr val="bg1"/>
                </a:solidFill>
                <a:effectLst/>
                <a:uLnTx/>
                <a:uFillTx/>
                <a:latin typeface="Arial" panose="020B0604020202020204" pitchFamily="34" charset="0"/>
                <a:ea typeface="+mn-ea"/>
                <a:cs typeface="+mn-cs"/>
              </a:rPr>
              <a:t>Click</a:t>
            </a:r>
            <a:r>
              <a:rPr kumimoji="0" lang="en-US" sz="1000" b="1" i="0" u="none" strike="noStrike" kern="0" cap="none" spc="0" normalizeH="0" baseline="0" noProof="0" dirty="0">
                <a:ln>
                  <a:noFill/>
                </a:ln>
                <a:solidFill>
                  <a:schemeClr val="bg1"/>
                </a:solidFill>
                <a:effectLst/>
                <a:uLnTx/>
                <a:uFillTx/>
                <a:latin typeface="Arial" panose="020B0604020202020204" pitchFamily="34" charset="0"/>
                <a:ea typeface="+mn-ea"/>
                <a:cs typeface="+mn-cs"/>
              </a:rPr>
              <a:t> </a:t>
            </a:r>
            <a:r>
              <a:rPr kumimoji="0" lang="en-US" sz="700" b="1" i="0" u="none" strike="noStrike" kern="0" cap="none" spc="0" normalizeH="0" baseline="0" noProof="0" dirty="0">
                <a:ln>
                  <a:noFill/>
                </a:ln>
                <a:solidFill>
                  <a:schemeClr val="bg1"/>
                </a:solidFill>
                <a:effectLst/>
                <a:uLnTx/>
                <a:uFillTx/>
                <a:latin typeface="Arial" panose="020B0604020202020204" pitchFamily="34" charset="0"/>
                <a:ea typeface="+mn-ea"/>
                <a:cs typeface="+mn-cs"/>
              </a:rPr>
              <a:t>on the designated area and insert an </a:t>
            </a:r>
            <a:r>
              <a:rPr kumimoji="0" lang="en-US" sz="700" b="1" i="0" u="none" strike="noStrike" kern="0" cap="none" spc="0" normalizeH="0" baseline="0" noProof="0" dirty="0" err="1">
                <a:ln>
                  <a:noFill/>
                </a:ln>
                <a:solidFill>
                  <a:schemeClr val="bg1"/>
                </a:solidFill>
                <a:effectLst/>
                <a:uLnTx/>
                <a:uFillTx/>
                <a:latin typeface="Arial" panose="020B0604020202020204" pitchFamily="34" charset="0"/>
                <a:ea typeface="+mn-ea"/>
                <a:cs typeface="+mn-cs"/>
              </a:rPr>
              <a:t>image.Go</a:t>
            </a:r>
            <a:r>
              <a:rPr kumimoji="0" lang="en-US" sz="700" b="1" i="0" u="none" strike="noStrike" kern="0" cap="none" spc="0" normalizeH="0" baseline="0" noProof="0" dirty="0">
                <a:ln>
                  <a:noFill/>
                </a:ln>
                <a:solidFill>
                  <a:schemeClr val="bg1"/>
                </a:solidFill>
                <a:effectLst/>
                <a:uLnTx/>
                <a:uFillTx/>
                <a:latin typeface="Arial" panose="020B0604020202020204" pitchFamily="34" charset="0"/>
                <a:ea typeface="+mn-ea"/>
                <a:cs typeface="+mn-cs"/>
              </a:rPr>
              <a:t> to the “Picture Format” menu.</a:t>
            </a:r>
          </a:p>
          <a:p>
            <a:pPr marL="171450" marR="0" lvl="0" indent="-171450" defTabSz="914400" eaLnBrk="1" fontAlgn="auto" latinLnBrk="0" hangingPunct="1">
              <a:lnSpc>
                <a:spcPct val="100000"/>
              </a:lnSpc>
              <a:spcBef>
                <a:spcPts val="0"/>
              </a:spcBef>
              <a:spcAft>
                <a:spcPts val="300"/>
              </a:spcAft>
              <a:buClr>
                <a:schemeClr val="bg1"/>
              </a:buClr>
              <a:buSzTx/>
              <a:buFont typeface="Arial" pitchFamily="34" charset="0"/>
              <a:buChar char="•"/>
              <a:tabLst/>
              <a:defRPr/>
            </a:pPr>
            <a:r>
              <a:rPr kumimoji="0" lang="en-US" sz="700" b="1" i="0" u="none" strike="noStrike" kern="0" cap="none" spc="0" normalizeH="0" baseline="0" noProof="0" dirty="0">
                <a:ln>
                  <a:noFill/>
                </a:ln>
                <a:solidFill>
                  <a:schemeClr val="bg1"/>
                </a:solidFill>
                <a:effectLst/>
                <a:uLnTx/>
                <a:uFillTx/>
                <a:latin typeface="Arial" panose="020B0604020202020204" pitchFamily="34" charset="0"/>
                <a:ea typeface="+mn-ea"/>
                <a:cs typeface="+mn-cs"/>
              </a:rPr>
              <a:t>Select “Crop”, then “Fill” to adjust the image without stretching it.</a:t>
            </a:r>
          </a:p>
          <a:p>
            <a:pPr marL="171450" marR="0" lvl="0" indent="-171450" defTabSz="914400" eaLnBrk="1" fontAlgn="auto" latinLnBrk="0" hangingPunct="1">
              <a:lnSpc>
                <a:spcPct val="100000"/>
              </a:lnSpc>
              <a:spcBef>
                <a:spcPts val="0"/>
              </a:spcBef>
              <a:spcAft>
                <a:spcPts val="300"/>
              </a:spcAft>
              <a:buClr>
                <a:schemeClr val="bg1"/>
              </a:buClr>
              <a:buSzTx/>
              <a:buFont typeface="Arial" pitchFamily="34" charset="0"/>
              <a:buChar char="•"/>
              <a:tabLst/>
              <a:defRPr/>
            </a:pPr>
            <a:r>
              <a:rPr kumimoji="0" lang="en-US" sz="700" b="1" i="0" u="none" strike="noStrike" kern="0" cap="none" spc="0" normalizeH="0" baseline="0" noProof="0" dirty="0">
                <a:ln>
                  <a:noFill/>
                </a:ln>
                <a:solidFill>
                  <a:schemeClr val="bg1"/>
                </a:solidFill>
                <a:effectLst/>
                <a:uLnTx/>
                <a:uFillTx/>
                <a:latin typeface="Arial" panose="020B0604020202020204" pitchFamily="34" charset="0"/>
                <a:ea typeface="+mn-ea"/>
                <a:cs typeface="+mn-cs"/>
              </a:rPr>
              <a:t>Move the image within the area to reposition and crop it as needed.</a:t>
            </a:r>
            <a:endParaRPr kumimoji="0" lang="fr-FR" sz="700" b="1" i="0" u="none" strike="noStrike" kern="0" cap="none" spc="0" normalizeH="0" baseline="0" noProof="0" dirty="0">
              <a:ln>
                <a:noFill/>
              </a:ln>
              <a:solidFill>
                <a:schemeClr val="bg1"/>
              </a:solidFill>
              <a:effectLst/>
              <a:uLnTx/>
              <a:uFillTx/>
              <a:latin typeface="Arial" panose="020B0604020202020204" pitchFamily="34" charset="0"/>
              <a:ea typeface="+mn-ea"/>
              <a:cs typeface="+mn-cs"/>
            </a:endParaRPr>
          </a:p>
        </p:txBody>
      </p:sp>
      <p:sp>
        <p:nvSpPr>
          <p:cNvPr id="27" name="TextBox 2">
            <a:extLst>
              <a:ext uri="{FF2B5EF4-FFF2-40B4-BE49-F238E27FC236}">
                <a16:creationId xmlns:a16="http://schemas.microsoft.com/office/drawing/2014/main" id="{44BA7F88-F84D-D700-7FE4-B1D4C1968848}"/>
              </a:ext>
            </a:extLst>
          </p:cNvPr>
          <p:cNvSpPr txBox="1"/>
          <p:nvPr userDrawn="1"/>
        </p:nvSpPr>
        <p:spPr>
          <a:xfrm>
            <a:off x="396933" y="4140651"/>
            <a:ext cx="3115432" cy="270780"/>
          </a:xfrm>
          <a:prstGeom prst="rect">
            <a:avLst/>
          </a:prstGeom>
          <a:noFill/>
        </p:spPr>
        <p:txBody>
          <a:bodyPr wrap="square" rtlCol="0">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80000"/>
              </a:lnSpc>
              <a:spcBef>
                <a:spcPts val="0"/>
              </a:spcBef>
              <a:spcAft>
                <a:spcPts val="0"/>
              </a:spcAft>
              <a:buClrTx/>
              <a:buSzTx/>
              <a:buFontTx/>
              <a:buNone/>
              <a:tabLst/>
              <a:defRPr/>
            </a:pPr>
            <a:r>
              <a:rPr kumimoji="0" lang="fr-FR" sz="1400" b="1" i="0" u="none" strike="noStrike" kern="1200" cap="none" spc="0" normalizeH="0" baseline="0" noProof="0" dirty="0">
                <a:ln>
                  <a:noFill/>
                </a:ln>
                <a:solidFill>
                  <a:schemeClr val="bg1"/>
                </a:solidFill>
                <a:effectLst/>
                <a:uLnTx/>
                <a:uFillTx/>
                <a:latin typeface="Arial" panose="020B0604020202020204" pitchFamily="34" charset="0"/>
                <a:ea typeface="+mn-ea"/>
                <a:cs typeface="+mn-cs"/>
              </a:rPr>
              <a:t>ATTENTION !</a:t>
            </a:r>
          </a:p>
        </p:txBody>
      </p:sp>
      <p:sp>
        <p:nvSpPr>
          <p:cNvPr id="28" name="ZoneTexte 27">
            <a:extLst>
              <a:ext uri="{FF2B5EF4-FFF2-40B4-BE49-F238E27FC236}">
                <a16:creationId xmlns:a16="http://schemas.microsoft.com/office/drawing/2014/main" id="{6DCEB22C-5D31-438E-A705-9713CB6ECE08}"/>
              </a:ext>
            </a:extLst>
          </p:cNvPr>
          <p:cNvSpPr txBox="1"/>
          <p:nvPr userDrawn="1"/>
        </p:nvSpPr>
        <p:spPr>
          <a:xfrm>
            <a:off x="483733" y="4393458"/>
            <a:ext cx="2899547" cy="2018181"/>
          </a:xfrm>
          <a:prstGeom prst="rect">
            <a:avLst/>
          </a:prstGeom>
          <a:noFill/>
        </p:spPr>
        <p:txBody>
          <a:bodyPr wrap="square" lIns="0" tIns="0" rIns="0" bIns="0">
            <a:spAutoFit/>
          </a:bodyPr>
          <a:lstStyle/>
          <a:p>
            <a:pPr marL="0" marR="0" lvl="0" indent="0" defTabSz="914400" eaLnBrk="1" fontAlgn="auto" latinLnBrk="0" hangingPunct="1">
              <a:lnSpc>
                <a:spcPct val="110000"/>
              </a:lnSpc>
              <a:spcBef>
                <a:spcPts val="1200"/>
              </a:spcBef>
              <a:spcAft>
                <a:spcPts val="0"/>
              </a:spcAft>
              <a:buClrTx/>
              <a:buSzTx/>
              <a:buFontTx/>
              <a:buNone/>
              <a:tabLst/>
              <a:defRPr/>
            </a:pPr>
            <a:r>
              <a:rPr kumimoji="0" lang="en-US" sz="1000" b="1" i="0" u="none" strike="noStrike" kern="0" cap="none" spc="0" normalizeH="0" baseline="0" noProof="0" dirty="0">
                <a:ln>
                  <a:noFill/>
                </a:ln>
                <a:solidFill>
                  <a:schemeClr val="bg1"/>
                </a:solidFill>
                <a:effectLst/>
                <a:uLnTx/>
                <a:uFillTx/>
                <a:latin typeface="Arial" panose="020B0604020202020204" pitchFamily="34" charset="0"/>
              </a:rPr>
              <a:t>The template contains editable elements. These areas appear surrounded by grey dotted lines when they are not being edited.</a:t>
            </a:r>
            <a:br>
              <a:rPr kumimoji="0" lang="en-US" sz="1000" b="1" i="0" u="none" strike="noStrike" kern="0" cap="none" spc="0" normalizeH="0" baseline="0" noProof="0" dirty="0">
                <a:ln>
                  <a:noFill/>
                </a:ln>
                <a:solidFill>
                  <a:schemeClr val="bg1"/>
                </a:solidFill>
                <a:effectLst/>
                <a:uLnTx/>
                <a:uFillTx/>
                <a:latin typeface="Arial" panose="020B0604020202020204" pitchFamily="34" charset="0"/>
              </a:rPr>
            </a:br>
            <a:r>
              <a:rPr kumimoji="0" lang="en-US" sz="1000" b="1" i="0" u="none" strike="noStrike" kern="0" cap="none" spc="0" normalizeH="0" baseline="0" noProof="0" dirty="0">
                <a:ln>
                  <a:noFill/>
                </a:ln>
                <a:solidFill>
                  <a:schemeClr val="bg1"/>
                </a:solidFill>
                <a:effectLst/>
                <a:uLnTx/>
                <a:uFillTx/>
                <a:latin typeface="Arial" panose="020B0604020202020204" pitchFamily="34" charset="0"/>
              </a:rPr>
              <a:t>When starting Slideshow mode, the dotted lines do not appear.</a:t>
            </a:r>
            <a:br>
              <a:rPr kumimoji="0" lang="en-US" sz="1000" b="1" i="0" u="none" strike="noStrike" kern="0" cap="none" spc="0" normalizeH="0" baseline="0" noProof="0" dirty="0">
                <a:ln>
                  <a:noFill/>
                </a:ln>
                <a:solidFill>
                  <a:schemeClr val="bg1"/>
                </a:solidFill>
                <a:effectLst/>
                <a:uLnTx/>
                <a:uFillTx/>
                <a:latin typeface="Arial" panose="020B0604020202020204" pitchFamily="34" charset="0"/>
              </a:rPr>
            </a:br>
            <a:r>
              <a:rPr kumimoji="0" lang="en-US" sz="1000" b="1" i="0" u="none" strike="noStrike" kern="0" cap="none" spc="0" normalizeH="0" baseline="0" noProof="0" dirty="0">
                <a:ln>
                  <a:noFill/>
                </a:ln>
                <a:solidFill>
                  <a:schemeClr val="bg1"/>
                </a:solidFill>
                <a:effectLst/>
                <a:uLnTx/>
                <a:uFillTx/>
                <a:latin typeface="Arial" panose="020B0604020202020204" pitchFamily="34" charset="0"/>
              </a:rPr>
              <a:t>To avoid seeing the dotted lines in Edit mode, you can click on the element and type a space inside it.</a:t>
            </a:r>
            <a:br>
              <a:rPr kumimoji="0" lang="en-US" sz="1000" b="1" i="0" u="none" strike="noStrike" kern="0" cap="none" spc="0" normalizeH="0" baseline="0" noProof="0" dirty="0">
                <a:ln>
                  <a:noFill/>
                </a:ln>
                <a:solidFill>
                  <a:schemeClr val="bg1"/>
                </a:solidFill>
                <a:effectLst/>
                <a:uLnTx/>
                <a:uFillTx/>
                <a:latin typeface="Arial" panose="020B0604020202020204" pitchFamily="34" charset="0"/>
              </a:rPr>
            </a:br>
            <a:r>
              <a:rPr kumimoji="0" lang="en-US" sz="1000" b="1" i="0" u="none" strike="noStrike" kern="0" cap="none" spc="0" normalizeH="0" baseline="0" noProof="0" dirty="0">
                <a:ln>
                  <a:noFill/>
                </a:ln>
                <a:solidFill>
                  <a:schemeClr val="bg1"/>
                </a:solidFill>
                <a:effectLst/>
                <a:uLnTx/>
                <a:uFillTx/>
                <a:latin typeface="Arial" panose="020B0604020202020204" pitchFamily="34" charset="0"/>
              </a:rPr>
              <a:t>Text in an un-edited text box will also not appear.</a:t>
            </a:r>
            <a:br>
              <a:rPr kumimoji="0" lang="en-US" sz="1000" b="1" i="0" u="none" strike="noStrike" kern="0" cap="none" spc="0" normalizeH="0" baseline="0" noProof="0" dirty="0">
                <a:ln>
                  <a:noFill/>
                </a:ln>
                <a:solidFill>
                  <a:schemeClr val="bg1"/>
                </a:solidFill>
                <a:effectLst/>
                <a:uLnTx/>
                <a:uFillTx/>
                <a:latin typeface="Arial" panose="020B0604020202020204" pitchFamily="34" charset="0"/>
              </a:rPr>
            </a:br>
            <a:r>
              <a:rPr kumimoji="0" lang="en-US" sz="1000" b="1" i="0" u="none" strike="noStrike" kern="0" cap="none" spc="0" normalizeH="0" baseline="0" noProof="0" dirty="0">
                <a:ln>
                  <a:noFill/>
                </a:ln>
                <a:solidFill>
                  <a:schemeClr val="bg1"/>
                </a:solidFill>
                <a:effectLst/>
                <a:uLnTx/>
                <a:uFillTx/>
                <a:latin typeface="Arial" panose="020B0604020202020204" pitchFamily="34" charset="0"/>
              </a:rPr>
              <a:t>Example: “Write your text here” — if you do not type anything, nothing will appear.</a:t>
            </a:r>
            <a:r>
              <a:rPr kumimoji="0" lang="fr-FR" sz="1000" b="1" i="0" u="none" strike="noStrike" kern="0" cap="none" spc="0" normalizeH="0" baseline="0" noProof="0" dirty="0">
                <a:ln>
                  <a:noFill/>
                </a:ln>
                <a:solidFill>
                  <a:schemeClr val="bg1"/>
                </a:solidFill>
                <a:effectLst/>
                <a:uLnTx/>
                <a:uFillTx/>
                <a:latin typeface="Arial" panose="020B0604020202020204" pitchFamily="34" charset="0"/>
              </a:rPr>
              <a:t>  </a:t>
            </a:r>
          </a:p>
        </p:txBody>
      </p:sp>
    </p:spTree>
    <p:extLst>
      <p:ext uri="{BB962C8B-B14F-4D97-AF65-F5344CB8AC3E}">
        <p14:creationId xmlns:p14="http://schemas.microsoft.com/office/powerpoint/2010/main" val="107819749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re">
    <p:bg>
      <p:bgPr>
        <a:solidFill>
          <a:schemeClr val="accent1"/>
        </a:solidFill>
        <a:effectLst/>
      </p:bgPr>
    </p:bg>
    <p:spTree>
      <p:nvGrpSpPr>
        <p:cNvPr id="1" name=""/>
        <p:cNvGrpSpPr/>
        <p:nvPr/>
      </p:nvGrpSpPr>
      <p:grpSpPr>
        <a:xfrm>
          <a:off x="0" y="0"/>
          <a:ext cx="0" cy="0"/>
          <a:chOff x="0" y="0"/>
          <a:chExt cx="0" cy="0"/>
        </a:xfrm>
      </p:grpSpPr>
      <p:sp>
        <p:nvSpPr>
          <p:cNvPr id="2" name="Espace réservé du pied de page 1">
            <a:extLst>
              <a:ext uri="{FF2B5EF4-FFF2-40B4-BE49-F238E27FC236}">
                <a16:creationId xmlns:a16="http://schemas.microsoft.com/office/drawing/2014/main" id="{76CF4BF7-9EF2-4F50-994E-78E11BE142CF}"/>
              </a:ext>
            </a:extLst>
          </p:cNvPr>
          <p:cNvSpPr>
            <a:spLocks noGrp="1"/>
          </p:cNvSpPr>
          <p:nvPr>
            <p:ph type="ftr" sz="quarter" idx="10"/>
          </p:nvPr>
        </p:nvSpPr>
        <p:spPr/>
        <p:txBody>
          <a:bodyPr/>
          <a:lstStyle>
            <a:lvl1pPr>
              <a:defRPr b="1" i="0">
                <a:latin typeface="Arial" panose="020B0604020202020204" pitchFamily="34" charset="0"/>
              </a:defRPr>
            </a:lvl1pPr>
          </a:lstStyle>
          <a:p>
            <a:r>
              <a:rPr lang="fr-FR" dirty="0" err="1"/>
              <a:t>Presentation</a:t>
            </a:r>
            <a:r>
              <a:rPr lang="fr-FR" dirty="0"/>
              <a:t> </a:t>
            </a:r>
            <a:r>
              <a:rPr lang="fr-FR" dirty="0" err="1"/>
              <a:t>title</a:t>
            </a:r>
            <a:endParaRPr lang="fr-FR" dirty="0"/>
          </a:p>
        </p:txBody>
      </p:sp>
      <p:sp>
        <p:nvSpPr>
          <p:cNvPr id="3" name="Espace réservé du numéro de diapositive 2">
            <a:extLst>
              <a:ext uri="{FF2B5EF4-FFF2-40B4-BE49-F238E27FC236}">
                <a16:creationId xmlns:a16="http://schemas.microsoft.com/office/drawing/2014/main" id="{B3D6BD79-B399-6FD4-6478-F6D34991BA01}"/>
              </a:ext>
            </a:extLst>
          </p:cNvPr>
          <p:cNvSpPr>
            <a:spLocks noGrp="1"/>
          </p:cNvSpPr>
          <p:nvPr>
            <p:ph type="sldNum" sz="quarter" idx="11"/>
          </p:nvPr>
        </p:nvSpPr>
        <p:spPr/>
        <p:txBody>
          <a:bodyPr/>
          <a:lstStyle>
            <a:lvl1pPr>
              <a:defRPr b="1" i="0">
                <a:latin typeface="Arial" panose="020B0604020202020204" pitchFamily="34" charset="0"/>
              </a:defRPr>
            </a:lvl1pPr>
          </a:lstStyle>
          <a:p>
            <a:fld id="{29BED1D5-2372-4BA3-AEA9-1F7A0F9A5921}" type="slidenum">
              <a:rPr lang="fr-FR" smtClean="0"/>
              <a:pPr/>
              <a:t>‹#›</a:t>
            </a:fld>
            <a:endParaRPr lang="fr-FR" dirty="0">
              <a:solidFill>
                <a:schemeClr val="accent1">
                  <a:lumMod val="75000"/>
                </a:schemeClr>
              </a:solidFill>
            </a:endParaRPr>
          </a:p>
        </p:txBody>
      </p:sp>
      <p:sp>
        <p:nvSpPr>
          <p:cNvPr id="7" name="Espace réservé du texte 14">
            <a:extLst>
              <a:ext uri="{FF2B5EF4-FFF2-40B4-BE49-F238E27FC236}">
                <a16:creationId xmlns:a16="http://schemas.microsoft.com/office/drawing/2014/main" id="{B27C3A9C-9E7F-00FE-4FCE-6E1BE7374FF2}"/>
              </a:ext>
            </a:extLst>
          </p:cNvPr>
          <p:cNvSpPr>
            <a:spLocks noGrp="1"/>
          </p:cNvSpPr>
          <p:nvPr>
            <p:ph type="body" sz="quarter" idx="12" hasCustomPrompt="1"/>
          </p:nvPr>
        </p:nvSpPr>
        <p:spPr>
          <a:xfrm>
            <a:off x="442913" y="735890"/>
            <a:ext cx="2201227" cy="327025"/>
          </a:xfrm>
          <a:prstGeom prst="roundRect">
            <a:avLst>
              <a:gd name="adj" fmla="val 5793"/>
            </a:avLst>
          </a:prstGeom>
          <a:solidFill>
            <a:schemeClr val="accent6"/>
          </a:solidFill>
        </p:spPr>
        <p:txBody>
          <a:bodyPr bIns="0" anchor="ctr" anchorCtr="0"/>
          <a:lstStyle>
            <a:lvl1pPr algn="ctr">
              <a:defRPr lang="fr-FR" sz="1000" b="1" i="0" kern="1200" cap="all" spc="300" baseline="0" dirty="0" smtClean="0">
                <a:solidFill>
                  <a:schemeClr val="lt1"/>
                </a:solidFill>
                <a:latin typeface="Arial" panose="020B0604020202020204" pitchFamily="34" charset="0"/>
                <a:ea typeface="+mn-ea"/>
                <a:cs typeface="+mn-cs"/>
              </a:defRPr>
            </a:lvl1pPr>
            <a:lvl2pPr>
              <a:defRPr lang="fr-FR" sz="1000" kern="1200" spc="300" dirty="0" smtClean="0">
                <a:solidFill>
                  <a:schemeClr val="lt1"/>
                </a:solidFill>
                <a:latin typeface="Arial" pitchFamily="34" charset="0"/>
                <a:ea typeface="+mn-ea"/>
                <a:cs typeface="+mn-cs"/>
              </a:defRPr>
            </a:lvl2pPr>
            <a:lvl3pPr>
              <a:defRPr lang="fr-FR" sz="1000" kern="1200" spc="300" dirty="0" smtClean="0">
                <a:solidFill>
                  <a:schemeClr val="lt1"/>
                </a:solidFill>
                <a:latin typeface="Arial" pitchFamily="34" charset="0"/>
                <a:ea typeface="+mn-ea"/>
                <a:cs typeface="+mn-cs"/>
              </a:defRPr>
            </a:lvl3pPr>
            <a:lvl4pPr>
              <a:defRPr lang="fr-FR" sz="1000" kern="1200" spc="300" dirty="0" smtClean="0">
                <a:solidFill>
                  <a:schemeClr val="lt1"/>
                </a:solidFill>
                <a:latin typeface="Arial" pitchFamily="34" charset="0"/>
                <a:ea typeface="+mn-ea"/>
                <a:cs typeface="+mn-cs"/>
              </a:defRPr>
            </a:lvl4pPr>
            <a:lvl5pPr>
              <a:defRPr lang="fr-FR" sz="1000" kern="1200" spc="300" dirty="0">
                <a:solidFill>
                  <a:schemeClr val="lt1"/>
                </a:solidFill>
                <a:latin typeface="Arial" pitchFamily="34" charset="0"/>
                <a:ea typeface="+mn-ea"/>
                <a:cs typeface="+mn-cs"/>
              </a:defRPr>
            </a:lvl5pPr>
          </a:lstStyle>
          <a:p>
            <a:pPr lvl="0"/>
            <a:r>
              <a:rPr lang="fr-FR" dirty="0"/>
              <a:t>YOUR SURTITLE</a:t>
            </a:r>
          </a:p>
        </p:txBody>
      </p:sp>
      <p:sp>
        <p:nvSpPr>
          <p:cNvPr id="11" name="Titre 10">
            <a:extLst>
              <a:ext uri="{FF2B5EF4-FFF2-40B4-BE49-F238E27FC236}">
                <a16:creationId xmlns:a16="http://schemas.microsoft.com/office/drawing/2014/main" id="{C36A98E3-999E-465B-0E98-B8A034BA4E5E}"/>
              </a:ext>
            </a:extLst>
          </p:cNvPr>
          <p:cNvSpPr>
            <a:spLocks noGrp="1"/>
          </p:cNvSpPr>
          <p:nvPr>
            <p:ph type="title" hasCustomPrompt="1"/>
          </p:nvPr>
        </p:nvSpPr>
        <p:spPr/>
        <p:txBody>
          <a:bodyPr/>
          <a:lstStyle>
            <a:lvl1pPr>
              <a:defRPr b="1" i="0">
                <a:latin typeface="Arial" panose="020B0604020202020204" pitchFamily="34" charset="0"/>
              </a:defRPr>
            </a:lvl1pPr>
          </a:lstStyle>
          <a:p>
            <a:r>
              <a:rPr lang="en-US" dirty="0"/>
              <a:t>The title of the slide here</a:t>
            </a:r>
            <a:endParaRPr lang="fr-FR" dirty="0"/>
          </a:p>
        </p:txBody>
      </p:sp>
      <p:pic>
        <p:nvPicPr>
          <p:cNvPr id="6" name="Graphique 5">
            <a:extLst>
              <a:ext uri="{FF2B5EF4-FFF2-40B4-BE49-F238E27FC236}">
                <a16:creationId xmlns:a16="http://schemas.microsoft.com/office/drawing/2014/main" id="{6D3CDD59-F1A7-E26F-A62B-5CF4379AFD0E}"/>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246038" y="94305"/>
            <a:ext cx="1906603" cy="623459"/>
          </a:xfrm>
          <a:prstGeom prst="rect">
            <a:avLst/>
          </a:prstGeom>
        </p:spPr>
      </p:pic>
    </p:spTree>
    <p:extLst>
      <p:ext uri="{BB962C8B-B14F-4D97-AF65-F5344CB8AC3E}">
        <p14:creationId xmlns:p14="http://schemas.microsoft.com/office/powerpoint/2010/main" val="225396594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uverture-san visuel">
    <p:bg>
      <p:bgPr>
        <a:solidFill>
          <a:schemeClr val="accent1"/>
        </a:solidFill>
        <a:effectLst/>
      </p:bgPr>
    </p:bg>
    <p:spTree>
      <p:nvGrpSpPr>
        <p:cNvPr id="1" name=""/>
        <p:cNvGrpSpPr/>
        <p:nvPr/>
      </p:nvGrpSpPr>
      <p:grpSpPr>
        <a:xfrm>
          <a:off x="0" y="0"/>
          <a:ext cx="0" cy="0"/>
          <a:chOff x="0" y="0"/>
          <a:chExt cx="0" cy="0"/>
        </a:xfrm>
      </p:grpSpPr>
      <p:cxnSp>
        <p:nvCxnSpPr>
          <p:cNvPr id="4" name="Connecteur droit 3">
            <a:extLst>
              <a:ext uri="{FF2B5EF4-FFF2-40B4-BE49-F238E27FC236}">
                <a16:creationId xmlns:a16="http://schemas.microsoft.com/office/drawing/2014/main" id="{17D9E85F-A513-E962-8B8C-2D074F7CFF91}"/>
              </a:ext>
            </a:extLst>
          </p:cNvPr>
          <p:cNvCxnSpPr>
            <a:cxnSpLocks/>
          </p:cNvCxnSpPr>
          <p:nvPr userDrawn="1"/>
        </p:nvCxnSpPr>
        <p:spPr>
          <a:xfrm flipH="1">
            <a:off x="0" y="1801906"/>
            <a:ext cx="9151620" cy="0"/>
          </a:xfrm>
          <a:prstGeom prst="line">
            <a:avLst/>
          </a:prstGeom>
          <a:ln>
            <a:gradFill flip="none" rotWithShape="1">
              <a:gsLst>
                <a:gs pos="50000">
                  <a:schemeClr val="bg1">
                    <a:alpha val="60000"/>
                  </a:schemeClr>
                </a:gs>
                <a:gs pos="0">
                  <a:schemeClr val="bg1">
                    <a:alpha val="0"/>
                  </a:schemeClr>
                </a:gs>
                <a:gs pos="100000">
                  <a:schemeClr val="bg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5" name="Connecteur droit 4">
            <a:extLst>
              <a:ext uri="{FF2B5EF4-FFF2-40B4-BE49-F238E27FC236}">
                <a16:creationId xmlns:a16="http://schemas.microsoft.com/office/drawing/2014/main" id="{819E95CA-AF62-99CC-0644-EFBC03F2D2F4}"/>
              </a:ext>
            </a:extLst>
          </p:cNvPr>
          <p:cNvCxnSpPr>
            <a:cxnSpLocks/>
          </p:cNvCxnSpPr>
          <p:nvPr userDrawn="1"/>
        </p:nvCxnSpPr>
        <p:spPr>
          <a:xfrm>
            <a:off x="7020560" y="-228600"/>
            <a:ext cx="0" cy="7086600"/>
          </a:xfrm>
          <a:prstGeom prst="line">
            <a:avLst/>
          </a:prstGeom>
          <a:ln>
            <a:gradFill flip="none" rotWithShape="1">
              <a:gsLst>
                <a:gs pos="50000">
                  <a:schemeClr val="bg1">
                    <a:alpha val="60000"/>
                  </a:schemeClr>
                </a:gs>
                <a:gs pos="0">
                  <a:schemeClr val="bg1">
                    <a:alpha val="0"/>
                  </a:schemeClr>
                </a:gs>
                <a:gs pos="100000">
                  <a:schemeClr val="bg1">
                    <a:alpha val="0"/>
                  </a:schemeClr>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1" name="Connecteur droit 10">
            <a:extLst>
              <a:ext uri="{FF2B5EF4-FFF2-40B4-BE49-F238E27FC236}">
                <a16:creationId xmlns:a16="http://schemas.microsoft.com/office/drawing/2014/main" id="{1DF41DC6-5E79-18D4-0692-C4EB7C0547A2}"/>
              </a:ext>
            </a:extLst>
          </p:cNvPr>
          <p:cNvCxnSpPr>
            <a:cxnSpLocks/>
          </p:cNvCxnSpPr>
          <p:nvPr userDrawn="1"/>
        </p:nvCxnSpPr>
        <p:spPr>
          <a:xfrm flipH="1">
            <a:off x="0" y="3807432"/>
            <a:ext cx="8064500" cy="0"/>
          </a:xfrm>
          <a:prstGeom prst="line">
            <a:avLst/>
          </a:prstGeom>
          <a:ln>
            <a:gradFill flip="none" rotWithShape="1">
              <a:gsLst>
                <a:gs pos="50000">
                  <a:schemeClr val="bg1">
                    <a:alpha val="60000"/>
                  </a:schemeClr>
                </a:gs>
                <a:gs pos="0">
                  <a:schemeClr val="bg1">
                    <a:alpha val="0"/>
                  </a:schemeClr>
                </a:gs>
                <a:gs pos="100000">
                  <a:schemeClr val="bg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3" name="Connecteur droit 12">
            <a:extLst>
              <a:ext uri="{FF2B5EF4-FFF2-40B4-BE49-F238E27FC236}">
                <a16:creationId xmlns:a16="http://schemas.microsoft.com/office/drawing/2014/main" id="{A8BA0259-5964-0B28-AA96-0EBF02C9889D}"/>
              </a:ext>
            </a:extLst>
          </p:cNvPr>
          <p:cNvCxnSpPr>
            <a:cxnSpLocks/>
          </p:cNvCxnSpPr>
          <p:nvPr userDrawn="1"/>
        </p:nvCxnSpPr>
        <p:spPr>
          <a:xfrm>
            <a:off x="0" y="5812956"/>
            <a:ext cx="7810500" cy="0"/>
          </a:xfrm>
          <a:prstGeom prst="line">
            <a:avLst/>
          </a:prstGeom>
          <a:ln>
            <a:gradFill flip="none" rotWithShape="1">
              <a:gsLst>
                <a:gs pos="50000">
                  <a:schemeClr val="bg1">
                    <a:alpha val="60000"/>
                  </a:schemeClr>
                </a:gs>
                <a:gs pos="0">
                  <a:schemeClr val="bg1">
                    <a:alpha val="0"/>
                  </a:schemeClr>
                </a:gs>
                <a:gs pos="100000">
                  <a:schemeClr val="bg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pic>
        <p:nvPicPr>
          <p:cNvPr id="18" name="Graphique 17">
            <a:extLst>
              <a:ext uri="{FF2B5EF4-FFF2-40B4-BE49-F238E27FC236}">
                <a16:creationId xmlns:a16="http://schemas.microsoft.com/office/drawing/2014/main" id="{5217719A-8E11-5BA3-D0D1-AC2497E37DF6}"/>
              </a:ext>
            </a:extLst>
          </p:cNvPr>
          <p:cNvPicPr>
            <a:picLocks noChangeAspect="1"/>
          </p:cNvPicPr>
          <p:nvPr userDrawn="1"/>
        </p:nvPicPr>
        <p:blipFill>
          <a:blip>
            <a:extLst>
              <a:ext uri="{96DAC541-7B7A-43D3-8B79-37D633B846F1}">
                <asvg:svgBlip xmlns:asvg="http://schemas.microsoft.com/office/drawing/2016/SVG/main" r:embed="rId2"/>
              </a:ext>
            </a:extLst>
          </a:blip>
          <a:srcRect l="33852" r="23653" b="18947"/>
          <a:stretch>
            <a:fillRect/>
          </a:stretch>
        </p:blipFill>
        <p:spPr>
          <a:xfrm rot="5400000" flipV="1">
            <a:off x="5495230" y="161227"/>
            <a:ext cx="6858000" cy="6535545"/>
          </a:xfrm>
          <a:prstGeom prst="rect">
            <a:avLst/>
          </a:prstGeom>
        </p:spPr>
      </p:pic>
      <p:sp>
        <p:nvSpPr>
          <p:cNvPr id="19" name="Titre 1">
            <a:extLst>
              <a:ext uri="{FF2B5EF4-FFF2-40B4-BE49-F238E27FC236}">
                <a16:creationId xmlns:a16="http://schemas.microsoft.com/office/drawing/2014/main" id="{C9CD5C6B-BDD7-B02E-097F-0D16B7857934}"/>
              </a:ext>
            </a:extLst>
          </p:cNvPr>
          <p:cNvSpPr>
            <a:spLocks noGrp="1"/>
          </p:cNvSpPr>
          <p:nvPr>
            <p:ph type="title" hasCustomPrompt="1"/>
          </p:nvPr>
        </p:nvSpPr>
        <p:spPr>
          <a:xfrm>
            <a:off x="807571" y="2073641"/>
            <a:ext cx="6212987" cy="2492990"/>
          </a:xfrm>
        </p:spPr>
        <p:txBody>
          <a:bodyPr/>
          <a:lstStyle>
            <a:lvl1pPr>
              <a:lnSpc>
                <a:spcPct val="90000"/>
              </a:lnSpc>
              <a:defRPr sz="6000" b="1" i="0" cap="all" spc="200" baseline="0">
                <a:solidFill>
                  <a:schemeClr val="bg1"/>
                </a:solidFill>
                <a:latin typeface="Arial" panose="020B0604020202020204" pitchFamily="34" charset="0"/>
              </a:defRPr>
            </a:lvl1pPr>
          </a:lstStyle>
          <a:p>
            <a:r>
              <a:rPr lang="fr-FR"/>
              <a:t>TITLE OF THE PRESENTATION</a:t>
            </a:r>
          </a:p>
        </p:txBody>
      </p:sp>
      <p:sp>
        <p:nvSpPr>
          <p:cNvPr id="20" name="Espace réservé du texte 13">
            <a:extLst>
              <a:ext uri="{FF2B5EF4-FFF2-40B4-BE49-F238E27FC236}">
                <a16:creationId xmlns:a16="http://schemas.microsoft.com/office/drawing/2014/main" id="{BD0E8C3B-7691-D2BE-F18F-57B3167BE4A6}"/>
              </a:ext>
            </a:extLst>
          </p:cNvPr>
          <p:cNvSpPr>
            <a:spLocks noGrp="1"/>
          </p:cNvSpPr>
          <p:nvPr>
            <p:ph type="body" sz="quarter" idx="12" hasCustomPrompt="1"/>
          </p:nvPr>
        </p:nvSpPr>
        <p:spPr>
          <a:xfrm>
            <a:off x="798607" y="4328132"/>
            <a:ext cx="4751293" cy="964124"/>
          </a:xfrm>
          <a:prstGeom prst="rect">
            <a:avLst/>
          </a:prstGeom>
        </p:spPr>
        <p:txBody>
          <a:bodyPr/>
          <a:lstStyle>
            <a:lvl1pPr>
              <a:defRPr sz="1800" b="1" i="0">
                <a:solidFill>
                  <a:schemeClr val="bg1"/>
                </a:solidFill>
                <a:latin typeface="Arial" panose="020B0604020202020204" pitchFamily="34" charset="0"/>
              </a:defRPr>
            </a:lvl1pPr>
          </a:lstStyle>
          <a:p>
            <a:pPr lvl="0"/>
            <a:r>
              <a:rPr lang="en-US"/>
              <a:t>Subtitle of the presentation if necessary</a:t>
            </a:r>
            <a:endParaRPr lang="fr-FR"/>
          </a:p>
        </p:txBody>
      </p:sp>
      <p:sp>
        <p:nvSpPr>
          <p:cNvPr id="21" name="Rectangle 20">
            <a:extLst>
              <a:ext uri="{FF2B5EF4-FFF2-40B4-BE49-F238E27FC236}">
                <a16:creationId xmlns:a16="http://schemas.microsoft.com/office/drawing/2014/main" id="{E7F14CF1-C34A-6EA6-3DC2-A66EA5527EB3}"/>
              </a:ext>
            </a:extLst>
          </p:cNvPr>
          <p:cNvSpPr/>
          <p:nvPr userDrawn="1"/>
        </p:nvSpPr>
        <p:spPr>
          <a:xfrm>
            <a:off x="304800" y="6273800"/>
            <a:ext cx="502772" cy="5842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i="0">
              <a:latin typeface="Arial" panose="020B0604020202020204" pitchFamily="34" charset="0"/>
            </a:endParaRPr>
          </a:p>
        </p:txBody>
      </p:sp>
      <p:pic>
        <p:nvPicPr>
          <p:cNvPr id="23" name="Graphique 22">
            <a:extLst>
              <a:ext uri="{FF2B5EF4-FFF2-40B4-BE49-F238E27FC236}">
                <a16:creationId xmlns:a16="http://schemas.microsoft.com/office/drawing/2014/main" id="{58B1375A-135D-05A0-CBD7-C30BB3473D5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85777" y="472005"/>
            <a:ext cx="3457575" cy="1130779"/>
          </a:xfrm>
          <a:prstGeom prst="rect">
            <a:avLst/>
          </a:prstGeom>
        </p:spPr>
      </p:pic>
    </p:spTree>
    <p:extLst>
      <p:ext uri="{BB962C8B-B14F-4D97-AF65-F5344CB8AC3E}">
        <p14:creationId xmlns:p14="http://schemas.microsoft.com/office/powerpoint/2010/main" val="164366213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uverture_visuel_vertical">
    <p:bg>
      <p:bgPr>
        <a:solidFill>
          <a:schemeClr val="accent1"/>
        </a:solidFill>
        <a:effectLst/>
      </p:bgPr>
    </p:bg>
    <p:spTree>
      <p:nvGrpSpPr>
        <p:cNvPr id="1" name=""/>
        <p:cNvGrpSpPr/>
        <p:nvPr/>
      </p:nvGrpSpPr>
      <p:grpSpPr>
        <a:xfrm>
          <a:off x="0" y="0"/>
          <a:ext cx="0" cy="0"/>
          <a:chOff x="0" y="0"/>
          <a:chExt cx="0" cy="0"/>
        </a:xfrm>
      </p:grpSpPr>
      <p:cxnSp>
        <p:nvCxnSpPr>
          <p:cNvPr id="10" name="Connecteur droit 9">
            <a:extLst>
              <a:ext uri="{FF2B5EF4-FFF2-40B4-BE49-F238E27FC236}">
                <a16:creationId xmlns:a16="http://schemas.microsoft.com/office/drawing/2014/main" id="{88F74176-D5EA-145A-5E6D-891582572C27}"/>
              </a:ext>
            </a:extLst>
          </p:cNvPr>
          <p:cNvCxnSpPr>
            <a:cxnSpLocks/>
          </p:cNvCxnSpPr>
          <p:nvPr userDrawn="1"/>
        </p:nvCxnSpPr>
        <p:spPr>
          <a:xfrm flipH="1">
            <a:off x="0" y="2052320"/>
            <a:ext cx="12192000" cy="0"/>
          </a:xfrm>
          <a:prstGeom prst="line">
            <a:avLst/>
          </a:prstGeom>
          <a:ln>
            <a:gradFill flip="none" rotWithShape="1">
              <a:gsLst>
                <a:gs pos="50000">
                  <a:schemeClr val="bg1">
                    <a:alpha val="60000"/>
                  </a:schemeClr>
                </a:gs>
                <a:gs pos="0">
                  <a:schemeClr val="bg1">
                    <a:alpha val="0"/>
                  </a:schemeClr>
                </a:gs>
                <a:gs pos="100000">
                  <a:schemeClr val="bg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5" name="Connecteur droit 4">
            <a:extLst>
              <a:ext uri="{FF2B5EF4-FFF2-40B4-BE49-F238E27FC236}">
                <a16:creationId xmlns:a16="http://schemas.microsoft.com/office/drawing/2014/main" id="{1CFC7E66-51CA-6529-1784-CDEF0F10719A}"/>
              </a:ext>
            </a:extLst>
          </p:cNvPr>
          <p:cNvCxnSpPr>
            <a:cxnSpLocks/>
          </p:cNvCxnSpPr>
          <p:nvPr userDrawn="1"/>
        </p:nvCxnSpPr>
        <p:spPr>
          <a:xfrm>
            <a:off x="6096000" y="-228600"/>
            <a:ext cx="0" cy="7086600"/>
          </a:xfrm>
          <a:prstGeom prst="line">
            <a:avLst/>
          </a:prstGeom>
          <a:ln>
            <a:gradFill flip="none" rotWithShape="1">
              <a:gsLst>
                <a:gs pos="50000">
                  <a:schemeClr val="bg1">
                    <a:alpha val="60000"/>
                  </a:schemeClr>
                </a:gs>
                <a:gs pos="0">
                  <a:schemeClr val="bg1">
                    <a:alpha val="0"/>
                  </a:schemeClr>
                </a:gs>
                <a:gs pos="100000">
                  <a:schemeClr val="bg1">
                    <a:alpha val="0"/>
                  </a:schemeClr>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3" name="Connecteur droit 12">
            <a:extLst>
              <a:ext uri="{FF2B5EF4-FFF2-40B4-BE49-F238E27FC236}">
                <a16:creationId xmlns:a16="http://schemas.microsoft.com/office/drawing/2014/main" id="{9A968F9C-6A16-F42E-76CA-9C2F827055BC}"/>
              </a:ext>
            </a:extLst>
          </p:cNvPr>
          <p:cNvCxnSpPr>
            <a:cxnSpLocks/>
          </p:cNvCxnSpPr>
          <p:nvPr userDrawn="1"/>
        </p:nvCxnSpPr>
        <p:spPr>
          <a:xfrm>
            <a:off x="0" y="4572000"/>
            <a:ext cx="7810500" cy="0"/>
          </a:xfrm>
          <a:prstGeom prst="line">
            <a:avLst/>
          </a:prstGeom>
          <a:ln>
            <a:gradFill flip="none" rotWithShape="1">
              <a:gsLst>
                <a:gs pos="50000">
                  <a:schemeClr val="bg1">
                    <a:alpha val="60000"/>
                  </a:schemeClr>
                </a:gs>
                <a:gs pos="0">
                  <a:schemeClr val="bg1">
                    <a:alpha val="0"/>
                  </a:schemeClr>
                </a:gs>
                <a:gs pos="100000">
                  <a:schemeClr val="bg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pic>
        <p:nvPicPr>
          <p:cNvPr id="12" name="Graphique 11">
            <a:extLst>
              <a:ext uri="{FF2B5EF4-FFF2-40B4-BE49-F238E27FC236}">
                <a16:creationId xmlns:a16="http://schemas.microsoft.com/office/drawing/2014/main" id="{8B084DB7-D401-7993-D7A1-71430D648490}"/>
              </a:ext>
            </a:extLst>
          </p:cNvPr>
          <p:cNvPicPr>
            <a:picLocks noChangeAspect="1"/>
          </p:cNvPicPr>
          <p:nvPr userDrawn="1"/>
        </p:nvPicPr>
        <p:blipFill>
          <a:blip>
            <a:extLst>
              <a:ext uri="{96DAC541-7B7A-43D3-8B79-37D633B846F1}">
                <asvg:svgBlip xmlns:asvg="http://schemas.microsoft.com/office/drawing/2016/SVG/main" r:embed="rId2"/>
              </a:ext>
            </a:extLst>
          </a:blip>
          <a:srcRect l="37873" t="34807" r="25747" b="7405"/>
          <a:stretch>
            <a:fillRect/>
          </a:stretch>
        </p:blipFill>
        <p:spPr>
          <a:xfrm rot="5400000" flipV="1">
            <a:off x="6041574" y="707575"/>
            <a:ext cx="6858001" cy="5442853"/>
          </a:xfrm>
          <a:prstGeom prst="rect">
            <a:avLst/>
          </a:prstGeom>
        </p:spPr>
      </p:pic>
      <p:sp>
        <p:nvSpPr>
          <p:cNvPr id="14" name="Espace réservé du texte 13">
            <a:extLst>
              <a:ext uri="{FF2B5EF4-FFF2-40B4-BE49-F238E27FC236}">
                <a16:creationId xmlns:a16="http://schemas.microsoft.com/office/drawing/2014/main" id="{52971909-8CB4-5EE2-60F2-B49ECF80F84F}"/>
              </a:ext>
            </a:extLst>
          </p:cNvPr>
          <p:cNvSpPr>
            <a:spLocks noGrp="1"/>
          </p:cNvSpPr>
          <p:nvPr>
            <p:ph type="body" sz="quarter" idx="12" hasCustomPrompt="1"/>
          </p:nvPr>
        </p:nvSpPr>
        <p:spPr>
          <a:xfrm>
            <a:off x="870267" y="4743451"/>
            <a:ext cx="3254057" cy="657268"/>
          </a:xfrm>
          <a:prstGeom prst="rect">
            <a:avLst/>
          </a:prstGeom>
        </p:spPr>
        <p:txBody>
          <a:bodyPr/>
          <a:lstStyle>
            <a:lvl1pPr>
              <a:defRPr sz="1800" b="1" i="0">
                <a:solidFill>
                  <a:schemeClr val="bg1"/>
                </a:solidFill>
                <a:latin typeface="Arial" panose="020B0604020202020204" pitchFamily="34" charset="0"/>
              </a:defRPr>
            </a:lvl1pPr>
          </a:lstStyle>
          <a:p>
            <a:pPr lvl="0"/>
            <a:r>
              <a:rPr lang="en-US"/>
              <a:t>Subtitle of the presentation if necessary</a:t>
            </a:r>
            <a:endParaRPr lang="fr-FR"/>
          </a:p>
        </p:txBody>
      </p:sp>
      <p:sp>
        <p:nvSpPr>
          <p:cNvPr id="38" name="Espace réservé pour une image  37">
            <a:extLst>
              <a:ext uri="{FF2B5EF4-FFF2-40B4-BE49-F238E27FC236}">
                <a16:creationId xmlns:a16="http://schemas.microsoft.com/office/drawing/2014/main" id="{FA6C8713-80C1-42F7-B394-9F8C39CF59EF}"/>
              </a:ext>
            </a:extLst>
          </p:cNvPr>
          <p:cNvSpPr>
            <a:spLocks noGrp="1"/>
          </p:cNvSpPr>
          <p:nvPr>
            <p:ph type="pic" sz="quarter" idx="15"/>
          </p:nvPr>
        </p:nvSpPr>
        <p:spPr>
          <a:xfrm>
            <a:off x="7261887" y="571500"/>
            <a:ext cx="4514850" cy="5702300"/>
          </a:xfrm>
          <a:custGeom>
            <a:avLst/>
            <a:gdLst>
              <a:gd name="csX0" fmla="*/ 0 w 4514850"/>
              <a:gd name="csY0" fmla="*/ 0 h 5702300"/>
              <a:gd name="csX1" fmla="*/ 4514850 w 4514850"/>
              <a:gd name="csY1" fmla="*/ 0 h 5702300"/>
              <a:gd name="csX2" fmla="*/ 4514850 w 4514850"/>
              <a:gd name="csY2" fmla="*/ 5425301 h 5702300"/>
              <a:gd name="csX3" fmla="*/ 1076197 w 4514850"/>
              <a:gd name="csY3" fmla="*/ 5425301 h 5702300"/>
              <a:gd name="csX4" fmla="*/ 1076197 w 4514850"/>
              <a:gd name="csY4" fmla="*/ 5702300 h 5702300"/>
              <a:gd name="csX5" fmla="*/ 4514850 w 4514850"/>
              <a:gd name="csY5" fmla="*/ 5702300 h 5702300"/>
              <a:gd name="csX6" fmla="*/ 4514850 w 4514850"/>
              <a:gd name="csY6" fmla="*/ 5702300 h 5702300"/>
              <a:gd name="csX7" fmla="*/ 0 w 4514850"/>
              <a:gd name="csY7" fmla="*/ 5702300 h 57023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4514850" h="5702300">
                <a:moveTo>
                  <a:pt x="0" y="0"/>
                </a:moveTo>
                <a:lnTo>
                  <a:pt x="4514850" y="0"/>
                </a:lnTo>
                <a:lnTo>
                  <a:pt x="4514850" y="5425301"/>
                </a:lnTo>
                <a:lnTo>
                  <a:pt x="1076197" y="5425301"/>
                </a:lnTo>
                <a:lnTo>
                  <a:pt x="1076197" y="5702300"/>
                </a:lnTo>
                <a:lnTo>
                  <a:pt x="4514850" y="5702300"/>
                </a:lnTo>
                <a:lnTo>
                  <a:pt x="4514850" y="5702300"/>
                </a:lnTo>
                <a:lnTo>
                  <a:pt x="0" y="5702300"/>
                </a:lnTo>
                <a:close/>
              </a:path>
            </a:pathLst>
          </a:custGeom>
          <a:solidFill>
            <a:schemeClr val="bg1">
              <a:lumMod val="95000"/>
            </a:schemeClr>
          </a:solidFill>
        </p:spPr>
        <p:txBody>
          <a:bodyPr wrap="square">
            <a:noAutofit/>
          </a:bodyPr>
          <a:lstStyle>
            <a:lvl1pPr>
              <a:defRPr b="1" i="0">
                <a:latin typeface="Arial" panose="020B0604020202020204" pitchFamily="34" charset="0"/>
              </a:defRPr>
            </a:lvl1pPr>
          </a:lstStyle>
          <a:p>
            <a:endParaRPr lang="fr-FR"/>
          </a:p>
        </p:txBody>
      </p:sp>
      <p:sp>
        <p:nvSpPr>
          <p:cNvPr id="40" name="Rectangle 39">
            <a:extLst>
              <a:ext uri="{FF2B5EF4-FFF2-40B4-BE49-F238E27FC236}">
                <a16:creationId xmlns:a16="http://schemas.microsoft.com/office/drawing/2014/main" id="{BF95A1EA-768B-B168-62CC-47E2DCC498BD}"/>
              </a:ext>
            </a:extLst>
          </p:cNvPr>
          <p:cNvSpPr/>
          <p:nvPr userDrawn="1"/>
        </p:nvSpPr>
        <p:spPr>
          <a:xfrm rot="16200000">
            <a:off x="10126542" y="4208342"/>
            <a:ext cx="276999" cy="385391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i="0">
              <a:latin typeface="Arial" panose="020B0604020202020204" pitchFamily="34" charset="0"/>
            </a:endParaRPr>
          </a:p>
        </p:txBody>
      </p:sp>
      <p:sp>
        <p:nvSpPr>
          <p:cNvPr id="4" name="Rectangle 3">
            <a:extLst>
              <a:ext uri="{FF2B5EF4-FFF2-40B4-BE49-F238E27FC236}">
                <a16:creationId xmlns:a16="http://schemas.microsoft.com/office/drawing/2014/main" id="{C5DD3DF1-5D87-60E9-6A52-7AB8DD8A0662}"/>
              </a:ext>
            </a:extLst>
          </p:cNvPr>
          <p:cNvSpPr/>
          <p:nvPr userDrawn="1"/>
        </p:nvSpPr>
        <p:spPr>
          <a:xfrm>
            <a:off x="304800" y="6273800"/>
            <a:ext cx="502772" cy="5842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i="0">
              <a:latin typeface="Arial" panose="020B0604020202020204" pitchFamily="34" charset="0"/>
            </a:endParaRPr>
          </a:p>
        </p:txBody>
      </p:sp>
      <p:pic>
        <p:nvPicPr>
          <p:cNvPr id="17" name="Graphique 16">
            <a:extLst>
              <a:ext uri="{FF2B5EF4-FFF2-40B4-BE49-F238E27FC236}">
                <a16:creationId xmlns:a16="http://schemas.microsoft.com/office/drawing/2014/main" id="{6721D06A-F97B-7415-7510-72725738606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85777" y="472005"/>
            <a:ext cx="3457575" cy="1130779"/>
          </a:xfrm>
          <a:prstGeom prst="rect">
            <a:avLst/>
          </a:prstGeom>
        </p:spPr>
      </p:pic>
    </p:spTree>
    <p:extLst>
      <p:ext uri="{BB962C8B-B14F-4D97-AF65-F5344CB8AC3E}">
        <p14:creationId xmlns:p14="http://schemas.microsoft.com/office/powerpoint/2010/main" val="76664531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uverture_visuel_horizontal">
    <p:bg>
      <p:bgPr>
        <a:solidFill>
          <a:schemeClr val="accent1"/>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8EB3C588-8335-79BB-34A2-71088CB551C3}"/>
              </a:ext>
            </a:extLst>
          </p:cNvPr>
          <p:cNvSpPr/>
          <p:nvPr userDrawn="1"/>
        </p:nvSpPr>
        <p:spPr>
          <a:xfrm>
            <a:off x="304800" y="6273800"/>
            <a:ext cx="502772" cy="5842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i="0" dirty="0">
              <a:solidFill>
                <a:schemeClr val="bg1"/>
              </a:solidFill>
              <a:latin typeface="Arial" panose="020B0604020202020204" pitchFamily="34" charset="0"/>
            </a:endParaRPr>
          </a:p>
        </p:txBody>
      </p:sp>
      <p:pic>
        <p:nvPicPr>
          <p:cNvPr id="17" name="Graphique 16">
            <a:extLst>
              <a:ext uri="{FF2B5EF4-FFF2-40B4-BE49-F238E27FC236}">
                <a16:creationId xmlns:a16="http://schemas.microsoft.com/office/drawing/2014/main" id="{C0094C39-1CB0-7887-5E31-A511943671AE}"/>
              </a:ext>
            </a:extLst>
          </p:cNvPr>
          <p:cNvPicPr>
            <a:picLocks noChangeAspect="1"/>
          </p:cNvPicPr>
          <p:nvPr userDrawn="1"/>
        </p:nvPicPr>
        <p:blipFill>
          <a:blip>
            <a:extLst>
              <a:ext uri="{96DAC541-7B7A-43D3-8B79-37D633B846F1}">
                <asvg:svgBlip xmlns:asvg="http://schemas.microsoft.com/office/drawing/2016/SVG/main" r:embed="rId2"/>
              </a:ext>
            </a:extLst>
          </a:blip>
          <a:srcRect t="20598" r="22044" b="45322"/>
          <a:stretch>
            <a:fillRect/>
          </a:stretch>
        </p:blipFill>
        <p:spPr>
          <a:xfrm rot="10800000" flipV="1">
            <a:off x="-4" y="4284133"/>
            <a:ext cx="11784013" cy="2573868"/>
          </a:xfrm>
          <a:prstGeom prst="rect">
            <a:avLst/>
          </a:prstGeom>
        </p:spPr>
      </p:pic>
      <p:sp>
        <p:nvSpPr>
          <p:cNvPr id="19" name="Rectangle 18">
            <a:extLst>
              <a:ext uri="{FF2B5EF4-FFF2-40B4-BE49-F238E27FC236}">
                <a16:creationId xmlns:a16="http://schemas.microsoft.com/office/drawing/2014/main" id="{1688A86D-E1C1-16A7-7AEE-0B31F6B3A5C0}"/>
              </a:ext>
            </a:extLst>
          </p:cNvPr>
          <p:cNvSpPr/>
          <p:nvPr userDrawn="1"/>
        </p:nvSpPr>
        <p:spPr>
          <a:xfrm rot="16200000">
            <a:off x="3605449" y="3543064"/>
            <a:ext cx="152399" cy="6477471"/>
          </a:xfrm>
          <a:prstGeom prst="rect">
            <a:avLst/>
          </a:prstGeom>
          <a:solidFill>
            <a:schemeClr val="accent3"/>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i="0" dirty="0">
              <a:solidFill>
                <a:schemeClr val="bg1"/>
              </a:solidFill>
              <a:latin typeface="Arial" panose="020B0604020202020204" pitchFamily="34" charset="0"/>
            </a:endParaRPr>
          </a:p>
        </p:txBody>
      </p:sp>
      <p:sp>
        <p:nvSpPr>
          <p:cNvPr id="22" name="Titre 1">
            <a:extLst>
              <a:ext uri="{FF2B5EF4-FFF2-40B4-BE49-F238E27FC236}">
                <a16:creationId xmlns:a16="http://schemas.microsoft.com/office/drawing/2014/main" id="{FFDFF561-C445-313A-A782-14631D71F349}"/>
              </a:ext>
            </a:extLst>
          </p:cNvPr>
          <p:cNvSpPr>
            <a:spLocks noGrp="1"/>
          </p:cNvSpPr>
          <p:nvPr>
            <p:ph type="title" hasCustomPrompt="1"/>
          </p:nvPr>
        </p:nvSpPr>
        <p:spPr>
          <a:xfrm>
            <a:off x="849313" y="4457580"/>
            <a:ext cx="6186957" cy="1600438"/>
          </a:xfrm>
        </p:spPr>
        <p:txBody>
          <a:bodyPr vert="horz" wrap="square" lIns="0" tIns="0" rIns="0" bIns="0" rtlCol="0" anchor="ctr">
            <a:spAutoFit/>
          </a:bodyPr>
          <a:lstStyle>
            <a:lvl1pPr>
              <a:lnSpc>
                <a:spcPct val="90000"/>
              </a:lnSpc>
              <a:defRPr lang="fr-FR" sz="5200" b="1" i="0" kern="1200" cap="all" spc="200" baseline="0" dirty="0">
                <a:solidFill>
                  <a:schemeClr val="bg1"/>
                </a:solidFill>
                <a:latin typeface="Arial" panose="020B0604020202020204" pitchFamily="34" charset="0"/>
                <a:ea typeface="+mn-ea"/>
                <a:cs typeface="+mn-cs"/>
              </a:defRPr>
            </a:lvl1pPr>
          </a:lstStyle>
          <a:p>
            <a:pPr lvl="0">
              <a:lnSpc>
                <a:spcPct val="100000"/>
              </a:lnSpc>
            </a:pPr>
            <a:r>
              <a:rPr lang="fr-FR" dirty="0"/>
              <a:t>TITLE OF THE PRESENTATION</a:t>
            </a:r>
          </a:p>
        </p:txBody>
      </p:sp>
      <p:cxnSp>
        <p:nvCxnSpPr>
          <p:cNvPr id="24" name="Connecteur droit 23">
            <a:extLst>
              <a:ext uri="{FF2B5EF4-FFF2-40B4-BE49-F238E27FC236}">
                <a16:creationId xmlns:a16="http://schemas.microsoft.com/office/drawing/2014/main" id="{75DDF579-6F1A-A2CB-4FD7-8E6ED86331F7}"/>
              </a:ext>
            </a:extLst>
          </p:cNvPr>
          <p:cNvCxnSpPr>
            <a:cxnSpLocks/>
          </p:cNvCxnSpPr>
          <p:nvPr userDrawn="1"/>
        </p:nvCxnSpPr>
        <p:spPr>
          <a:xfrm>
            <a:off x="442914" y="-20322"/>
            <a:ext cx="0" cy="4650379"/>
          </a:xfrm>
          <a:prstGeom prst="line">
            <a:avLst/>
          </a:prstGeom>
          <a:ln>
            <a:gradFill flip="none" rotWithShape="1">
              <a:gsLst>
                <a:gs pos="50000">
                  <a:srgbClr val="006A4E">
                    <a:alpha val="60000"/>
                  </a:srgbClr>
                </a:gs>
                <a:gs pos="0">
                  <a:schemeClr val="accent1">
                    <a:alpha val="0"/>
                  </a:schemeClr>
                </a:gs>
                <a:gs pos="100000">
                  <a:schemeClr val="accent1">
                    <a:alpha val="0"/>
                  </a:schemeClr>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25" name="Connecteur droit 24">
            <a:extLst>
              <a:ext uri="{FF2B5EF4-FFF2-40B4-BE49-F238E27FC236}">
                <a16:creationId xmlns:a16="http://schemas.microsoft.com/office/drawing/2014/main" id="{D67DC8B2-24AC-207C-68C3-EAB347F19B84}"/>
              </a:ext>
            </a:extLst>
          </p:cNvPr>
          <p:cNvCxnSpPr>
            <a:cxnSpLocks/>
          </p:cNvCxnSpPr>
          <p:nvPr userDrawn="1"/>
        </p:nvCxnSpPr>
        <p:spPr>
          <a:xfrm>
            <a:off x="7400928" y="4082386"/>
            <a:ext cx="0" cy="2775614"/>
          </a:xfrm>
          <a:prstGeom prst="line">
            <a:avLst/>
          </a:prstGeom>
          <a:ln>
            <a:gradFill flip="none" rotWithShape="1">
              <a:gsLst>
                <a:gs pos="50000">
                  <a:srgbClr val="006A4E">
                    <a:alpha val="60000"/>
                  </a:srgbClr>
                </a:gs>
                <a:gs pos="0">
                  <a:schemeClr val="accent1">
                    <a:alpha val="0"/>
                  </a:schemeClr>
                </a:gs>
                <a:gs pos="100000">
                  <a:schemeClr val="accent1">
                    <a:alpha val="0"/>
                  </a:schemeClr>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26" name="Connecteur droit 25">
            <a:extLst>
              <a:ext uri="{FF2B5EF4-FFF2-40B4-BE49-F238E27FC236}">
                <a16:creationId xmlns:a16="http://schemas.microsoft.com/office/drawing/2014/main" id="{4EBAD20B-EE7B-1DA8-53D0-2C3844952587}"/>
              </a:ext>
            </a:extLst>
          </p:cNvPr>
          <p:cNvCxnSpPr>
            <a:cxnSpLocks/>
          </p:cNvCxnSpPr>
          <p:nvPr userDrawn="1"/>
        </p:nvCxnSpPr>
        <p:spPr>
          <a:xfrm>
            <a:off x="11784013" y="-20322"/>
            <a:ext cx="0" cy="6411640"/>
          </a:xfrm>
          <a:prstGeom prst="line">
            <a:avLst/>
          </a:prstGeom>
          <a:ln>
            <a:gradFill flip="none" rotWithShape="1">
              <a:gsLst>
                <a:gs pos="50000">
                  <a:srgbClr val="006A4E">
                    <a:alpha val="60000"/>
                  </a:srgbClr>
                </a:gs>
                <a:gs pos="0">
                  <a:schemeClr val="accent1">
                    <a:alpha val="0"/>
                  </a:schemeClr>
                </a:gs>
                <a:gs pos="100000">
                  <a:schemeClr val="accent1">
                    <a:alpha val="0"/>
                  </a:schemeClr>
                </a:gs>
              </a:gsLst>
              <a:lin ang="5400000" scaled="1"/>
              <a:tileRect/>
            </a:gradFill>
          </a:ln>
        </p:spPr>
        <p:style>
          <a:lnRef idx="1">
            <a:schemeClr val="accent1"/>
          </a:lnRef>
          <a:fillRef idx="0">
            <a:schemeClr val="accent1"/>
          </a:fillRef>
          <a:effectRef idx="0">
            <a:schemeClr val="accent1"/>
          </a:effectRef>
          <a:fontRef idx="minor">
            <a:schemeClr val="tx1"/>
          </a:fontRef>
        </p:style>
      </p:cxnSp>
      <p:sp>
        <p:nvSpPr>
          <p:cNvPr id="27" name="Espace réservé pour une image  17">
            <a:extLst>
              <a:ext uri="{FF2B5EF4-FFF2-40B4-BE49-F238E27FC236}">
                <a16:creationId xmlns:a16="http://schemas.microsoft.com/office/drawing/2014/main" id="{067B7678-C33B-92A8-6602-07B121EB4DDF}"/>
              </a:ext>
            </a:extLst>
          </p:cNvPr>
          <p:cNvSpPr>
            <a:spLocks noGrp="1"/>
          </p:cNvSpPr>
          <p:nvPr>
            <p:ph type="pic" sz="quarter" idx="14"/>
          </p:nvPr>
        </p:nvSpPr>
        <p:spPr>
          <a:xfrm>
            <a:off x="442913" y="-20638"/>
            <a:ext cx="11341099" cy="4103024"/>
          </a:xfrm>
          <a:prstGeom prst="rect">
            <a:avLst/>
          </a:prstGeom>
          <a:solidFill>
            <a:schemeClr val="bg1">
              <a:lumMod val="95000"/>
            </a:schemeClr>
          </a:solidFill>
        </p:spPr>
        <p:txBody>
          <a:bodyPr wrap="square">
            <a:noAutofit/>
          </a:bodyPr>
          <a:lstStyle>
            <a:lvl1pPr>
              <a:defRPr b="1" i="0">
                <a:latin typeface="Arial" panose="020B0604020202020204" pitchFamily="34" charset="0"/>
              </a:defRPr>
            </a:lvl1pPr>
          </a:lstStyle>
          <a:p>
            <a:endParaRPr lang="fr-FR" dirty="0"/>
          </a:p>
        </p:txBody>
      </p:sp>
      <p:cxnSp>
        <p:nvCxnSpPr>
          <p:cNvPr id="29" name="Connecteur droit 28">
            <a:extLst>
              <a:ext uri="{FF2B5EF4-FFF2-40B4-BE49-F238E27FC236}">
                <a16:creationId xmlns:a16="http://schemas.microsoft.com/office/drawing/2014/main" id="{FCB21DDC-56AE-DB1C-0DAC-97716EF36D31}"/>
              </a:ext>
            </a:extLst>
          </p:cNvPr>
          <p:cNvCxnSpPr>
            <a:cxnSpLocks/>
          </p:cNvCxnSpPr>
          <p:nvPr userDrawn="1"/>
        </p:nvCxnSpPr>
        <p:spPr>
          <a:xfrm>
            <a:off x="442913" y="-20322"/>
            <a:ext cx="0" cy="4650379"/>
          </a:xfrm>
          <a:prstGeom prst="line">
            <a:avLst/>
          </a:prstGeom>
          <a:ln>
            <a:gradFill flip="none" rotWithShape="1">
              <a:gsLst>
                <a:gs pos="50000">
                  <a:schemeClr val="bg1">
                    <a:alpha val="60000"/>
                  </a:schemeClr>
                </a:gs>
                <a:gs pos="0">
                  <a:schemeClr val="bg1">
                    <a:alpha val="0"/>
                  </a:schemeClr>
                </a:gs>
                <a:gs pos="100000">
                  <a:schemeClr val="bg1">
                    <a:alpha val="0"/>
                  </a:schemeClr>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31" name="Connecteur droit 30">
            <a:extLst>
              <a:ext uri="{FF2B5EF4-FFF2-40B4-BE49-F238E27FC236}">
                <a16:creationId xmlns:a16="http://schemas.microsoft.com/office/drawing/2014/main" id="{890783DF-80EC-14FC-D070-37211B1C6DF9}"/>
              </a:ext>
            </a:extLst>
          </p:cNvPr>
          <p:cNvCxnSpPr>
            <a:cxnSpLocks/>
          </p:cNvCxnSpPr>
          <p:nvPr userDrawn="1"/>
        </p:nvCxnSpPr>
        <p:spPr>
          <a:xfrm>
            <a:off x="11784012" y="-20322"/>
            <a:ext cx="0" cy="6725921"/>
          </a:xfrm>
          <a:prstGeom prst="line">
            <a:avLst/>
          </a:prstGeom>
          <a:ln>
            <a:gradFill flip="none" rotWithShape="1">
              <a:gsLst>
                <a:gs pos="50000">
                  <a:schemeClr val="bg1">
                    <a:alpha val="60000"/>
                  </a:schemeClr>
                </a:gs>
                <a:gs pos="0">
                  <a:schemeClr val="bg1">
                    <a:alpha val="0"/>
                  </a:schemeClr>
                </a:gs>
                <a:gs pos="100000">
                  <a:schemeClr val="bg1">
                    <a:alpha val="0"/>
                  </a:schemeClr>
                </a:gs>
              </a:gsLst>
              <a:lin ang="5400000" scaled="1"/>
              <a:tileRect/>
            </a:gradFill>
          </a:ln>
        </p:spPr>
        <p:style>
          <a:lnRef idx="1">
            <a:schemeClr val="accent1"/>
          </a:lnRef>
          <a:fillRef idx="0">
            <a:schemeClr val="accent1"/>
          </a:fillRef>
          <a:effectRef idx="0">
            <a:schemeClr val="accent1"/>
          </a:effectRef>
          <a:fontRef idx="minor">
            <a:schemeClr val="tx1"/>
          </a:fontRef>
        </p:style>
      </p:cxnSp>
      <p:sp>
        <p:nvSpPr>
          <p:cNvPr id="23" name="Espace réservé du texte 13">
            <a:extLst>
              <a:ext uri="{FF2B5EF4-FFF2-40B4-BE49-F238E27FC236}">
                <a16:creationId xmlns:a16="http://schemas.microsoft.com/office/drawing/2014/main" id="{D809E40F-0455-4D7F-E179-18B1FE2FD82D}"/>
              </a:ext>
            </a:extLst>
          </p:cNvPr>
          <p:cNvSpPr>
            <a:spLocks noGrp="1"/>
          </p:cNvSpPr>
          <p:nvPr>
            <p:ph type="body" sz="quarter" idx="12" hasCustomPrompt="1"/>
          </p:nvPr>
        </p:nvSpPr>
        <p:spPr>
          <a:xfrm>
            <a:off x="7765587" y="4567176"/>
            <a:ext cx="3258224" cy="657268"/>
          </a:xfrm>
          <a:prstGeom prst="rect">
            <a:avLst/>
          </a:prstGeom>
        </p:spPr>
        <p:txBody>
          <a:bodyPr/>
          <a:lstStyle>
            <a:lvl1pPr>
              <a:defRPr sz="1800" b="1" i="0">
                <a:solidFill>
                  <a:schemeClr val="bg1"/>
                </a:solidFill>
                <a:latin typeface="Arial" panose="020B0604020202020204" pitchFamily="34" charset="0"/>
              </a:defRPr>
            </a:lvl1pPr>
          </a:lstStyle>
          <a:p>
            <a:pPr lvl="0"/>
            <a:r>
              <a:rPr lang="en-US" dirty="0"/>
              <a:t>Subtitle of the presentation if necessary</a:t>
            </a:r>
            <a:endParaRPr lang="fr-FR" dirty="0"/>
          </a:p>
        </p:txBody>
      </p:sp>
      <p:pic>
        <p:nvPicPr>
          <p:cNvPr id="34" name="Graphique 33">
            <a:extLst>
              <a:ext uri="{FF2B5EF4-FFF2-40B4-BE49-F238E27FC236}">
                <a16:creationId xmlns:a16="http://schemas.microsoft.com/office/drawing/2014/main" id="{07460227-C499-D4A3-D943-633898B2CDF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7460017" y="5114848"/>
            <a:ext cx="3457575" cy="1130779"/>
          </a:xfrm>
          <a:prstGeom prst="rect">
            <a:avLst/>
          </a:prstGeom>
        </p:spPr>
      </p:pic>
    </p:spTree>
    <p:extLst>
      <p:ext uri="{BB962C8B-B14F-4D97-AF65-F5344CB8AC3E}">
        <p14:creationId xmlns:p14="http://schemas.microsoft.com/office/powerpoint/2010/main" val="373723962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hapitre_PERES">
    <p:spTree>
      <p:nvGrpSpPr>
        <p:cNvPr id="1" name=""/>
        <p:cNvGrpSpPr/>
        <p:nvPr/>
      </p:nvGrpSpPr>
      <p:grpSpPr>
        <a:xfrm>
          <a:off x="0" y="0"/>
          <a:ext cx="0" cy="0"/>
          <a:chOff x="0" y="0"/>
          <a:chExt cx="0" cy="0"/>
        </a:xfrm>
      </p:grpSpPr>
      <p:pic>
        <p:nvPicPr>
          <p:cNvPr id="13" name="Graphique 12">
            <a:extLst>
              <a:ext uri="{FF2B5EF4-FFF2-40B4-BE49-F238E27FC236}">
                <a16:creationId xmlns:a16="http://schemas.microsoft.com/office/drawing/2014/main" id="{68E9C9FB-28E9-05D2-B681-354B63B8F8F7}"/>
              </a:ext>
            </a:extLst>
          </p:cNvPr>
          <p:cNvPicPr>
            <a:picLocks noChangeAspect="1"/>
          </p:cNvPicPr>
          <p:nvPr userDrawn="1"/>
        </p:nvPicPr>
        <p:blipFill>
          <a:blip>
            <a:extLst>
              <a:ext uri="{96DAC541-7B7A-43D3-8B79-37D633B846F1}">
                <asvg:svgBlip xmlns:asvg="http://schemas.microsoft.com/office/drawing/2016/SVG/main" r:embed="rId2"/>
              </a:ext>
            </a:extLst>
          </a:blip>
          <a:srcRect l="10662" t="40" b="32890"/>
          <a:stretch>
            <a:fillRect/>
          </a:stretch>
        </p:blipFill>
        <p:spPr>
          <a:xfrm rot="10800000" flipH="1" flipV="1">
            <a:off x="6483957" y="1686"/>
            <a:ext cx="5708044" cy="6856314"/>
          </a:xfrm>
          <a:prstGeom prst="rect">
            <a:avLst/>
          </a:prstGeom>
        </p:spPr>
      </p:pic>
      <p:sp>
        <p:nvSpPr>
          <p:cNvPr id="4" name="Espace réservé du numéro de diapositive 3">
            <a:extLst>
              <a:ext uri="{FF2B5EF4-FFF2-40B4-BE49-F238E27FC236}">
                <a16:creationId xmlns:a16="http://schemas.microsoft.com/office/drawing/2014/main" id="{559226CF-57C8-7030-FAB0-B2E5C8FF5218}"/>
              </a:ext>
            </a:extLst>
          </p:cNvPr>
          <p:cNvSpPr>
            <a:spLocks noGrp="1"/>
          </p:cNvSpPr>
          <p:nvPr>
            <p:ph type="sldNum" sz="quarter" idx="11"/>
          </p:nvPr>
        </p:nvSpPr>
        <p:spPr/>
        <p:txBody>
          <a:bodyPr/>
          <a:lstStyle>
            <a:lvl1pPr>
              <a:defRPr b="1" i="0">
                <a:latin typeface="Arial" panose="020B0604020202020204" pitchFamily="34" charset="0"/>
              </a:defRPr>
            </a:lvl1pPr>
          </a:lstStyle>
          <a:p>
            <a:fld id="{29BED1D5-2372-4BA3-AEA9-1F7A0F9A5921}" type="slidenum">
              <a:rPr lang="fr-FR" smtClean="0"/>
              <a:pPr/>
              <a:t>‹#›</a:t>
            </a:fld>
            <a:endParaRPr lang="fr-FR" dirty="0">
              <a:solidFill>
                <a:schemeClr val="accent1">
                  <a:lumMod val="75000"/>
                </a:schemeClr>
              </a:solidFill>
            </a:endParaRPr>
          </a:p>
        </p:txBody>
      </p:sp>
      <p:sp>
        <p:nvSpPr>
          <p:cNvPr id="27" name="Espace réservé pour une image  26">
            <a:extLst>
              <a:ext uri="{FF2B5EF4-FFF2-40B4-BE49-F238E27FC236}">
                <a16:creationId xmlns:a16="http://schemas.microsoft.com/office/drawing/2014/main" id="{449FFEE2-837F-FD67-D7DB-C60FA279C03C}"/>
              </a:ext>
            </a:extLst>
          </p:cNvPr>
          <p:cNvSpPr>
            <a:spLocks noGrp="1"/>
          </p:cNvSpPr>
          <p:nvPr>
            <p:ph type="pic" sz="quarter" idx="14"/>
          </p:nvPr>
        </p:nvSpPr>
        <p:spPr>
          <a:xfrm>
            <a:off x="7626350" y="561975"/>
            <a:ext cx="4157663" cy="6296025"/>
          </a:xfrm>
          <a:prstGeom prst="rect">
            <a:avLst/>
          </a:prstGeom>
          <a:solidFill>
            <a:schemeClr val="bg1">
              <a:lumMod val="95000"/>
            </a:schemeClr>
          </a:solidFill>
        </p:spPr>
        <p:txBody>
          <a:bodyPr/>
          <a:lstStyle>
            <a:lvl1pPr>
              <a:defRPr b="1" i="0">
                <a:latin typeface="Arial" panose="020B0604020202020204" pitchFamily="34" charset="0"/>
              </a:defRPr>
            </a:lvl1pPr>
          </a:lstStyle>
          <a:p>
            <a:endParaRPr lang="fr-FR" dirty="0"/>
          </a:p>
        </p:txBody>
      </p:sp>
      <p:cxnSp>
        <p:nvCxnSpPr>
          <p:cNvPr id="5" name="Connecteur droit 4">
            <a:extLst>
              <a:ext uri="{FF2B5EF4-FFF2-40B4-BE49-F238E27FC236}">
                <a16:creationId xmlns:a16="http://schemas.microsoft.com/office/drawing/2014/main" id="{90D15AA6-0C6C-47BF-6CDD-D40B4D51D64A}"/>
              </a:ext>
            </a:extLst>
          </p:cNvPr>
          <p:cNvCxnSpPr>
            <a:cxnSpLocks/>
          </p:cNvCxnSpPr>
          <p:nvPr userDrawn="1"/>
        </p:nvCxnSpPr>
        <p:spPr>
          <a:xfrm>
            <a:off x="6483956" y="-228600"/>
            <a:ext cx="0" cy="7086600"/>
          </a:xfrm>
          <a:prstGeom prst="line">
            <a:avLst/>
          </a:prstGeom>
          <a:ln>
            <a:gradFill flip="none" rotWithShape="1">
              <a:gsLst>
                <a:gs pos="50000">
                  <a:schemeClr val="bg1">
                    <a:alpha val="60000"/>
                  </a:schemeClr>
                </a:gs>
                <a:gs pos="0">
                  <a:schemeClr val="bg1">
                    <a:alpha val="0"/>
                  </a:schemeClr>
                </a:gs>
                <a:gs pos="100000">
                  <a:schemeClr val="bg1">
                    <a:alpha val="0"/>
                  </a:schemeClr>
                </a:gs>
              </a:gsLst>
              <a:lin ang="5400000" scaled="1"/>
              <a:tileRect/>
            </a:gradFill>
          </a:ln>
        </p:spPr>
        <p:style>
          <a:lnRef idx="1">
            <a:schemeClr val="accent1"/>
          </a:lnRef>
          <a:fillRef idx="0">
            <a:schemeClr val="accent1"/>
          </a:fillRef>
          <a:effectRef idx="0">
            <a:schemeClr val="accent1"/>
          </a:effectRef>
          <a:fontRef idx="minor">
            <a:schemeClr val="tx1"/>
          </a:fontRef>
        </p:style>
      </p:cxnSp>
      <p:pic>
        <p:nvPicPr>
          <p:cNvPr id="7" name="Graphique 5">
            <a:extLst>
              <a:ext uri="{FF2B5EF4-FFF2-40B4-BE49-F238E27FC236}">
                <a16:creationId xmlns:a16="http://schemas.microsoft.com/office/drawing/2014/main" id="{05EA31C2-F339-4274-BC5E-9383D441EE4B}"/>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246038" y="94305"/>
            <a:ext cx="1906603" cy="623459"/>
          </a:xfrm>
          <a:prstGeom prst="rect">
            <a:avLst/>
          </a:prstGeom>
        </p:spPr>
      </p:pic>
      <p:cxnSp>
        <p:nvCxnSpPr>
          <p:cNvPr id="6" name="Connecteur droit 5">
            <a:extLst>
              <a:ext uri="{FF2B5EF4-FFF2-40B4-BE49-F238E27FC236}">
                <a16:creationId xmlns:a16="http://schemas.microsoft.com/office/drawing/2014/main" id="{73BCCFC8-A78E-20EA-5041-08476A2F8DA8}"/>
              </a:ext>
            </a:extLst>
          </p:cNvPr>
          <p:cNvCxnSpPr>
            <a:cxnSpLocks/>
          </p:cNvCxnSpPr>
          <p:nvPr userDrawn="1"/>
        </p:nvCxnSpPr>
        <p:spPr>
          <a:xfrm>
            <a:off x="3464560" y="-228600"/>
            <a:ext cx="0" cy="7086600"/>
          </a:xfrm>
          <a:prstGeom prst="line">
            <a:avLst/>
          </a:prstGeom>
          <a:ln>
            <a:gradFill flip="none" rotWithShape="1">
              <a:gsLst>
                <a:gs pos="50000">
                  <a:srgbClr val="00966F">
                    <a:alpha val="60000"/>
                  </a:srgbClr>
                </a:gs>
                <a:gs pos="0">
                  <a:srgbClr val="00966F">
                    <a:alpha val="0"/>
                  </a:srgbClr>
                </a:gs>
                <a:gs pos="100000">
                  <a:srgbClr val="00966F">
                    <a:alpha val="0"/>
                  </a:srgbClr>
                </a:gs>
              </a:gsLst>
              <a:lin ang="5400000" scaled="1"/>
              <a:tileRect/>
            </a:gradFill>
          </a:ln>
        </p:spPr>
        <p:style>
          <a:lnRef idx="1">
            <a:schemeClr val="accent1"/>
          </a:lnRef>
          <a:fillRef idx="0">
            <a:schemeClr val="accent1"/>
          </a:fillRef>
          <a:effectRef idx="0">
            <a:schemeClr val="accent1"/>
          </a:effectRef>
          <a:fontRef idx="minor">
            <a:schemeClr val="tx1"/>
          </a:fontRef>
        </p:style>
      </p:cxnSp>
      <p:sp>
        <p:nvSpPr>
          <p:cNvPr id="8" name="Espace réservé du texte 15">
            <a:extLst>
              <a:ext uri="{FF2B5EF4-FFF2-40B4-BE49-F238E27FC236}">
                <a16:creationId xmlns:a16="http://schemas.microsoft.com/office/drawing/2014/main" id="{8B983776-9592-F80F-9871-B402EAF6EF94}"/>
              </a:ext>
            </a:extLst>
          </p:cNvPr>
          <p:cNvSpPr>
            <a:spLocks noGrp="1"/>
          </p:cNvSpPr>
          <p:nvPr>
            <p:ph type="body" sz="quarter" idx="13" hasCustomPrompt="1"/>
          </p:nvPr>
        </p:nvSpPr>
        <p:spPr>
          <a:xfrm>
            <a:off x="854075" y="1711485"/>
            <a:ext cx="515977" cy="309327"/>
          </a:xfrm>
          <a:prstGeom prst="rect">
            <a:avLst/>
          </a:prstGeom>
        </p:spPr>
        <p:txBody>
          <a:bodyPr>
            <a:normAutofit/>
          </a:bodyPr>
          <a:lstStyle>
            <a:lvl1pPr>
              <a:defRPr sz="1800" b="1" i="0">
                <a:solidFill>
                  <a:schemeClr val="bg1"/>
                </a:solidFill>
                <a:latin typeface="Arial" panose="020B0604020202020204" pitchFamily="34" charset="0"/>
              </a:defRPr>
            </a:lvl1pPr>
          </a:lstStyle>
          <a:p>
            <a:pPr lvl="0"/>
            <a:r>
              <a:rPr lang="fr-FR" dirty="0"/>
              <a:t>XX</a:t>
            </a:r>
          </a:p>
        </p:txBody>
      </p:sp>
      <p:sp>
        <p:nvSpPr>
          <p:cNvPr id="14" name="Rectangle 13">
            <a:extLst>
              <a:ext uri="{FF2B5EF4-FFF2-40B4-BE49-F238E27FC236}">
                <a16:creationId xmlns:a16="http://schemas.microsoft.com/office/drawing/2014/main" id="{69AC4EA3-4024-58D7-9713-AE3D633421D2}"/>
              </a:ext>
            </a:extLst>
          </p:cNvPr>
          <p:cNvSpPr/>
          <p:nvPr userDrawn="1"/>
        </p:nvSpPr>
        <p:spPr>
          <a:xfrm>
            <a:off x="854075" y="3947586"/>
            <a:ext cx="20955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i="0" dirty="0">
              <a:solidFill>
                <a:schemeClr val="bg1"/>
              </a:solidFill>
              <a:latin typeface="Arial" panose="020B0604020202020204" pitchFamily="34" charset="0"/>
            </a:endParaRPr>
          </a:p>
        </p:txBody>
      </p:sp>
      <p:cxnSp>
        <p:nvCxnSpPr>
          <p:cNvPr id="15" name="Connecteur droit 14">
            <a:extLst>
              <a:ext uri="{FF2B5EF4-FFF2-40B4-BE49-F238E27FC236}">
                <a16:creationId xmlns:a16="http://schemas.microsoft.com/office/drawing/2014/main" id="{BACAAE1E-E47E-8CD4-C1A2-3D33EE0D7444}"/>
              </a:ext>
            </a:extLst>
          </p:cNvPr>
          <p:cNvCxnSpPr>
            <a:cxnSpLocks/>
          </p:cNvCxnSpPr>
          <p:nvPr userDrawn="1"/>
        </p:nvCxnSpPr>
        <p:spPr>
          <a:xfrm flipH="1">
            <a:off x="0" y="2286000"/>
            <a:ext cx="6286500" cy="0"/>
          </a:xfrm>
          <a:prstGeom prst="line">
            <a:avLst/>
          </a:prstGeom>
          <a:ln>
            <a:gradFill flip="none" rotWithShape="1">
              <a:gsLst>
                <a:gs pos="50000">
                  <a:schemeClr val="bg1">
                    <a:alpha val="60000"/>
                  </a:schemeClr>
                </a:gs>
                <a:gs pos="0">
                  <a:schemeClr val="bg1">
                    <a:alpha val="0"/>
                  </a:schemeClr>
                </a:gs>
                <a:gs pos="100000">
                  <a:srgbClr val="FFFFFF">
                    <a:alpha val="0"/>
                  </a:srgb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8" name="Connecteur droit 17">
            <a:extLst>
              <a:ext uri="{FF2B5EF4-FFF2-40B4-BE49-F238E27FC236}">
                <a16:creationId xmlns:a16="http://schemas.microsoft.com/office/drawing/2014/main" id="{A8298C57-32DC-A39B-5880-9F6B3D782B79}"/>
              </a:ext>
            </a:extLst>
          </p:cNvPr>
          <p:cNvCxnSpPr>
            <a:cxnSpLocks/>
          </p:cNvCxnSpPr>
          <p:nvPr userDrawn="1"/>
        </p:nvCxnSpPr>
        <p:spPr>
          <a:xfrm flipH="1">
            <a:off x="0" y="3581400"/>
            <a:ext cx="6096000" cy="0"/>
          </a:xfrm>
          <a:prstGeom prst="line">
            <a:avLst/>
          </a:prstGeom>
          <a:ln>
            <a:gradFill flip="none" rotWithShape="1">
              <a:gsLst>
                <a:gs pos="50000">
                  <a:schemeClr val="bg1">
                    <a:alpha val="60000"/>
                  </a:schemeClr>
                </a:gs>
                <a:gs pos="0">
                  <a:schemeClr val="bg1">
                    <a:alpha val="0"/>
                  </a:schemeClr>
                </a:gs>
                <a:gs pos="100000">
                  <a:srgbClr val="FFFFFF">
                    <a:alpha val="0"/>
                  </a:srgb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9" name="Connecteur droit 18">
            <a:extLst>
              <a:ext uri="{FF2B5EF4-FFF2-40B4-BE49-F238E27FC236}">
                <a16:creationId xmlns:a16="http://schemas.microsoft.com/office/drawing/2014/main" id="{DA49EB94-F039-97C7-CAF2-CFED4C590991}"/>
              </a:ext>
            </a:extLst>
          </p:cNvPr>
          <p:cNvCxnSpPr>
            <a:cxnSpLocks/>
          </p:cNvCxnSpPr>
          <p:nvPr userDrawn="1"/>
        </p:nvCxnSpPr>
        <p:spPr>
          <a:xfrm>
            <a:off x="0" y="5702300"/>
            <a:ext cx="5981700" cy="0"/>
          </a:xfrm>
          <a:prstGeom prst="line">
            <a:avLst/>
          </a:prstGeom>
          <a:ln>
            <a:gradFill flip="none" rotWithShape="1">
              <a:gsLst>
                <a:gs pos="50000">
                  <a:schemeClr val="bg1">
                    <a:alpha val="60000"/>
                  </a:schemeClr>
                </a:gs>
                <a:gs pos="0">
                  <a:schemeClr val="bg1">
                    <a:alpha val="0"/>
                  </a:schemeClr>
                </a:gs>
                <a:gs pos="100000">
                  <a:srgbClr val="FFFFFF">
                    <a:alpha val="0"/>
                  </a:srgb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21" name="ZoneTexte 20">
            <a:extLst>
              <a:ext uri="{FF2B5EF4-FFF2-40B4-BE49-F238E27FC236}">
                <a16:creationId xmlns:a16="http://schemas.microsoft.com/office/drawing/2014/main" id="{A588AFF0-AA1E-C257-2792-00838A836F59}"/>
              </a:ext>
            </a:extLst>
          </p:cNvPr>
          <p:cNvSpPr txBox="1"/>
          <p:nvPr userDrawn="1"/>
        </p:nvSpPr>
        <p:spPr>
          <a:xfrm>
            <a:off x="854076" y="4294803"/>
            <a:ext cx="3994225" cy="553998"/>
          </a:xfrm>
          <a:prstGeom prst="rect">
            <a:avLst/>
          </a:prstGeom>
          <a:noFill/>
        </p:spPr>
        <p:txBody>
          <a:bodyPr wrap="square" lIns="0" tIns="0" rIns="0" bIns="0">
            <a:spAutoFit/>
          </a:bodyPr>
          <a:lstStyle/>
          <a:p>
            <a:r>
              <a:rPr lang="fr-FR" sz="1800" b="1" i="0" kern="1200" dirty="0">
                <a:solidFill>
                  <a:schemeClr val="bg1"/>
                </a:solidFill>
                <a:latin typeface="Arial" panose="020B0604020202020204" pitchFamily="34" charset="0"/>
                <a:ea typeface="+mn-ea"/>
                <a:cs typeface="+mn-cs"/>
              </a:rPr>
              <a:t>Real Assets : Private </a:t>
            </a:r>
            <a:r>
              <a:rPr lang="fr-FR" sz="1800" b="1" i="0" kern="1200" dirty="0" err="1">
                <a:solidFill>
                  <a:schemeClr val="bg1"/>
                </a:solidFill>
                <a:latin typeface="Arial" panose="020B0604020202020204" pitchFamily="34" charset="0"/>
                <a:ea typeface="+mn-ea"/>
                <a:cs typeface="+mn-cs"/>
              </a:rPr>
              <a:t>Equity</a:t>
            </a:r>
            <a:r>
              <a:rPr lang="fr-FR" sz="1800" b="1" i="0" kern="1200" dirty="0">
                <a:solidFill>
                  <a:schemeClr val="bg1"/>
                </a:solidFill>
                <a:latin typeface="Arial" panose="020B0604020202020204" pitchFamily="34" charset="0"/>
                <a:ea typeface="+mn-ea"/>
                <a:cs typeface="+mn-cs"/>
              </a:rPr>
              <a:t> / </a:t>
            </a:r>
            <a:r>
              <a:rPr lang="fr-FR" sz="1800" b="1" i="0" kern="1200" dirty="0" err="1">
                <a:solidFill>
                  <a:schemeClr val="bg1"/>
                </a:solidFill>
                <a:latin typeface="Arial" panose="020B0604020202020204" pitchFamily="34" charset="0"/>
                <a:ea typeface="+mn-ea"/>
                <a:cs typeface="+mn-cs"/>
              </a:rPr>
              <a:t>Immo</a:t>
            </a:r>
            <a:r>
              <a:rPr lang="fr-FR" sz="1800" b="1" i="0" kern="1200" dirty="0">
                <a:solidFill>
                  <a:schemeClr val="bg1"/>
                </a:solidFill>
                <a:latin typeface="Arial" panose="020B0604020202020204" pitchFamily="34" charset="0"/>
                <a:ea typeface="+mn-ea"/>
                <a:cs typeface="+mn-cs"/>
              </a:rPr>
              <a:t> / Infrastructure </a:t>
            </a:r>
          </a:p>
        </p:txBody>
      </p:sp>
      <p:sp>
        <p:nvSpPr>
          <p:cNvPr id="22" name="Rectangle 21">
            <a:extLst>
              <a:ext uri="{FF2B5EF4-FFF2-40B4-BE49-F238E27FC236}">
                <a16:creationId xmlns:a16="http://schemas.microsoft.com/office/drawing/2014/main" id="{F7C94FA1-D885-9051-000B-DEE06860E656}"/>
              </a:ext>
            </a:extLst>
          </p:cNvPr>
          <p:cNvSpPr/>
          <p:nvPr userDrawn="1"/>
        </p:nvSpPr>
        <p:spPr>
          <a:xfrm>
            <a:off x="355600" y="6489700"/>
            <a:ext cx="420311" cy="3683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i="0" dirty="0">
              <a:latin typeface="Arial" panose="020B0604020202020204" pitchFamily="34" charset="0"/>
            </a:endParaRPr>
          </a:p>
        </p:txBody>
      </p:sp>
    </p:spTree>
    <p:extLst>
      <p:ext uri="{BB962C8B-B14F-4D97-AF65-F5344CB8AC3E}">
        <p14:creationId xmlns:p14="http://schemas.microsoft.com/office/powerpoint/2010/main" val="307210577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hapitre_Digital assets">
    <p:bg>
      <p:bgPr>
        <a:solidFill>
          <a:schemeClr val="accent1"/>
        </a:solidFill>
        <a:effectLst/>
      </p:bgPr>
    </p:bg>
    <p:spTree>
      <p:nvGrpSpPr>
        <p:cNvPr id="1" name=""/>
        <p:cNvGrpSpPr/>
        <p:nvPr/>
      </p:nvGrpSpPr>
      <p:grpSpPr>
        <a:xfrm>
          <a:off x="0" y="0"/>
          <a:ext cx="0" cy="0"/>
          <a:chOff x="0" y="0"/>
          <a:chExt cx="0" cy="0"/>
        </a:xfrm>
      </p:grpSpPr>
      <p:pic>
        <p:nvPicPr>
          <p:cNvPr id="6" name="Graphique 5">
            <a:extLst>
              <a:ext uri="{FF2B5EF4-FFF2-40B4-BE49-F238E27FC236}">
                <a16:creationId xmlns:a16="http://schemas.microsoft.com/office/drawing/2014/main" id="{B79E4A08-C142-DBCC-9F3C-819B033D93ED}"/>
              </a:ext>
            </a:extLst>
          </p:cNvPr>
          <p:cNvPicPr>
            <a:picLocks noChangeAspect="1"/>
          </p:cNvPicPr>
          <p:nvPr userDrawn="1"/>
        </p:nvPicPr>
        <p:blipFill>
          <a:blip>
            <a:extLst>
              <a:ext uri="{96DAC541-7B7A-43D3-8B79-37D633B846F1}">
                <asvg:svgBlip xmlns:asvg="http://schemas.microsoft.com/office/drawing/2016/SVG/main" r:embed="rId2"/>
              </a:ext>
            </a:extLst>
          </a:blip>
          <a:srcRect l="7634" r="51317"/>
          <a:stretch>
            <a:fillRect/>
          </a:stretch>
        </p:blipFill>
        <p:spPr>
          <a:xfrm>
            <a:off x="5061036" y="0"/>
            <a:ext cx="7130963" cy="6858000"/>
          </a:xfrm>
          <a:prstGeom prst="rect">
            <a:avLst/>
          </a:prstGeom>
        </p:spPr>
      </p:pic>
      <p:sp>
        <p:nvSpPr>
          <p:cNvPr id="13" name="Espace réservé pour une image  26">
            <a:extLst>
              <a:ext uri="{FF2B5EF4-FFF2-40B4-BE49-F238E27FC236}">
                <a16:creationId xmlns:a16="http://schemas.microsoft.com/office/drawing/2014/main" id="{D7BF552B-5333-5F8D-E516-6C54515F3FFB}"/>
              </a:ext>
            </a:extLst>
          </p:cNvPr>
          <p:cNvSpPr>
            <a:spLocks noGrp="1"/>
          </p:cNvSpPr>
          <p:nvPr>
            <p:ph type="pic" sz="quarter" idx="14"/>
          </p:nvPr>
        </p:nvSpPr>
        <p:spPr>
          <a:xfrm>
            <a:off x="7626350" y="561975"/>
            <a:ext cx="4157663" cy="6296025"/>
          </a:xfrm>
          <a:prstGeom prst="rect">
            <a:avLst/>
          </a:prstGeom>
          <a:solidFill>
            <a:schemeClr val="bg1">
              <a:lumMod val="95000"/>
            </a:schemeClr>
          </a:solidFill>
        </p:spPr>
        <p:txBody>
          <a:bodyPr/>
          <a:lstStyle>
            <a:lvl1pPr>
              <a:defRPr b="1" i="0">
                <a:latin typeface="Arial" panose="020B0604020202020204" pitchFamily="34" charset="0"/>
              </a:defRPr>
            </a:lvl1pPr>
          </a:lstStyle>
          <a:p>
            <a:endParaRPr lang="fr-FR" dirty="0"/>
          </a:p>
        </p:txBody>
      </p:sp>
      <p:cxnSp>
        <p:nvCxnSpPr>
          <p:cNvPr id="14" name="Connecteur droit 13">
            <a:extLst>
              <a:ext uri="{FF2B5EF4-FFF2-40B4-BE49-F238E27FC236}">
                <a16:creationId xmlns:a16="http://schemas.microsoft.com/office/drawing/2014/main" id="{8B70A1C8-BF9E-E4A7-4526-6611A53982B0}"/>
              </a:ext>
            </a:extLst>
          </p:cNvPr>
          <p:cNvCxnSpPr>
            <a:cxnSpLocks/>
          </p:cNvCxnSpPr>
          <p:nvPr userDrawn="1"/>
        </p:nvCxnSpPr>
        <p:spPr>
          <a:xfrm>
            <a:off x="4135845" y="-228600"/>
            <a:ext cx="0" cy="7086600"/>
          </a:xfrm>
          <a:prstGeom prst="line">
            <a:avLst/>
          </a:prstGeom>
          <a:ln>
            <a:gradFill flip="none" rotWithShape="1">
              <a:gsLst>
                <a:gs pos="50000">
                  <a:srgbClr val="00966F">
                    <a:alpha val="60000"/>
                  </a:srgbClr>
                </a:gs>
                <a:gs pos="0">
                  <a:srgbClr val="00966F">
                    <a:alpha val="0"/>
                  </a:srgbClr>
                </a:gs>
                <a:gs pos="100000">
                  <a:srgbClr val="00966F">
                    <a:alpha val="0"/>
                  </a:srgbClr>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5" name="Connecteur droit 14">
            <a:extLst>
              <a:ext uri="{FF2B5EF4-FFF2-40B4-BE49-F238E27FC236}">
                <a16:creationId xmlns:a16="http://schemas.microsoft.com/office/drawing/2014/main" id="{23DD8FB5-EAD7-9FF5-A1CD-EC8E02A25DE9}"/>
              </a:ext>
            </a:extLst>
          </p:cNvPr>
          <p:cNvCxnSpPr>
            <a:cxnSpLocks/>
          </p:cNvCxnSpPr>
          <p:nvPr userDrawn="1"/>
        </p:nvCxnSpPr>
        <p:spPr>
          <a:xfrm flipH="1">
            <a:off x="0" y="2111828"/>
            <a:ext cx="6817283" cy="0"/>
          </a:xfrm>
          <a:prstGeom prst="line">
            <a:avLst/>
          </a:prstGeom>
          <a:ln>
            <a:gradFill flip="none" rotWithShape="1">
              <a:gsLst>
                <a:gs pos="50000">
                  <a:schemeClr val="bg1">
                    <a:alpha val="60000"/>
                  </a:schemeClr>
                </a:gs>
                <a:gs pos="0">
                  <a:schemeClr val="bg1">
                    <a:alpha val="0"/>
                  </a:schemeClr>
                </a:gs>
                <a:gs pos="100000">
                  <a:srgbClr val="FFFFFF">
                    <a:alpha val="0"/>
                  </a:srgb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8" name="Connecteur droit 17">
            <a:extLst>
              <a:ext uri="{FF2B5EF4-FFF2-40B4-BE49-F238E27FC236}">
                <a16:creationId xmlns:a16="http://schemas.microsoft.com/office/drawing/2014/main" id="{868BBEBA-354C-B6A3-D215-E1C7F507B802}"/>
              </a:ext>
            </a:extLst>
          </p:cNvPr>
          <p:cNvCxnSpPr>
            <a:cxnSpLocks/>
          </p:cNvCxnSpPr>
          <p:nvPr userDrawn="1"/>
        </p:nvCxnSpPr>
        <p:spPr>
          <a:xfrm>
            <a:off x="0" y="4068604"/>
            <a:ext cx="6483956" cy="0"/>
          </a:xfrm>
          <a:prstGeom prst="line">
            <a:avLst/>
          </a:prstGeom>
          <a:ln>
            <a:gradFill flip="none" rotWithShape="1">
              <a:gsLst>
                <a:gs pos="50000">
                  <a:schemeClr val="bg1">
                    <a:alpha val="60000"/>
                  </a:schemeClr>
                </a:gs>
                <a:gs pos="0">
                  <a:schemeClr val="bg1">
                    <a:alpha val="0"/>
                  </a:schemeClr>
                </a:gs>
                <a:gs pos="100000">
                  <a:srgbClr val="FFFFFF">
                    <a:alpha val="0"/>
                  </a:srgb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19" name="Espace réservé du texte 15">
            <a:extLst>
              <a:ext uri="{FF2B5EF4-FFF2-40B4-BE49-F238E27FC236}">
                <a16:creationId xmlns:a16="http://schemas.microsoft.com/office/drawing/2014/main" id="{996209D8-5092-6A8E-0D1A-57E24BC480F4}"/>
              </a:ext>
            </a:extLst>
          </p:cNvPr>
          <p:cNvSpPr>
            <a:spLocks noGrp="1"/>
          </p:cNvSpPr>
          <p:nvPr>
            <p:ph type="body" sz="quarter" idx="13" hasCustomPrompt="1"/>
          </p:nvPr>
        </p:nvSpPr>
        <p:spPr>
          <a:xfrm>
            <a:off x="854075" y="1429807"/>
            <a:ext cx="515977" cy="309327"/>
          </a:xfrm>
          <a:prstGeom prst="rect">
            <a:avLst/>
          </a:prstGeom>
        </p:spPr>
        <p:txBody>
          <a:bodyPr>
            <a:normAutofit/>
          </a:bodyPr>
          <a:lstStyle>
            <a:lvl1pPr>
              <a:defRPr sz="1800" b="1" i="0">
                <a:solidFill>
                  <a:schemeClr val="bg1"/>
                </a:solidFill>
                <a:latin typeface="Arial" panose="020B0604020202020204" pitchFamily="34" charset="0"/>
              </a:defRPr>
            </a:lvl1pPr>
          </a:lstStyle>
          <a:p>
            <a:pPr lvl="0"/>
            <a:r>
              <a:rPr lang="fr-FR" dirty="0"/>
              <a:t>XX</a:t>
            </a:r>
          </a:p>
        </p:txBody>
      </p:sp>
      <p:sp>
        <p:nvSpPr>
          <p:cNvPr id="21" name="Rectangle 20">
            <a:extLst>
              <a:ext uri="{FF2B5EF4-FFF2-40B4-BE49-F238E27FC236}">
                <a16:creationId xmlns:a16="http://schemas.microsoft.com/office/drawing/2014/main" id="{2AFE616B-F893-8F93-DEF0-B06BE4D65294}"/>
              </a:ext>
            </a:extLst>
          </p:cNvPr>
          <p:cNvSpPr/>
          <p:nvPr userDrawn="1"/>
        </p:nvSpPr>
        <p:spPr>
          <a:xfrm>
            <a:off x="854075" y="4692573"/>
            <a:ext cx="20955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i="0" dirty="0">
              <a:latin typeface="Arial" panose="020B0604020202020204" pitchFamily="34" charset="0"/>
            </a:endParaRPr>
          </a:p>
        </p:txBody>
      </p:sp>
      <p:sp>
        <p:nvSpPr>
          <p:cNvPr id="23" name="Rectangle 22">
            <a:extLst>
              <a:ext uri="{FF2B5EF4-FFF2-40B4-BE49-F238E27FC236}">
                <a16:creationId xmlns:a16="http://schemas.microsoft.com/office/drawing/2014/main" id="{8B6C7A01-E22D-5786-F687-16BEDC61CD73}"/>
              </a:ext>
            </a:extLst>
          </p:cNvPr>
          <p:cNvSpPr/>
          <p:nvPr userDrawn="1"/>
        </p:nvSpPr>
        <p:spPr>
          <a:xfrm>
            <a:off x="304800" y="6273800"/>
            <a:ext cx="502772" cy="5842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i="0" dirty="0">
              <a:latin typeface="Arial" panose="020B0604020202020204" pitchFamily="34" charset="0"/>
            </a:endParaRPr>
          </a:p>
        </p:txBody>
      </p:sp>
      <p:pic>
        <p:nvPicPr>
          <p:cNvPr id="25" name="Graphique 5">
            <a:extLst>
              <a:ext uri="{FF2B5EF4-FFF2-40B4-BE49-F238E27FC236}">
                <a16:creationId xmlns:a16="http://schemas.microsoft.com/office/drawing/2014/main" id="{9E61C02B-D978-F442-A239-278682EBA9B9}"/>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246038" y="94305"/>
            <a:ext cx="1906603" cy="623459"/>
          </a:xfrm>
          <a:prstGeom prst="rect">
            <a:avLst/>
          </a:prstGeom>
        </p:spPr>
      </p:pic>
      <p:cxnSp>
        <p:nvCxnSpPr>
          <p:cNvPr id="2" name="Connecteur droit 1">
            <a:extLst>
              <a:ext uri="{FF2B5EF4-FFF2-40B4-BE49-F238E27FC236}">
                <a16:creationId xmlns:a16="http://schemas.microsoft.com/office/drawing/2014/main" id="{5E997D59-5D6C-323E-B817-90EE62DAECC4}"/>
              </a:ext>
            </a:extLst>
          </p:cNvPr>
          <p:cNvCxnSpPr>
            <a:cxnSpLocks/>
          </p:cNvCxnSpPr>
          <p:nvPr userDrawn="1"/>
        </p:nvCxnSpPr>
        <p:spPr>
          <a:xfrm>
            <a:off x="0" y="5702300"/>
            <a:ext cx="5981700" cy="0"/>
          </a:xfrm>
          <a:prstGeom prst="line">
            <a:avLst/>
          </a:prstGeom>
          <a:ln>
            <a:gradFill flip="none" rotWithShape="1">
              <a:gsLst>
                <a:gs pos="50000">
                  <a:schemeClr val="bg1">
                    <a:alpha val="60000"/>
                  </a:schemeClr>
                </a:gs>
                <a:gs pos="0">
                  <a:schemeClr val="bg1">
                    <a:alpha val="0"/>
                  </a:schemeClr>
                </a:gs>
                <a:gs pos="100000">
                  <a:srgbClr val="FFFFFF">
                    <a:alpha val="0"/>
                  </a:srgbClr>
                </a:gs>
              </a:gsLst>
              <a:lin ang="0" scaled="1"/>
              <a:tileRect/>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8591032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hapitre_Market solutions">
    <p:spTree>
      <p:nvGrpSpPr>
        <p:cNvPr id="1" name=""/>
        <p:cNvGrpSpPr/>
        <p:nvPr/>
      </p:nvGrpSpPr>
      <p:grpSpPr>
        <a:xfrm>
          <a:off x="0" y="0"/>
          <a:ext cx="0" cy="0"/>
          <a:chOff x="0" y="0"/>
          <a:chExt cx="0" cy="0"/>
        </a:xfrm>
      </p:grpSpPr>
      <p:pic>
        <p:nvPicPr>
          <p:cNvPr id="3" name="Graphique 2">
            <a:extLst>
              <a:ext uri="{FF2B5EF4-FFF2-40B4-BE49-F238E27FC236}">
                <a16:creationId xmlns:a16="http://schemas.microsoft.com/office/drawing/2014/main" id="{54804F65-2F99-86D0-7253-334FDAB1B8FC}"/>
              </a:ext>
            </a:extLst>
          </p:cNvPr>
          <p:cNvPicPr>
            <a:picLocks noChangeAspect="1"/>
          </p:cNvPicPr>
          <p:nvPr userDrawn="1"/>
        </p:nvPicPr>
        <p:blipFill>
          <a:blip>
            <a:extLst>
              <a:ext uri="{96DAC541-7B7A-43D3-8B79-37D633B846F1}">
                <asvg:svgBlip xmlns:asvg="http://schemas.microsoft.com/office/drawing/2016/SVG/main" r:embed="rId2"/>
              </a:ext>
            </a:extLst>
          </a:blip>
          <a:srcRect l="2183" t="5135" r="-9570" b="10367"/>
          <a:stretch>
            <a:fillRect/>
          </a:stretch>
        </p:blipFill>
        <p:spPr>
          <a:xfrm rot="10800000">
            <a:off x="5152607" y="-1"/>
            <a:ext cx="6162510" cy="6857999"/>
          </a:xfrm>
          <a:prstGeom prst="rect">
            <a:avLst/>
          </a:prstGeom>
        </p:spPr>
      </p:pic>
      <p:sp>
        <p:nvSpPr>
          <p:cNvPr id="8" name="Espace réservé du numéro de diapositive 3">
            <a:extLst>
              <a:ext uri="{FF2B5EF4-FFF2-40B4-BE49-F238E27FC236}">
                <a16:creationId xmlns:a16="http://schemas.microsoft.com/office/drawing/2014/main" id="{85CC2DAC-3015-B680-8E94-FD30399F1DD5}"/>
              </a:ext>
            </a:extLst>
          </p:cNvPr>
          <p:cNvSpPr>
            <a:spLocks noGrp="1"/>
          </p:cNvSpPr>
          <p:nvPr>
            <p:ph type="sldNum" sz="quarter" idx="11"/>
          </p:nvPr>
        </p:nvSpPr>
        <p:spPr>
          <a:xfrm>
            <a:off x="9354672" y="6384486"/>
            <a:ext cx="2743200" cy="365125"/>
          </a:xfrm>
        </p:spPr>
        <p:txBody>
          <a:bodyPr/>
          <a:lstStyle>
            <a:lvl1pPr>
              <a:defRPr b="1" i="0">
                <a:latin typeface="Arial" panose="020B0604020202020204" pitchFamily="34" charset="0"/>
              </a:defRPr>
            </a:lvl1pPr>
          </a:lstStyle>
          <a:p>
            <a:fld id="{29BED1D5-2372-4BA3-AEA9-1F7A0F9A5921}" type="slidenum">
              <a:rPr lang="fr-FR" smtClean="0"/>
              <a:pPr/>
              <a:t>‹#›</a:t>
            </a:fld>
            <a:endParaRPr lang="fr-FR" dirty="0">
              <a:solidFill>
                <a:schemeClr val="accent1">
                  <a:lumMod val="75000"/>
                </a:schemeClr>
              </a:solidFill>
            </a:endParaRPr>
          </a:p>
        </p:txBody>
      </p:sp>
      <p:cxnSp>
        <p:nvCxnSpPr>
          <p:cNvPr id="15" name="Connecteur droit 14">
            <a:extLst>
              <a:ext uri="{FF2B5EF4-FFF2-40B4-BE49-F238E27FC236}">
                <a16:creationId xmlns:a16="http://schemas.microsoft.com/office/drawing/2014/main" id="{F9FD732F-BE6D-1233-179B-F7FC6A05EE61}"/>
              </a:ext>
            </a:extLst>
          </p:cNvPr>
          <p:cNvCxnSpPr>
            <a:cxnSpLocks/>
          </p:cNvCxnSpPr>
          <p:nvPr userDrawn="1"/>
        </p:nvCxnSpPr>
        <p:spPr>
          <a:xfrm flipH="1">
            <a:off x="0" y="1771381"/>
            <a:ext cx="6817283" cy="0"/>
          </a:xfrm>
          <a:prstGeom prst="line">
            <a:avLst/>
          </a:prstGeom>
          <a:ln>
            <a:gradFill flip="none" rotWithShape="1">
              <a:gsLst>
                <a:gs pos="50000">
                  <a:schemeClr val="bg1">
                    <a:alpha val="60000"/>
                  </a:schemeClr>
                </a:gs>
                <a:gs pos="0">
                  <a:schemeClr val="bg1">
                    <a:alpha val="0"/>
                  </a:schemeClr>
                </a:gs>
                <a:gs pos="100000">
                  <a:srgbClr val="FFFFFF">
                    <a:alpha val="0"/>
                  </a:srgb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8" name="Connecteur droit 17">
            <a:extLst>
              <a:ext uri="{FF2B5EF4-FFF2-40B4-BE49-F238E27FC236}">
                <a16:creationId xmlns:a16="http://schemas.microsoft.com/office/drawing/2014/main" id="{B38BDEDA-DFBE-2749-55D9-310BF6B7F007}"/>
              </a:ext>
            </a:extLst>
          </p:cNvPr>
          <p:cNvCxnSpPr>
            <a:cxnSpLocks/>
          </p:cNvCxnSpPr>
          <p:nvPr userDrawn="1"/>
        </p:nvCxnSpPr>
        <p:spPr>
          <a:xfrm>
            <a:off x="0" y="4203302"/>
            <a:ext cx="6483956" cy="0"/>
          </a:xfrm>
          <a:prstGeom prst="line">
            <a:avLst/>
          </a:prstGeom>
          <a:ln>
            <a:gradFill flip="none" rotWithShape="1">
              <a:gsLst>
                <a:gs pos="50000">
                  <a:schemeClr val="bg1">
                    <a:alpha val="60000"/>
                  </a:schemeClr>
                </a:gs>
                <a:gs pos="0">
                  <a:schemeClr val="bg1">
                    <a:alpha val="0"/>
                  </a:schemeClr>
                </a:gs>
                <a:gs pos="100000">
                  <a:srgbClr val="FFFFFF">
                    <a:alpha val="0"/>
                  </a:srgb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20" name="Espace réservé du texte 15">
            <a:extLst>
              <a:ext uri="{FF2B5EF4-FFF2-40B4-BE49-F238E27FC236}">
                <a16:creationId xmlns:a16="http://schemas.microsoft.com/office/drawing/2014/main" id="{DCF66BB3-CB66-C295-50A6-B4F7A6A649D5}"/>
              </a:ext>
            </a:extLst>
          </p:cNvPr>
          <p:cNvSpPr>
            <a:spLocks noGrp="1"/>
          </p:cNvSpPr>
          <p:nvPr>
            <p:ph type="body" sz="quarter" idx="13" hasCustomPrompt="1"/>
          </p:nvPr>
        </p:nvSpPr>
        <p:spPr>
          <a:xfrm>
            <a:off x="854075" y="1045803"/>
            <a:ext cx="515977" cy="309327"/>
          </a:xfrm>
          <a:prstGeom prst="rect">
            <a:avLst/>
          </a:prstGeom>
        </p:spPr>
        <p:txBody>
          <a:bodyPr>
            <a:normAutofit/>
          </a:bodyPr>
          <a:lstStyle>
            <a:lvl1pPr>
              <a:defRPr sz="1800" b="1" i="0">
                <a:solidFill>
                  <a:schemeClr val="bg1"/>
                </a:solidFill>
                <a:latin typeface="Arial" panose="020B0604020202020204" pitchFamily="34" charset="0"/>
              </a:defRPr>
            </a:lvl1pPr>
          </a:lstStyle>
          <a:p>
            <a:pPr lvl="0"/>
            <a:r>
              <a:rPr lang="fr-FR" dirty="0"/>
              <a:t>XX</a:t>
            </a:r>
          </a:p>
        </p:txBody>
      </p:sp>
      <p:sp>
        <p:nvSpPr>
          <p:cNvPr id="21" name="Espace réservé pour une image  26">
            <a:extLst>
              <a:ext uri="{FF2B5EF4-FFF2-40B4-BE49-F238E27FC236}">
                <a16:creationId xmlns:a16="http://schemas.microsoft.com/office/drawing/2014/main" id="{AE63948B-D9D1-E5CC-3B7F-883F59476898}"/>
              </a:ext>
            </a:extLst>
          </p:cNvPr>
          <p:cNvSpPr>
            <a:spLocks noGrp="1"/>
          </p:cNvSpPr>
          <p:nvPr>
            <p:ph type="pic" sz="quarter" idx="14"/>
          </p:nvPr>
        </p:nvSpPr>
        <p:spPr>
          <a:xfrm>
            <a:off x="7626350" y="561975"/>
            <a:ext cx="4157663" cy="6296025"/>
          </a:xfrm>
          <a:prstGeom prst="rect">
            <a:avLst/>
          </a:prstGeom>
          <a:solidFill>
            <a:schemeClr val="bg1">
              <a:lumMod val="95000"/>
            </a:schemeClr>
          </a:solidFill>
        </p:spPr>
        <p:txBody>
          <a:bodyPr/>
          <a:lstStyle>
            <a:lvl1pPr>
              <a:defRPr b="1" i="0">
                <a:latin typeface="Arial" panose="020B0604020202020204" pitchFamily="34" charset="0"/>
              </a:defRPr>
            </a:lvl1pPr>
          </a:lstStyle>
          <a:p>
            <a:endParaRPr lang="fr-FR" dirty="0"/>
          </a:p>
        </p:txBody>
      </p:sp>
      <p:sp>
        <p:nvSpPr>
          <p:cNvPr id="24" name="ZoneTexte 23">
            <a:extLst>
              <a:ext uri="{FF2B5EF4-FFF2-40B4-BE49-F238E27FC236}">
                <a16:creationId xmlns:a16="http://schemas.microsoft.com/office/drawing/2014/main" id="{DB85090B-DECF-F1BC-2963-19DB9ECF6128}"/>
              </a:ext>
            </a:extLst>
          </p:cNvPr>
          <p:cNvSpPr txBox="1"/>
          <p:nvPr userDrawn="1"/>
        </p:nvSpPr>
        <p:spPr>
          <a:xfrm>
            <a:off x="854075" y="4675778"/>
            <a:ext cx="4120093" cy="248766"/>
          </a:xfrm>
          <a:prstGeom prst="rect">
            <a:avLst/>
          </a:prstGeom>
          <a:noFill/>
        </p:spPr>
        <p:txBody>
          <a:bodyPr wrap="square" lIns="0" tIns="0" rIns="0" bIns="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1" i="0" kern="1200" dirty="0">
                <a:solidFill>
                  <a:schemeClr val="bg1"/>
                </a:solidFill>
                <a:latin typeface="Arial" panose="020B0604020202020204" pitchFamily="34" charset="0"/>
                <a:ea typeface="+mn-ea"/>
                <a:cs typeface="+mn-cs"/>
              </a:rPr>
              <a:t>FX / </a:t>
            </a:r>
            <a:r>
              <a:rPr lang="fr-FR" sz="1800" b="1" i="0" kern="1200" dirty="0" err="1">
                <a:solidFill>
                  <a:schemeClr val="bg1"/>
                </a:solidFill>
                <a:latin typeface="Arial" panose="020B0604020202020204" pitchFamily="34" charset="0"/>
                <a:ea typeface="+mn-ea"/>
                <a:cs typeface="+mn-cs"/>
              </a:rPr>
              <a:t>Markets</a:t>
            </a:r>
            <a:r>
              <a:rPr lang="fr-FR" sz="1800" b="1" i="0" kern="1200" dirty="0">
                <a:solidFill>
                  <a:schemeClr val="bg1"/>
                </a:solidFill>
                <a:latin typeface="Arial" panose="020B0604020202020204" pitchFamily="34" charset="0"/>
                <a:ea typeface="+mn-ea"/>
                <a:cs typeface="+mn-cs"/>
              </a:rPr>
              <a:t>/ Securities </a:t>
            </a:r>
            <a:r>
              <a:rPr lang="fr-FR" sz="1800" b="1" i="0" kern="1200" dirty="0" err="1">
                <a:solidFill>
                  <a:schemeClr val="bg1"/>
                </a:solidFill>
                <a:latin typeface="Arial" panose="020B0604020202020204" pitchFamily="34" charset="0"/>
                <a:ea typeface="+mn-ea"/>
                <a:cs typeface="+mn-cs"/>
              </a:rPr>
              <a:t>Lending</a:t>
            </a:r>
            <a:r>
              <a:rPr lang="fr-FR" sz="1800" b="1" i="0" kern="1200" dirty="0">
                <a:solidFill>
                  <a:schemeClr val="bg1"/>
                </a:solidFill>
                <a:latin typeface="Arial" panose="020B0604020202020204" pitchFamily="34" charset="0"/>
                <a:ea typeface="+mn-ea"/>
                <a:cs typeface="+mn-cs"/>
              </a:rPr>
              <a:t> </a:t>
            </a:r>
          </a:p>
          <a:p>
            <a:endParaRPr lang="fr-FR" sz="1800" b="1" i="0" kern="1200" dirty="0">
              <a:solidFill>
                <a:schemeClr val="bg1"/>
              </a:solidFill>
              <a:latin typeface="Arial" panose="020B0604020202020204" pitchFamily="34" charset="0"/>
              <a:ea typeface="+mn-ea"/>
              <a:cs typeface="+mn-cs"/>
            </a:endParaRPr>
          </a:p>
        </p:txBody>
      </p:sp>
      <p:sp>
        <p:nvSpPr>
          <p:cNvPr id="25" name="Rectangle 24">
            <a:extLst>
              <a:ext uri="{FF2B5EF4-FFF2-40B4-BE49-F238E27FC236}">
                <a16:creationId xmlns:a16="http://schemas.microsoft.com/office/drawing/2014/main" id="{901F01F8-8990-D645-97F2-33B47CE1F323}"/>
              </a:ext>
            </a:extLst>
          </p:cNvPr>
          <p:cNvSpPr/>
          <p:nvPr userDrawn="1"/>
        </p:nvSpPr>
        <p:spPr>
          <a:xfrm>
            <a:off x="1190438" y="5117540"/>
            <a:ext cx="20955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i="0" dirty="0">
              <a:latin typeface="Arial" panose="020B0604020202020204" pitchFamily="34" charset="0"/>
            </a:endParaRPr>
          </a:p>
        </p:txBody>
      </p:sp>
      <p:sp>
        <p:nvSpPr>
          <p:cNvPr id="26" name="ZoneTexte 25">
            <a:extLst>
              <a:ext uri="{FF2B5EF4-FFF2-40B4-BE49-F238E27FC236}">
                <a16:creationId xmlns:a16="http://schemas.microsoft.com/office/drawing/2014/main" id="{A72D3A25-FC44-7132-1301-EBDA13DDFF23}"/>
              </a:ext>
            </a:extLst>
          </p:cNvPr>
          <p:cNvSpPr txBox="1"/>
          <p:nvPr userDrawn="1"/>
        </p:nvSpPr>
        <p:spPr>
          <a:xfrm>
            <a:off x="1578427" y="4987883"/>
            <a:ext cx="4120093" cy="337661"/>
          </a:xfrm>
          <a:prstGeom prst="rect">
            <a:avLst/>
          </a:prstGeom>
          <a:noFill/>
        </p:spPr>
        <p:txBody>
          <a:bodyPr wrap="square" lIns="0" tIns="0" rIns="0" bIns="0">
            <a:noAutofit/>
          </a:bodyPr>
          <a:lstStyle/>
          <a:p>
            <a:r>
              <a:rPr lang="fr-FR" sz="1800" b="1" i="0" kern="1200" dirty="0">
                <a:solidFill>
                  <a:schemeClr val="bg1"/>
                </a:solidFill>
                <a:latin typeface="Arial" panose="020B0604020202020204" pitchFamily="34" charset="0"/>
                <a:ea typeface="+mn-ea"/>
                <a:cs typeface="+mn-cs"/>
              </a:rPr>
              <a:t>&amp; </a:t>
            </a:r>
            <a:r>
              <a:rPr lang="fr-FR" sz="1800" b="1" i="0" kern="1200" dirty="0" err="1">
                <a:solidFill>
                  <a:schemeClr val="bg1"/>
                </a:solidFill>
                <a:latin typeface="Arial" panose="020B0604020202020204" pitchFamily="34" charset="0"/>
                <a:ea typeface="+mn-ea"/>
                <a:cs typeface="+mn-cs"/>
              </a:rPr>
              <a:t>Commodities</a:t>
            </a:r>
            <a:r>
              <a:rPr lang="fr-FR" sz="1800" b="1" i="0" kern="1200" dirty="0">
                <a:solidFill>
                  <a:schemeClr val="bg1"/>
                </a:solidFill>
                <a:latin typeface="Arial" panose="020B0604020202020204" pitchFamily="34" charset="0"/>
                <a:ea typeface="+mn-ea"/>
                <a:cs typeface="+mn-cs"/>
              </a:rPr>
              <a:t> </a:t>
            </a:r>
          </a:p>
        </p:txBody>
      </p:sp>
      <p:sp>
        <p:nvSpPr>
          <p:cNvPr id="28" name="Rectangle 27">
            <a:extLst>
              <a:ext uri="{FF2B5EF4-FFF2-40B4-BE49-F238E27FC236}">
                <a16:creationId xmlns:a16="http://schemas.microsoft.com/office/drawing/2014/main" id="{BA22CC64-E08C-D50A-DB42-4C48EDC886F8}"/>
              </a:ext>
            </a:extLst>
          </p:cNvPr>
          <p:cNvSpPr/>
          <p:nvPr userDrawn="1"/>
        </p:nvSpPr>
        <p:spPr>
          <a:xfrm>
            <a:off x="304800" y="6273800"/>
            <a:ext cx="502772" cy="5842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i="0" dirty="0">
              <a:latin typeface="Arial" panose="020B0604020202020204" pitchFamily="34" charset="0"/>
            </a:endParaRPr>
          </a:p>
        </p:txBody>
      </p:sp>
      <p:pic>
        <p:nvPicPr>
          <p:cNvPr id="30" name="Graphique 5">
            <a:extLst>
              <a:ext uri="{FF2B5EF4-FFF2-40B4-BE49-F238E27FC236}">
                <a16:creationId xmlns:a16="http://schemas.microsoft.com/office/drawing/2014/main" id="{7B6D282D-6639-018F-B99C-FC03FD1086CD}"/>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246038" y="94305"/>
            <a:ext cx="1906603" cy="623459"/>
          </a:xfrm>
          <a:prstGeom prst="rect">
            <a:avLst/>
          </a:prstGeom>
        </p:spPr>
      </p:pic>
      <p:cxnSp>
        <p:nvCxnSpPr>
          <p:cNvPr id="2" name="Connecteur droit 1">
            <a:extLst>
              <a:ext uri="{FF2B5EF4-FFF2-40B4-BE49-F238E27FC236}">
                <a16:creationId xmlns:a16="http://schemas.microsoft.com/office/drawing/2014/main" id="{9A0D03C2-C167-11C4-7E64-7B376A11CB37}"/>
              </a:ext>
            </a:extLst>
          </p:cNvPr>
          <p:cNvCxnSpPr>
            <a:cxnSpLocks/>
          </p:cNvCxnSpPr>
          <p:nvPr userDrawn="1"/>
        </p:nvCxnSpPr>
        <p:spPr>
          <a:xfrm>
            <a:off x="5431927" y="-228600"/>
            <a:ext cx="0" cy="7086600"/>
          </a:xfrm>
          <a:prstGeom prst="line">
            <a:avLst/>
          </a:prstGeom>
          <a:ln>
            <a:gradFill flip="none" rotWithShape="1">
              <a:gsLst>
                <a:gs pos="50000">
                  <a:srgbClr val="00966F">
                    <a:alpha val="60000"/>
                  </a:srgbClr>
                </a:gs>
                <a:gs pos="0">
                  <a:srgbClr val="00966F">
                    <a:alpha val="0"/>
                  </a:srgbClr>
                </a:gs>
                <a:gs pos="100000">
                  <a:srgbClr val="00966F">
                    <a:alpha val="0"/>
                  </a:srgbClr>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4" name="Connecteur droit 3">
            <a:extLst>
              <a:ext uri="{FF2B5EF4-FFF2-40B4-BE49-F238E27FC236}">
                <a16:creationId xmlns:a16="http://schemas.microsoft.com/office/drawing/2014/main" id="{F3C154D6-45B9-3725-ABB3-C4F708A4C021}"/>
              </a:ext>
            </a:extLst>
          </p:cNvPr>
          <p:cNvCxnSpPr>
            <a:cxnSpLocks/>
          </p:cNvCxnSpPr>
          <p:nvPr userDrawn="1"/>
        </p:nvCxnSpPr>
        <p:spPr>
          <a:xfrm>
            <a:off x="0" y="5702300"/>
            <a:ext cx="5981700" cy="0"/>
          </a:xfrm>
          <a:prstGeom prst="line">
            <a:avLst/>
          </a:prstGeom>
          <a:ln>
            <a:gradFill flip="none" rotWithShape="1">
              <a:gsLst>
                <a:gs pos="50000">
                  <a:schemeClr val="bg1">
                    <a:alpha val="60000"/>
                  </a:schemeClr>
                </a:gs>
                <a:gs pos="0">
                  <a:schemeClr val="bg1">
                    <a:alpha val="0"/>
                  </a:schemeClr>
                </a:gs>
                <a:gs pos="100000">
                  <a:srgbClr val="FFFFFF">
                    <a:alpha val="0"/>
                  </a:srgbClr>
                </a:gs>
              </a:gsLst>
              <a:lin ang="0" scaled="1"/>
              <a:tileRect/>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712834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hapitre_Commodities">
    <p:bg>
      <p:bgPr>
        <a:solidFill>
          <a:srgbClr val="006A4E"/>
        </a:solidFill>
        <a:effectLst/>
      </p:bgPr>
    </p:bg>
    <p:spTree>
      <p:nvGrpSpPr>
        <p:cNvPr id="1" name=""/>
        <p:cNvGrpSpPr/>
        <p:nvPr/>
      </p:nvGrpSpPr>
      <p:grpSpPr>
        <a:xfrm>
          <a:off x="0" y="0"/>
          <a:ext cx="0" cy="0"/>
          <a:chOff x="0" y="0"/>
          <a:chExt cx="0" cy="0"/>
        </a:xfrm>
      </p:grpSpPr>
      <p:sp>
        <p:nvSpPr>
          <p:cNvPr id="6" name="Espace réservé du numéro de diapositive 3">
            <a:extLst>
              <a:ext uri="{FF2B5EF4-FFF2-40B4-BE49-F238E27FC236}">
                <a16:creationId xmlns:a16="http://schemas.microsoft.com/office/drawing/2014/main" id="{747B35CC-F388-2407-CAB8-0FE53328E19D}"/>
              </a:ext>
            </a:extLst>
          </p:cNvPr>
          <p:cNvSpPr>
            <a:spLocks noGrp="1"/>
          </p:cNvSpPr>
          <p:nvPr>
            <p:ph type="sldNum" sz="quarter" idx="11"/>
          </p:nvPr>
        </p:nvSpPr>
        <p:spPr>
          <a:xfrm>
            <a:off x="9354672" y="6384486"/>
            <a:ext cx="2743200" cy="365125"/>
          </a:xfrm>
        </p:spPr>
        <p:txBody>
          <a:bodyPr/>
          <a:lstStyle>
            <a:lvl1pPr>
              <a:defRPr b="1" i="0">
                <a:latin typeface="Arial" panose="020B0604020202020204" pitchFamily="34" charset="0"/>
              </a:defRPr>
            </a:lvl1pPr>
          </a:lstStyle>
          <a:p>
            <a:fld id="{29BED1D5-2372-4BA3-AEA9-1F7A0F9A5921}" type="slidenum">
              <a:rPr lang="fr-FR" smtClean="0"/>
              <a:pPr/>
              <a:t>‹#›</a:t>
            </a:fld>
            <a:endParaRPr lang="fr-FR" dirty="0">
              <a:solidFill>
                <a:schemeClr val="accent1">
                  <a:lumMod val="75000"/>
                </a:schemeClr>
              </a:solidFill>
            </a:endParaRPr>
          </a:p>
        </p:txBody>
      </p:sp>
      <p:sp>
        <p:nvSpPr>
          <p:cNvPr id="19" name="Espace réservé du texte 15">
            <a:extLst>
              <a:ext uri="{FF2B5EF4-FFF2-40B4-BE49-F238E27FC236}">
                <a16:creationId xmlns:a16="http://schemas.microsoft.com/office/drawing/2014/main" id="{CEB6F631-D6AA-9EA9-98D7-D34EDE93EABD}"/>
              </a:ext>
            </a:extLst>
          </p:cNvPr>
          <p:cNvSpPr>
            <a:spLocks noGrp="1"/>
          </p:cNvSpPr>
          <p:nvPr>
            <p:ph type="body" sz="quarter" idx="12" hasCustomPrompt="1"/>
          </p:nvPr>
        </p:nvSpPr>
        <p:spPr>
          <a:xfrm>
            <a:off x="739778" y="4329733"/>
            <a:ext cx="5241922" cy="958749"/>
          </a:xfrm>
          <a:prstGeom prst="rect">
            <a:avLst/>
          </a:prstGeom>
        </p:spPr>
        <p:txBody>
          <a:bodyPr>
            <a:noAutofit/>
          </a:bodyPr>
          <a:lstStyle>
            <a:lvl1pPr>
              <a:defRPr sz="1800" b="1" i="0">
                <a:solidFill>
                  <a:schemeClr val="bg1"/>
                </a:solidFill>
                <a:latin typeface="Arial" panose="020B0604020202020204" pitchFamily="34" charset="0"/>
              </a:defRPr>
            </a:lvl1pPr>
          </a:lstStyle>
          <a:p>
            <a:pPr lvl="0"/>
            <a:r>
              <a:rPr lang="en-US" dirty="0"/>
              <a:t>Write the subtitle of your chapter here</a:t>
            </a:r>
            <a:endParaRPr lang="fr-FR" dirty="0"/>
          </a:p>
        </p:txBody>
      </p:sp>
      <p:sp>
        <p:nvSpPr>
          <p:cNvPr id="22" name="Espace réservé du texte 15">
            <a:extLst>
              <a:ext uri="{FF2B5EF4-FFF2-40B4-BE49-F238E27FC236}">
                <a16:creationId xmlns:a16="http://schemas.microsoft.com/office/drawing/2014/main" id="{ADA5C597-5CD0-E803-23E9-8778B472982A}"/>
              </a:ext>
            </a:extLst>
          </p:cNvPr>
          <p:cNvSpPr>
            <a:spLocks noGrp="1"/>
          </p:cNvSpPr>
          <p:nvPr>
            <p:ph type="body" sz="quarter" idx="13" hasCustomPrompt="1"/>
          </p:nvPr>
        </p:nvSpPr>
        <p:spPr>
          <a:xfrm>
            <a:off x="744168" y="1711485"/>
            <a:ext cx="515977" cy="309327"/>
          </a:xfrm>
          <a:prstGeom prst="rect">
            <a:avLst/>
          </a:prstGeom>
        </p:spPr>
        <p:txBody>
          <a:bodyPr>
            <a:normAutofit/>
          </a:bodyPr>
          <a:lstStyle>
            <a:lvl1pPr>
              <a:defRPr sz="1800" b="1" i="0">
                <a:solidFill>
                  <a:schemeClr val="bg1"/>
                </a:solidFill>
                <a:latin typeface="Arial" panose="020B0604020202020204" pitchFamily="34" charset="0"/>
              </a:defRPr>
            </a:lvl1pPr>
          </a:lstStyle>
          <a:p>
            <a:pPr lvl="0"/>
            <a:r>
              <a:rPr lang="fr-FR" dirty="0"/>
              <a:t>XX</a:t>
            </a:r>
          </a:p>
        </p:txBody>
      </p:sp>
      <p:cxnSp>
        <p:nvCxnSpPr>
          <p:cNvPr id="24" name="Connecteur droit 23">
            <a:extLst>
              <a:ext uri="{FF2B5EF4-FFF2-40B4-BE49-F238E27FC236}">
                <a16:creationId xmlns:a16="http://schemas.microsoft.com/office/drawing/2014/main" id="{166C010C-ED70-361B-2C12-66B047F3D1D4}"/>
              </a:ext>
            </a:extLst>
          </p:cNvPr>
          <p:cNvCxnSpPr>
            <a:cxnSpLocks/>
          </p:cNvCxnSpPr>
          <p:nvPr userDrawn="1"/>
        </p:nvCxnSpPr>
        <p:spPr>
          <a:xfrm flipH="1">
            <a:off x="0" y="2286000"/>
            <a:ext cx="6286500" cy="0"/>
          </a:xfrm>
          <a:prstGeom prst="line">
            <a:avLst/>
          </a:prstGeom>
          <a:ln>
            <a:gradFill flip="none" rotWithShape="1">
              <a:gsLst>
                <a:gs pos="50000">
                  <a:schemeClr val="bg1">
                    <a:alpha val="60000"/>
                  </a:schemeClr>
                </a:gs>
                <a:gs pos="0">
                  <a:schemeClr val="bg1">
                    <a:alpha val="0"/>
                  </a:schemeClr>
                </a:gs>
                <a:gs pos="100000">
                  <a:srgbClr val="FFFFFF">
                    <a:alpha val="0"/>
                  </a:srgb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25" name="Connecteur droit 24">
            <a:extLst>
              <a:ext uri="{FF2B5EF4-FFF2-40B4-BE49-F238E27FC236}">
                <a16:creationId xmlns:a16="http://schemas.microsoft.com/office/drawing/2014/main" id="{6A055690-9EE4-BEF0-2887-468AF258A18B}"/>
              </a:ext>
            </a:extLst>
          </p:cNvPr>
          <p:cNvCxnSpPr>
            <a:cxnSpLocks/>
          </p:cNvCxnSpPr>
          <p:nvPr userDrawn="1"/>
        </p:nvCxnSpPr>
        <p:spPr>
          <a:xfrm flipH="1">
            <a:off x="0" y="3581400"/>
            <a:ext cx="6096000" cy="0"/>
          </a:xfrm>
          <a:prstGeom prst="line">
            <a:avLst/>
          </a:prstGeom>
          <a:ln>
            <a:gradFill flip="none" rotWithShape="1">
              <a:gsLst>
                <a:gs pos="50000">
                  <a:schemeClr val="bg1">
                    <a:alpha val="60000"/>
                  </a:schemeClr>
                </a:gs>
                <a:gs pos="0">
                  <a:schemeClr val="bg1">
                    <a:alpha val="0"/>
                  </a:schemeClr>
                </a:gs>
                <a:gs pos="100000">
                  <a:srgbClr val="FFFFFF">
                    <a:alpha val="0"/>
                  </a:srgb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26" name="Connecteur droit 25">
            <a:extLst>
              <a:ext uri="{FF2B5EF4-FFF2-40B4-BE49-F238E27FC236}">
                <a16:creationId xmlns:a16="http://schemas.microsoft.com/office/drawing/2014/main" id="{B388E112-487C-B9B2-D690-EE4B3AA65BBD}"/>
              </a:ext>
            </a:extLst>
          </p:cNvPr>
          <p:cNvCxnSpPr>
            <a:cxnSpLocks/>
          </p:cNvCxnSpPr>
          <p:nvPr userDrawn="1"/>
        </p:nvCxnSpPr>
        <p:spPr>
          <a:xfrm>
            <a:off x="0" y="5702300"/>
            <a:ext cx="5981700" cy="0"/>
          </a:xfrm>
          <a:prstGeom prst="line">
            <a:avLst/>
          </a:prstGeom>
          <a:ln>
            <a:gradFill flip="none" rotWithShape="1">
              <a:gsLst>
                <a:gs pos="50000">
                  <a:schemeClr val="bg1">
                    <a:alpha val="60000"/>
                  </a:schemeClr>
                </a:gs>
                <a:gs pos="0">
                  <a:schemeClr val="bg1">
                    <a:alpha val="0"/>
                  </a:schemeClr>
                </a:gs>
                <a:gs pos="100000">
                  <a:srgbClr val="FFFFFF">
                    <a:alpha val="0"/>
                  </a:srgb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551ED64E-7404-B8F3-9680-45360112972E}"/>
              </a:ext>
            </a:extLst>
          </p:cNvPr>
          <p:cNvSpPr/>
          <p:nvPr userDrawn="1"/>
        </p:nvSpPr>
        <p:spPr>
          <a:xfrm>
            <a:off x="304800" y="6273800"/>
            <a:ext cx="502772" cy="5842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i="0" dirty="0">
              <a:latin typeface="Arial" panose="020B0604020202020204" pitchFamily="34" charset="0"/>
            </a:endParaRPr>
          </a:p>
        </p:txBody>
      </p:sp>
      <p:pic>
        <p:nvPicPr>
          <p:cNvPr id="31" name="Graphique 5">
            <a:extLst>
              <a:ext uri="{FF2B5EF4-FFF2-40B4-BE49-F238E27FC236}">
                <a16:creationId xmlns:a16="http://schemas.microsoft.com/office/drawing/2014/main" id="{9614DCC2-5011-92FF-2FB6-77F45BB150D0}"/>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246038" y="94305"/>
            <a:ext cx="1906603" cy="623459"/>
          </a:xfrm>
          <a:prstGeom prst="rect">
            <a:avLst/>
          </a:prstGeom>
        </p:spPr>
      </p:pic>
      <p:sp>
        <p:nvSpPr>
          <p:cNvPr id="20" name="Espace réservé pour une image  26">
            <a:extLst>
              <a:ext uri="{FF2B5EF4-FFF2-40B4-BE49-F238E27FC236}">
                <a16:creationId xmlns:a16="http://schemas.microsoft.com/office/drawing/2014/main" id="{BF5A5990-7038-F5C1-263A-73E659F9F4D9}"/>
              </a:ext>
            </a:extLst>
          </p:cNvPr>
          <p:cNvSpPr>
            <a:spLocks noGrp="1"/>
          </p:cNvSpPr>
          <p:nvPr>
            <p:ph type="pic" sz="quarter" idx="14"/>
          </p:nvPr>
        </p:nvSpPr>
        <p:spPr>
          <a:xfrm>
            <a:off x="7626350" y="561975"/>
            <a:ext cx="4157663" cy="6296025"/>
          </a:xfrm>
          <a:prstGeom prst="rect">
            <a:avLst/>
          </a:prstGeom>
          <a:solidFill>
            <a:schemeClr val="bg1">
              <a:lumMod val="95000"/>
            </a:schemeClr>
          </a:solidFill>
        </p:spPr>
        <p:txBody>
          <a:bodyPr/>
          <a:lstStyle>
            <a:lvl1pPr>
              <a:defRPr b="1" i="0">
                <a:latin typeface="Arial" panose="020B0604020202020204" pitchFamily="34" charset="0"/>
              </a:defRPr>
            </a:lvl1pPr>
          </a:lstStyle>
          <a:p>
            <a:endParaRPr lang="fr-FR" dirty="0"/>
          </a:p>
        </p:txBody>
      </p:sp>
      <p:cxnSp>
        <p:nvCxnSpPr>
          <p:cNvPr id="4" name="Connecteur droit 3">
            <a:extLst>
              <a:ext uri="{FF2B5EF4-FFF2-40B4-BE49-F238E27FC236}">
                <a16:creationId xmlns:a16="http://schemas.microsoft.com/office/drawing/2014/main" id="{5437B735-668C-C795-A6FB-BF47CF352D6F}"/>
              </a:ext>
            </a:extLst>
          </p:cNvPr>
          <p:cNvCxnSpPr>
            <a:cxnSpLocks/>
          </p:cNvCxnSpPr>
          <p:nvPr userDrawn="1"/>
        </p:nvCxnSpPr>
        <p:spPr>
          <a:xfrm>
            <a:off x="3464560" y="0"/>
            <a:ext cx="0" cy="2286000"/>
          </a:xfrm>
          <a:prstGeom prst="line">
            <a:avLst/>
          </a:prstGeom>
          <a:ln>
            <a:gradFill flip="none" rotWithShape="1">
              <a:gsLst>
                <a:gs pos="50000">
                  <a:srgbClr val="00966F">
                    <a:alpha val="60000"/>
                  </a:srgbClr>
                </a:gs>
                <a:gs pos="0">
                  <a:srgbClr val="00966F">
                    <a:alpha val="0"/>
                  </a:srgbClr>
                </a:gs>
                <a:gs pos="100000">
                  <a:srgbClr val="00966F"/>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5" name="Connecteur droit 4">
            <a:extLst>
              <a:ext uri="{FF2B5EF4-FFF2-40B4-BE49-F238E27FC236}">
                <a16:creationId xmlns:a16="http://schemas.microsoft.com/office/drawing/2014/main" id="{4576B13E-792D-98AA-7824-9CD41270AF19}"/>
              </a:ext>
            </a:extLst>
          </p:cNvPr>
          <p:cNvCxnSpPr>
            <a:cxnSpLocks/>
          </p:cNvCxnSpPr>
          <p:nvPr userDrawn="1"/>
        </p:nvCxnSpPr>
        <p:spPr>
          <a:xfrm flipV="1">
            <a:off x="3464560" y="5702300"/>
            <a:ext cx="0" cy="1155700"/>
          </a:xfrm>
          <a:prstGeom prst="line">
            <a:avLst/>
          </a:prstGeom>
          <a:ln>
            <a:gradFill flip="none" rotWithShape="1">
              <a:gsLst>
                <a:gs pos="50000">
                  <a:srgbClr val="00966F">
                    <a:alpha val="60000"/>
                  </a:srgbClr>
                </a:gs>
                <a:gs pos="0">
                  <a:srgbClr val="00966F">
                    <a:alpha val="0"/>
                  </a:srgbClr>
                </a:gs>
                <a:gs pos="100000">
                  <a:srgbClr val="00966F"/>
                </a:gs>
              </a:gsLst>
              <a:lin ang="5400000" scaled="1"/>
              <a:tileRect/>
            </a:gradFill>
          </a:ln>
        </p:spPr>
        <p:style>
          <a:lnRef idx="1">
            <a:schemeClr val="accent1"/>
          </a:lnRef>
          <a:fillRef idx="0">
            <a:schemeClr val="accent1"/>
          </a:fillRef>
          <a:effectRef idx="0">
            <a:schemeClr val="accent1"/>
          </a:effectRef>
          <a:fontRef idx="minor">
            <a:schemeClr val="tx1"/>
          </a:fontRef>
        </p:style>
      </p:cxnSp>
      <p:pic>
        <p:nvPicPr>
          <p:cNvPr id="7" name="Graphique 6">
            <a:extLst>
              <a:ext uri="{FF2B5EF4-FFF2-40B4-BE49-F238E27FC236}">
                <a16:creationId xmlns:a16="http://schemas.microsoft.com/office/drawing/2014/main" id="{66E90173-B8E3-381D-C614-E3C3324FDAA5}"/>
              </a:ext>
            </a:extLst>
          </p:cNvPr>
          <p:cNvPicPr>
            <a:picLocks noChangeAspect="1"/>
          </p:cNvPicPr>
          <p:nvPr userDrawn="1"/>
        </p:nvPicPr>
        <p:blipFill>
          <a:blip>
            <a:extLst>
              <a:ext uri="{96DAC541-7B7A-43D3-8B79-37D633B846F1}">
                <asvg:svgBlip xmlns:asvg="http://schemas.microsoft.com/office/drawing/2016/SVG/main" r:embed="rId3"/>
              </a:ext>
            </a:extLst>
          </a:blip>
          <a:srcRect l="10662" t="40" b="32890"/>
          <a:stretch>
            <a:fillRect/>
          </a:stretch>
        </p:blipFill>
        <p:spPr>
          <a:xfrm rot="10800000" flipH="1" flipV="1">
            <a:off x="6483957" y="1686"/>
            <a:ext cx="5708044" cy="6856314"/>
          </a:xfrm>
          <a:prstGeom prst="rect">
            <a:avLst/>
          </a:prstGeom>
        </p:spPr>
      </p:pic>
    </p:spTree>
    <p:extLst>
      <p:ext uri="{BB962C8B-B14F-4D97-AF65-F5344CB8AC3E}">
        <p14:creationId xmlns:p14="http://schemas.microsoft.com/office/powerpoint/2010/main" val="63112933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2_chapitre-Default">
    <p:spTree>
      <p:nvGrpSpPr>
        <p:cNvPr id="1" name=""/>
        <p:cNvGrpSpPr/>
        <p:nvPr/>
      </p:nvGrpSpPr>
      <p:grpSpPr>
        <a:xfrm>
          <a:off x="0" y="0"/>
          <a:ext cx="0" cy="0"/>
          <a:chOff x="0" y="0"/>
          <a:chExt cx="0" cy="0"/>
        </a:xfrm>
      </p:grpSpPr>
      <p:pic>
        <p:nvPicPr>
          <p:cNvPr id="13" name="Graphique 12">
            <a:extLst>
              <a:ext uri="{FF2B5EF4-FFF2-40B4-BE49-F238E27FC236}">
                <a16:creationId xmlns:a16="http://schemas.microsoft.com/office/drawing/2014/main" id="{72B13E91-CDC7-7736-B021-F39309549B01}"/>
              </a:ext>
            </a:extLst>
          </p:cNvPr>
          <p:cNvPicPr>
            <a:picLocks noChangeAspect="1"/>
          </p:cNvPicPr>
          <p:nvPr userDrawn="1"/>
        </p:nvPicPr>
        <p:blipFill rotWithShape="1">
          <a:blip r:embed="rId2"/>
          <a:srcRect/>
          <a:stretch>
            <a:fillRect/>
          </a:stretch>
        </p:blipFill>
        <p:spPr>
          <a:xfrm>
            <a:off x="6503008" y="0"/>
            <a:ext cx="5688992" cy="6857999"/>
          </a:xfrm>
          <a:prstGeom prst="rect">
            <a:avLst/>
          </a:prstGeom>
        </p:spPr>
      </p:pic>
      <p:sp>
        <p:nvSpPr>
          <p:cNvPr id="3" name="Espace réservé du pied de page 2">
            <a:extLst>
              <a:ext uri="{FF2B5EF4-FFF2-40B4-BE49-F238E27FC236}">
                <a16:creationId xmlns:a16="http://schemas.microsoft.com/office/drawing/2014/main" id="{4D4F541E-CAE6-EEA3-EBBB-69D5E3961640}"/>
              </a:ext>
            </a:extLst>
          </p:cNvPr>
          <p:cNvSpPr>
            <a:spLocks noGrp="1"/>
          </p:cNvSpPr>
          <p:nvPr>
            <p:ph type="ftr" sz="quarter" idx="10"/>
          </p:nvPr>
        </p:nvSpPr>
        <p:spPr/>
        <p:txBody>
          <a:bodyPr/>
          <a:lstStyle>
            <a:lvl1pPr>
              <a:defRPr b="1" i="0">
                <a:latin typeface="Arial" panose="020B0604020202020204" pitchFamily="34" charset="0"/>
              </a:defRPr>
            </a:lvl1pPr>
          </a:lstStyle>
          <a:p>
            <a:r>
              <a:rPr lang="fr-FR" dirty="0" err="1"/>
              <a:t>Presentation</a:t>
            </a:r>
            <a:r>
              <a:rPr lang="fr-FR" dirty="0"/>
              <a:t> </a:t>
            </a:r>
            <a:r>
              <a:rPr lang="fr-FR" dirty="0" err="1"/>
              <a:t>title</a:t>
            </a:r>
            <a:endParaRPr lang="fr-FR" dirty="0"/>
          </a:p>
        </p:txBody>
      </p:sp>
      <p:sp>
        <p:nvSpPr>
          <p:cNvPr id="4" name="Espace réservé du numéro de diapositive 3">
            <a:extLst>
              <a:ext uri="{FF2B5EF4-FFF2-40B4-BE49-F238E27FC236}">
                <a16:creationId xmlns:a16="http://schemas.microsoft.com/office/drawing/2014/main" id="{559226CF-57C8-7030-FAB0-B2E5C8FF5218}"/>
              </a:ext>
            </a:extLst>
          </p:cNvPr>
          <p:cNvSpPr>
            <a:spLocks noGrp="1"/>
          </p:cNvSpPr>
          <p:nvPr>
            <p:ph type="sldNum" sz="quarter" idx="11"/>
          </p:nvPr>
        </p:nvSpPr>
        <p:spPr/>
        <p:txBody>
          <a:bodyPr/>
          <a:lstStyle>
            <a:lvl1pPr>
              <a:defRPr b="1" i="0">
                <a:latin typeface="Arial" panose="020B0604020202020204" pitchFamily="34" charset="0"/>
              </a:defRPr>
            </a:lvl1pPr>
          </a:lstStyle>
          <a:p>
            <a:fld id="{29BED1D5-2372-4BA3-AEA9-1F7A0F9A5921}" type="slidenum">
              <a:rPr lang="fr-FR" smtClean="0"/>
              <a:pPr/>
              <a:t>‹#›</a:t>
            </a:fld>
            <a:endParaRPr lang="fr-FR" dirty="0">
              <a:solidFill>
                <a:schemeClr val="accent1">
                  <a:lumMod val="75000"/>
                </a:schemeClr>
              </a:solidFill>
            </a:endParaRPr>
          </a:p>
        </p:txBody>
      </p:sp>
      <p:cxnSp>
        <p:nvCxnSpPr>
          <p:cNvPr id="9" name="Connecteur droit 8">
            <a:extLst>
              <a:ext uri="{FF2B5EF4-FFF2-40B4-BE49-F238E27FC236}">
                <a16:creationId xmlns:a16="http://schemas.microsoft.com/office/drawing/2014/main" id="{6C636A68-2296-A483-6193-164AFE6B4187}"/>
              </a:ext>
            </a:extLst>
          </p:cNvPr>
          <p:cNvCxnSpPr>
            <a:cxnSpLocks/>
          </p:cNvCxnSpPr>
          <p:nvPr userDrawn="1"/>
        </p:nvCxnSpPr>
        <p:spPr>
          <a:xfrm>
            <a:off x="3032760" y="-228600"/>
            <a:ext cx="0" cy="7086599"/>
          </a:xfrm>
          <a:prstGeom prst="line">
            <a:avLst/>
          </a:prstGeom>
          <a:ln>
            <a:gradFill flip="none" rotWithShape="1">
              <a:gsLst>
                <a:gs pos="50000">
                  <a:schemeClr val="bg1">
                    <a:alpha val="60000"/>
                  </a:schemeClr>
                </a:gs>
                <a:gs pos="0">
                  <a:schemeClr val="bg1">
                    <a:alpha val="0"/>
                  </a:schemeClr>
                </a:gs>
                <a:gs pos="100000">
                  <a:schemeClr val="bg1">
                    <a:alpha val="0"/>
                  </a:schemeClr>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0" name="Connecteur droit 9">
            <a:extLst>
              <a:ext uri="{FF2B5EF4-FFF2-40B4-BE49-F238E27FC236}">
                <a16:creationId xmlns:a16="http://schemas.microsoft.com/office/drawing/2014/main" id="{F090C732-2177-DEC5-EE50-FD6C555A9F83}"/>
              </a:ext>
            </a:extLst>
          </p:cNvPr>
          <p:cNvCxnSpPr>
            <a:cxnSpLocks/>
          </p:cNvCxnSpPr>
          <p:nvPr userDrawn="1"/>
        </p:nvCxnSpPr>
        <p:spPr>
          <a:xfrm flipH="1">
            <a:off x="0" y="2286000"/>
            <a:ext cx="6503008" cy="0"/>
          </a:xfrm>
          <a:prstGeom prst="line">
            <a:avLst/>
          </a:prstGeom>
          <a:ln>
            <a:gradFill flip="none" rotWithShape="1">
              <a:gsLst>
                <a:gs pos="50000">
                  <a:schemeClr val="bg1">
                    <a:alpha val="60000"/>
                  </a:schemeClr>
                </a:gs>
                <a:gs pos="0">
                  <a:schemeClr val="bg1">
                    <a:alpha val="0"/>
                  </a:schemeClr>
                </a:gs>
                <a:gs pos="100000">
                  <a:schemeClr val="bg1">
                    <a:alpha val="0"/>
                  </a:schemeClr>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1" name="Connecteur droit 10">
            <a:extLst>
              <a:ext uri="{FF2B5EF4-FFF2-40B4-BE49-F238E27FC236}">
                <a16:creationId xmlns:a16="http://schemas.microsoft.com/office/drawing/2014/main" id="{0DBA10D4-61C1-C3AA-D918-D32FB2E4E861}"/>
              </a:ext>
            </a:extLst>
          </p:cNvPr>
          <p:cNvCxnSpPr>
            <a:cxnSpLocks/>
          </p:cNvCxnSpPr>
          <p:nvPr userDrawn="1"/>
        </p:nvCxnSpPr>
        <p:spPr>
          <a:xfrm>
            <a:off x="0" y="4576604"/>
            <a:ext cx="6483956" cy="0"/>
          </a:xfrm>
          <a:prstGeom prst="line">
            <a:avLst/>
          </a:prstGeom>
          <a:ln>
            <a:gradFill flip="none" rotWithShape="1">
              <a:gsLst>
                <a:gs pos="50000">
                  <a:schemeClr val="bg1">
                    <a:alpha val="60000"/>
                  </a:schemeClr>
                </a:gs>
                <a:gs pos="0">
                  <a:schemeClr val="bg1">
                    <a:alpha val="0"/>
                  </a:schemeClr>
                </a:gs>
                <a:gs pos="100000">
                  <a:schemeClr val="bg1">
                    <a:alpha val="0"/>
                  </a:schemeClr>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2" name="Straight Connector 6">
            <a:extLst>
              <a:ext uri="{FF2B5EF4-FFF2-40B4-BE49-F238E27FC236}">
                <a16:creationId xmlns:a16="http://schemas.microsoft.com/office/drawing/2014/main" id="{A27C4C27-0513-9558-6D38-E264400E8A2B}"/>
              </a:ext>
            </a:extLst>
          </p:cNvPr>
          <p:cNvCxnSpPr>
            <a:cxnSpLocks/>
          </p:cNvCxnSpPr>
          <p:nvPr userDrawn="1"/>
        </p:nvCxnSpPr>
        <p:spPr>
          <a:xfrm>
            <a:off x="869800" y="4071874"/>
            <a:ext cx="428625"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6" name="Espace réservé du texte 15">
            <a:extLst>
              <a:ext uri="{FF2B5EF4-FFF2-40B4-BE49-F238E27FC236}">
                <a16:creationId xmlns:a16="http://schemas.microsoft.com/office/drawing/2014/main" id="{52636251-EDCE-65A0-369A-2F10D1A2F22C}"/>
              </a:ext>
            </a:extLst>
          </p:cNvPr>
          <p:cNvSpPr>
            <a:spLocks noGrp="1"/>
          </p:cNvSpPr>
          <p:nvPr>
            <p:ph type="body" sz="quarter" idx="12" hasCustomPrompt="1"/>
          </p:nvPr>
        </p:nvSpPr>
        <p:spPr>
          <a:xfrm>
            <a:off x="854075" y="4329733"/>
            <a:ext cx="4594225" cy="1482464"/>
          </a:xfrm>
          <a:prstGeom prst="rect">
            <a:avLst/>
          </a:prstGeom>
        </p:spPr>
        <p:txBody>
          <a:bodyPr>
            <a:noAutofit/>
          </a:bodyPr>
          <a:lstStyle>
            <a:lvl1pPr>
              <a:defRPr sz="1800" b="1" i="0">
                <a:solidFill>
                  <a:schemeClr val="bg1"/>
                </a:solidFill>
                <a:latin typeface="Arial" panose="020B0604020202020204" pitchFamily="34" charset="0"/>
              </a:defRPr>
            </a:lvl1pPr>
          </a:lstStyle>
          <a:p>
            <a:pPr lvl="0"/>
            <a:r>
              <a:rPr lang="en-US" dirty="0"/>
              <a:t>Write the subtitle of your chapter here</a:t>
            </a:r>
            <a:endParaRPr lang="fr-FR" dirty="0"/>
          </a:p>
        </p:txBody>
      </p:sp>
      <p:sp>
        <p:nvSpPr>
          <p:cNvPr id="17" name="Espace réservé du texte 15">
            <a:extLst>
              <a:ext uri="{FF2B5EF4-FFF2-40B4-BE49-F238E27FC236}">
                <a16:creationId xmlns:a16="http://schemas.microsoft.com/office/drawing/2014/main" id="{A86A394F-2307-D400-F360-1B188E5F01DC}"/>
              </a:ext>
            </a:extLst>
          </p:cNvPr>
          <p:cNvSpPr>
            <a:spLocks noGrp="1"/>
          </p:cNvSpPr>
          <p:nvPr>
            <p:ph type="body" sz="quarter" idx="13" hasCustomPrompt="1"/>
          </p:nvPr>
        </p:nvSpPr>
        <p:spPr>
          <a:xfrm>
            <a:off x="854075" y="1560422"/>
            <a:ext cx="515977" cy="309327"/>
          </a:xfrm>
          <a:prstGeom prst="rect">
            <a:avLst/>
          </a:prstGeom>
        </p:spPr>
        <p:txBody>
          <a:bodyPr>
            <a:normAutofit/>
          </a:bodyPr>
          <a:lstStyle>
            <a:lvl1pPr>
              <a:defRPr sz="1800" b="1" i="0">
                <a:solidFill>
                  <a:schemeClr val="bg1"/>
                </a:solidFill>
                <a:latin typeface="Arial" panose="020B0604020202020204" pitchFamily="34" charset="0"/>
              </a:defRPr>
            </a:lvl1pPr>
          </a:lstStyle>
          <a:p>
            <a:pPr lvl="0"/>
            <a:r>
              <a:rPr lang="fr-FR" dirty="0"/>
              <a:t>XX</a:t>
            </a:r>
          </a:p>
        </p:txBody>
      </p:sp>
      <p:sp>
        <p:nvSpPr>
          <p:cNvPr id="27" name="Espace réservé pour une image  26">
            <a:extLst>
              <a:ext uri="{FF2B5EF4-FFF2-40B4-BE49-F238E27FC236}">
                <a16:creationId xmlns:a16="http://schemas.microsoft.com/office/drawing/2014/main" id="{449FFEE2-837F-FD67-D7DB-C60FA279C03C}"/>
              </a:ext>
            </a:extLst>
          </p:cNvPr>
          <p:cNvSpPr>
            <a:spLocks noGrp="1"/>
          </p:cNvSpPr>
          <p:nvPr>
            <p:ph type="pic" sz="quarter" idx="14"/>
          </p:nvPr>
        </p:nvSpPr>
        <p:spPr>
          <a:xfrm>
            <a:off x="7626350" y="561975"/>
            <a:ext cx="4157663" cy="6296025"/>
          </a:xfrm>
          <a:prstGeom prst="rect">
            <a:avLst/>
          </a:prstGeom>
          <a:solidFill>
            <a:schemeClr val="bg1">
              <a:lumMod val="95000"/>
            </a:schemeClr>
          </a:solidFill>
        </p:spPr>
        <p:txBody>
          <a:bodyPr/>
          <a:lstStyle>
            <a:lvl1pPr>
              <a:defRPr b="1" i="0">
                <a:latin typeface="Arial" panose="020B0604020202020204" pitchFamily="34" charset="0"/>
              </a:defRPr>
            </a:lvl1pPr>
          </a:lstStyle>
          <a:p>
            <a:endParaRPr lang="fr-FR" dirty="0"/>
          </a:p>
        </p:txBody>
      </p:sp>
      <p:sp>
        <p:nvSpPr>
          <p:cNvPr id="2" name="Titre 1">
            <a:extLst>
              <a:ext uri="{FF2B5EF4-FFF2-40B4-BE49-F238E27FC236}">
                <a16:creationId xmlns:a16="http://schemas.microsoft.com/office/drawing/2014/main" id="{BFAEBE08-2C3A-D641-57FD-F058F6D0ABAA}"/>
              </a:ext>
            </a:extLst>
          </p:cNvPr>
          <p:cNvSpPr>
            <a:spLocks noGrp="1"/>
          </p:cNvSpPr>
          <p:nvPr>
            <p:ph type="title" hasCustomPrompt="1"/>
          </p:nvPr>
        </p:nvSpPr>
        <p:spPr>
          <a:xfrm>
            <a:off x="854634" y="2076913"/>
            <a:ext cx="5241366" cy="1661993"/>
          </a:xfrm>
        </p:spPr>
        <p:txBody>
          <a:bodyPr/>
          <a:lstStyle>
            <a:lvl1pPr>
              <a:lnSpc>
                <a:spcPct val="90000"/>
              </a:lnSpc>
              <a:defRPr lang="fr-FR" sz="6000" b="1" i="0" kern="1200" cap="all" spc="200" baseline="0" smtClean="0">
                <a:solidFill>
                  <a:schemeClr val="bg1"/>
                </a:solidFill>
                <a:latin typeface="Arial" panose="020B0604020202020204" pitchFamily="34" charset="0"/>
                <a:ea typeface="+mn-ea"/>
                <a:cs typeface="+mn-cs"/>
              </a:defRPr>
            </a:lvl1pPr>
          </a:lstStyle>
          <a:p>
            <a:r>
              <a:rPr lang="fr-FR" dirty="0" err="1"/>
              <a:t>Chapter</a:t>
            </a:r>
            <a:r>
              <a:rPr lang="fr-FR" dirty="0"/>
              <a:t> Title</a:t>
            </a:r>
          </a:p>
        </p:txBody>
      </p:sp>
      <p:cxnSp>
        <p:nvCxnSpPr>
          <p:cNvPr id="5" name="Connecteur droit 4">
            <a:extLst>
              <a:ext uri="{FF2B5EF4-FFF2-40B4-BE49-F238E27FC236}">
                <a16:creationId xmlns:a16="http://schemas.microsoft.com/office/drawing/2014/main" id="{90D15AA6-0C6C-47BF-6CDD-D40B4D51D64A}"/>
              </a:ext>
            </a:extLst>
          </p:cNvPr>
          <p:cNvCxnSpPr>
            <a:cxnSpLocks/>
          </p:cNvCxnSpPr>
          <p:nvPr userDrawn="1"/>
        </p:nvCxnSpPr>
        <p:spPr>
          <a:xfrm>
            <a:off x="6483956" y="-228600"/>
            <a:ext cx="0" cy="7086600"/>
          </a:xfrm>
          <a:prstGeom prst="line">
            <a:avLst/>
          </a:prstGeom>
          <a:ln>
            <a:gradFill flip="none" rotWithShape="1">
              <a:gsLst>
                <a:gs pos="50000">
                  <a:schemeClr val="bg1">
                    <a:alpha val="60000"/>
                  </a:schemeClr>
                </a:gs>
                <a:gs pos="0">
                  <a:schemeClr val="bg1">
                    <a:alpha val="0"/>
                  </a:schemeClr>
                </a:gs>
                <a:gs pos="100000">
                  <a:schemeClr val="bg1">
                    <a:alpha val="0"/>
                  </a:schemeClr>
                </a:gs>
              </a:gsLst>
              <a:lin ang="5400000" scaled="1"/>
              <a:tileRect/>
            </a:gradFill>
          </a:ln>
        </p:spPr>
        <p:style>
          <a:lnRef idx="1">
            <a:schemeClr val="accent1"/>
          </a:lnRef>
          <a:fillRef idx="0">
            <a:schemeClr val="accent1"/>
          </a:fillRef>
          <a:effectRef idx="0">
            <a:schemeClr val="accent1"/>
          </a:effectRef>
          <a:fontRef idx="minor">
            <a:schemeClr val="tx1"/>
          </a:fontRef>
        </p:style>
      </p:cxnSp>
      <p:pic>
        <p:nvPicPr>
          <p:cNvPr id="7" name="Graphique 5">
            <a:extLst>
              <a:ext uri="{FF2B5EF4-FFF2-40B4-BE49-F238E27FC236}">
                <a16:creationId xmlns:a16="http://schemas.microsoft.com/office/drawing/2014/main" id="{05EA31C2-F339-4274-BC5E-9383D441EE4B}"/>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246038" y="94305"/>
            <a:ext cx="1906603" cy="623459"/>
          </a:xfrm>
          <a:prstGeom prst="rect">
            <a:avLst/>
          </a:prstGeom>
        </p:spPr>
      </p:pic>
    </p:spTree>
    <p:extLst>
      <p:ext uri="{BB962C8B-B14F-4D97-AF65-F5344CB8AC3E}">
        <p14:creationId xmlns:p14="http://schemas.microsoft.com/office/powerpoint/2010/main" val="14187537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2_chapitre-Default-No-image">
    <p:spTree>
      <p:nvGrpSpPr>
        <p:cNvPr id="1" name=""/>
        <p:cNvGrpSpPr/>
        <p:nvPr/>
      </p:nvGrpSpPr>
      <p:grpSpPr>
        <a:xfrm>
          <a:off x="0" y="0"/>
          <a:ext cx="0" cy="0"/>
          <a:chOff x="0" y="0"/>
          <a:chExt cx="0" cy="0"/>
        </a:xfrm>
      </p:grpSpPr>
      <p:pic>
        <p:nvPicPr>
          <p:cNvPr id="8" name="Graphique 7">
            <a:extLst>
              <a:ext uri="{FF2B5EF4-FFF2-40B4-BE49-F238E27FC236}">
                <a16:creationId xmlns:a16="http://schemas.microsoft.com/office/drawing/2014/main" id="{3536C4C6-14C7-6175-BC62-18DF18D0C764}"/>
              </a:ext>
            </a:extLst>
          </p:cNvPr>
          <p:cNvPicPr>
            <a:picLocks noChangeAspect="1"/>
          </p:cNvPicPr>
          <p:nvPr userDrawn="1"/>
        </p:nvPicPr>
        <p:blipFill>
          <a:blip>
            <a:extLst>
              <a:ext uri="{96DAC541-7B7A-43D3-8B79-37D633B846F1}">
                <asvg:svgBlip xmlns:asvg="http://schemas.microsoft.com/office/drawing/2016/SVG/main" r:embed="rId2"/>
              </a:ext>
            </a:extLst>
          </a:blip>
          <a:srcRect l="10662" t="40" b="32890"/>
          <a:stretch>
            <a:fillRect/>
          </a:stretch>
        </p:blipFill>
        <p:spPr>
          <a:xfrm rot="10800000" flipH="1" flipV="1">
            <a:off x="6483957" y="1686"/>
            <a:ext cx="5708044" cy="6856314"/>
          </a:xfrm>
          <a:prstGeom prst="rect">
            <a:avLst/>
          </a:prstGeom>
        </p:spPr>
      </p:pic>
      <p:sp>
        <p:nvSpPr>
          <p:cNvPr id="3" name="Espace réservé du pied de page 2">
            <a:extLst>
              <a:ext uri="{FF2B5EF4-FFF2-40B4-BE49-F238E27FC236}">
                <a16:creationId xmlns:a16="http://schemas.microsoft.com/office/drawing/2014/main" id="{4D4F541E-CAE6-EEA3-EBBB-69D5E3961640}"/>
              </a:ext>
            </a:extLst>
          </p:cNvPr>
          <p:cNvSpPr>
            <a:spLocks noGrp="1"/>
          </p:cNvSpPr>
          <p:nvPr>
            <p:ph type="ftr" sz="quarter" idx="10"/>
          </p:nvPr>
        </p:nvSpPr>
        <p:spPr/>
        <p:txBody>
          <a:bodyPr/>
          <a:lstStyle>
            <a:lvl1pPr>
              <a:defRPr b="1" i="0">
                <a:latin typeface="Arial" panose="020B0604020202020204" pitchFamily="34" charset="0"/>
              </a:defRPr>
            </a:lvl1pPr>
          </a:lstStyle>
          <a:p>
            <a:r>
              <a:rPr lang="fr-FR" dirty="0" err="1"/>
              <a:t>Presentation</a:t>
            </a:r>
            <a:r>
              <a:rPr lang="fr-FR" dirty="0"/>
              <a:t> </a:t>
            </a:r>
            <a:r>
              <a:rPr lang="fr-FR" dirty="0" err="1"/>
              <a:t>title</a:t>
            </a:r>
            <a:endParaRPr lang="fr-FR" dirty="0"/>
          </a:p>
        </p:txBody>
      </p:sp>
      <p:sp>
        <p:nvSpPr>
          <p:cNvPr id="4" name="Espace réservé du numéro de diapositive 3">
            <a:extLst>
              <a:ext uri="{FF2B5EF4-FFF2-40B4-BE49-F238E27FC236}">
                <a16:creationId xmlns:a16="http://schemas.microsoft.com/office/drawing/2014/main" id="{559226CF-57C8-7030-FAB0-B2E5C8FF5218}"/>
              </a:ext>
            </a:extLst>
          </p:cNvPr>
          <p:cNvSpPr>
            <a:spLocks noGrp="1"/>
          </p:cNvSpPr>
          <p:nvPr>
            <p:ph type="sldNum" sz="quarter" idx="11"/>
          </p:nvPr>
        </p:nvSpPr>
        <p:spPr/>
        <p:txBody>
          <a:bodyPr/>
          <a:lstStyle>
            <a:lvl1pPr>
              <a:defRPr b="1" i="0">
                <a:latin typeface="Arial" panose="020B0604020202020204" pitchFamily="34" charset="0"/>
              </a:defRPr>
            </a:lvl1pPr>
          </a:lstStyle>
          <a:p>
            <a:fld id="{29BED1D5-2372-4BA3-AEA9-1F7A0F9A5921}" type="slidenum">
              <a:rPr lang="fr-FR" smtClean="0"/>
              <a:pPr/>
              <a:t>‹#›</a:t>
            </a:fld>
            <a:endParaRPr lang="fr-FR" dirty="0">
              <a:solidFill>
                <a:schemeClr val="accent1">
                  <a:lumMod val="75000"/>
                </a:schemeClr>
              </a:solidFill>
            </a:endParaRPr>
          </a:p>
        </p:txBody>
      </p:sp>
      <p:cxnSp>
        <p:nvCxnSpPr>
          <p:cNvPr id="9" name="Connecteur droit 8">
            <a:extLst>
              <a:ext uri="{FF2B5EF4-FFF2-40B4-BE49-F238E27FC236}">
                <a16:creationId xmlns:a16="http://schemas.microsoft.com/office/drawing/2014/main" id="{6C636A68-2296-A483-6193-164AFE6B4187}"/>
              </a:ext>
            </a:extLst>
          </p:cNvPr>
          <p:cNvCxnSpPr>
            <a:cxnSpLocks/>
          </p:cNvCxnSpPr>
          <p:nvPr userDrawn="1"/>
        </p:nvCxnSpPr>
        <p:spPr>
          <a:xfrm>
            <a:off x="3032760" y="-228600"/>
            <a:ext cx="0" cy="7086600"/>
          </a:xfrm>
          <a:prstGeom prst="line">
            <a:avLst/>
          </a:prstGeom>
          <a:ln>
            <a:gradFill flip="none" rotWithShape="1">
              <a:gsLst>
                <a:gs pos="50000">
                  <a:schemeClr val="bg1">
                    <a:alpha val="60000"/>
                  </a:schemeClr>
                </a:gs>
                <a:gs pos="0">
                  <a:schemeClr val="bg1">
                    <a:alpha val="0"/>
                  </a:schemeClr>
                </a:gs>
                <a:gs pos="100000">
                  <a:schemeClr val="bg1">
                    <a:alpha val="0"/>
                  </a:schemeClr>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0" name="Connecteur droit 9">
            <a:extLst>
              <a:ext uri="{FF2B5EF4-FFF2-40B4-BE49-F238E27FC236}">
                <a16:creationId xmlns:a16="http://schemas.microsoft.com/office/drawing/2014/main" id="{F090C732-2177-DEC5-EE50-FD6C555A9F83}"/>
              </a:ext>
            </a:extLst>
          </p:cNvPr>
          <p:cNvCxnSpPr>
            <a:cxnSpLocks/>
          </p:cNvCxnSpPr>
          <p:nvPr userDrawn="1"/>
        </p:nvCxnSpPr>
        <p:spPr>
          <a:xfrm flipH="1">
            <a:off x="0" y="2286000"/>
            <a:ext cx="6503008" cy="0"/>
          </a:xfrm>
          <a:prstGeom prst="line">
            <a:avLst/>
          </a:prstGeom>
          <a:ln>
            <a:gradFill flip="none" rotWithShape="1">
              <a:gsLst>
                <a:gs pos="50000">
                  <a:schemeClr val="bg1">
                    <a:alpha val="60000"/>
                  </a:schemeClr>
                </a:gs>
                <a:gs pos="0">
                  <a:schemeClr val="bg1">
                    <a:alpha val="0"/>
                  </a:schemeClr>
                </a:gs>
                <a:gs pos="100000">
                  <a:schemeClr val="bg1">
                    <a:alpha val="0"/>
                  </a:schemeClr>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1" name="Connecteur droit 10">
            <a:extLst>
              <a:ext uri="{FF2B5EF4-FFF2-40B4-BE49-F238E27FC236}">
                <a16:creationId xmlns:a16="http://schemas.microsoft.com/office/drawing/2014/main" id="{0DBA10D4-61C1-C3AA-D918-D32FB2E4E861}"/>
              </a:ext>
            </a:extLst>
          </p:cNvPr>
          <p:cNvCxnSpPr>
            <a:cxnSpLocks/>
          </p:cNvCxnSpPr>
          <p:nvPr userDrawn="1"/>
        </p:nvCxnSpPr>
        <p:spPr>
          <a:xfrm>
            <a:off x="0" y="4576604"/>
            <a:ext cx="6483956" cy="0"/>
          </a:xfrm>
          <a:prstGeom prst="line">
            <a:avLst/>
          </a:prstGeom>
          <a:ln>
            <a:gradFill flip="none" rotWithShape="1">
              <a:gsLst>
                <a:gs pos="50000">
                  <a:schemeClr val="bg1">
                    <a:alpha val="60000"/>
                  </a:schemeClr>
                </a:gs>
                <a:gs pos="0">
                  <a:schemeClr val="bg1">
                    <a:alpha val="0"/>
                  </a:schemeClr>
                </a:gs>
                <a:gs pos="100000">
                  <a:schemeClr val="bg1">
                    <a:alpha val="0"/>
                  </a:schemeClr>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2" name="Straight Connector 6">
            <a:extLst>
              <a:ext uri="{FF2B5EF4-FFF2-40B4-BE49-F238E27FC236}">
                <a16:creationId xmlns:a16="http://schemas.microsoft.com/office/drawing/2014/main" id="{A27C4C27-0513-9558-6D38-E264400E8A2B}"/>
              </a:ext>
            </a:extLst>
          </p:cNvPr>
          <p:cNvCxnSpPr>
            <a:cxnSpLocks/>
          </p:cNvCxnSpPr>
          <p:nvPr userDrawn="1"/>
        </p:nvCxnSpPr>
        <p:spPr>
          <a:xfrm>
            <a:off x="869800" y="4071874"/>
            <a:ext cx="428625"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6" name="Espace réservé du texte 15">
            <a:extLst>
              <a:ext uri="{FF2B5EF4-FFF2-40B4-BE49-F238E27FC236}">
                <a16:creationId xmlns:a16="http://schemas.microsoft.com/office/drawing/2014/main" id="{52636251-EDCE-65A0-369A-2F10D1A2F22C}"/>
              </a:ext>
            </a:extLst>
          </p:cNvPr>
          <p:cNvSpPr>
            <a:spLocks noGrp="1"/>
          </p:cNvSpPr>
          <p:nvPr>
            <p:ph type="body" sz="quarter" idx="12" hasCustomPrompt="1"/>
          </p:nvPr>
        </p:nvSpPr>
        <p:spPr>
          <a:xfrm>
            <a:off x="854075" y="4329733"/>
            <a:ext cx="4594225" cy="1482464"/>
          </a:xfrm>
          <a:prstGeom prst="rect">
            <a:avLst/>
          </a:prstGeom>
        </p:spPr>
        <p:txBody>
          <a:bodyPr>
            <a:noAutofit/>
          </a:bodyPr>
          <a:lstStyle>
            <a:lvl1pPr>
              <a:defRPr sz="1800" b="1" i="0">
                <a:solidFill>
                  <a:schemeClr val="bg1"/>
                </a:solidFill>
                <a:latin typeface="Arial" panose="020B0604020202020204" pitchFamily="34" charset="0"/>
              </a:defRPr>
            </a:lvl1pPr>
          </a:lstStyle>
          <a:p>
            <a:pPr lvl="0"/>
            <a:r>
              <a:rPr lang="en-US" dirty="0"/>
              <a:t>Write the subtitle of your chapter here</a:t>
            </a:r>
            <a:endParaRPr lang="fr-FR" dirty="0"/>
          </a:p>
        </p:txBody>
      </p:sp>
      <p:sp>
        <p:nvSpPr>
          <p:cNvPr id="17" name="Espace réservé du texte 15">
            <a:extLst>
              <a:ext uri="{FF2B5EF4-FFF2-40B4-BE49-F238E27FC236}">
                <a16:creationId xmlns:a16="http://schemas.microsoft.com/office/drawing/2014/main" id="{A86A394F-2307-D400-F360-1B188E5F01DC}"/>
              </a:ext>
            </a:extLst>
          </p:cNvPr>
          <p:cNvSpPr>
            <a:spLocks noGrp="1"/>
          </p:cNvSpPr>
          <p:nvPr>
            <p:ph type="body" sz="quarter" idx="13" hasCustomPrompt="1"/>
          </p:nvPr>
        </p:nvSpPr>
        <p:spPr>
          <a:xfrm>
            <a:off x="854075" y="1560422"/>
            <a:ext cx="515977" cy="309327"/>
          </a:xfrm>
          <a:prstGeom prst="rect">
            <a:avLst/>
          </a:prstGeom>
        </p:spPr>
        <p:txBody>
          <a:bodyPr>
            <a:normAutofit/>
          </a:bodyPr>
          <a:lstStyle>
            <a:lvl1pPr>
              <a:defRPr sz="1800" b="1" i="0">
                <a:solidFill>
                  <a:schemeClr val="bg1"/>
                </a:solidFill>
                <a:latin typeface="Arial" panose="020B0604020202020204" pitchFamily="34" charset="0"/>
              </a:defRPr>
            </a:lvl1pPr>
          </a:lstStyle>
          <a:p>
            <a:pPr lvl="0"/>
            <a:r>
              <a:rPr lang="fr-FR" dirty="0"/>
              <a:t>XX</a:t>
            </a:r>
          </a:p>
        </p:txBody>
      </p:sp>
      <p:sp>
        <p:nvSpPr>
          <p:cNvPr id="2" name="Titre 1">
            <a:extLst>
              <a:ext uri="{FF2B5EF4-FFF2-40B4-BE49-F238E27FC236}">
                <a16:creationId xmlns:a16="http://schemas.microsoft.com/office/drawing/2014/main" id="{BFAEBE08-2C3A-D641-57FD-F058F6D0ABAA}"/>
              </a:ext>
            </a:extLst>
          </p:cNvPr>
          <p:cNvSpPr>
            <a:spLocks noGrp="1"/>
          </p:cNvSpPr>
          <p:nvPr>
            <p:ph type="title" hasCustomPrompt="1"/>
          </p:nvPr>
        </p:nvSpPr>
        <p:spPr>
          <a:xfrm>
            <a:off x="854634" y="2076913"/>
            <a:ext cx="5241366" cy="1661993"/>
          </a:xfrm>
        </p:spPr>
        <p:txBody>
          <a:bodyPr/>
          <a:lstStyle>
            <a:lvl1pPr>
              <a:lnSpc>
                <a:spcPct val="90000"/>
              </a:lnSpc>
              <a:defRPr lang="fr-FR" sz="6000" b="1" i="0" kern="1200" cap="all" spc="200" baseline="0" smtClean="0">
                <a:solidFill>
                  <a:schemeClr val="bg1"/>
                </a:solidFill>
                <a:latin typeface="Arial" panose="020B0604020202020204" pitchFamily="34" charset="0"/>
                <a:ea typeface="+mn-ea"/>
                <a:cs typeface="+mn-cs"/>
              </a:defRPr>
            </a:lvl1pPr>
          </a:lstStyle>
          <a:p>
            <a:r>
              <a:rPr lang="fr-FR" dirty="0" err="1"/>
              <a:t>Chapter</a:t>
            </a:r>
            <a:r>
              <a:rPr lang="fr-FR" dirty="0"/>
              <a:t> Title</a:t>
            </a:r>
          </a:p>
        </p:txBody>
      </p:sp>
      <p:cxnSp>
        <p:nvCxnSpPr>
          <p:cNvPr id="5" name="Connecteur droit 4">
            <a:extLst>
              <a:ext uri="{FF2B5EF4-FFF2-40B4-BE49-F238E27FC236}">
                <a16:creationId xmlns:a16="http://schemas.microsoft.com/office/drawing/2014/main" id="{90D15AA6-0C6C-47BF-6CDD-D40B4D51D64A}"/>
              </a:ext>
            </a:extLst>
          </p:cNvPr>
          <p:cNvCxnSpPr>
            <a:cxnSpLocks/>
          </p:cNvCxnSpPr>
          <p:nvPr userDrawn="1"/>
        </p:nvCxnSpPr>
        <p:spPr>
          <a:xfrm>
            <a:off x="6483956" y="-228600"/>
            <a:ext cx="0" cy="7086600"/>
          </a:xfrm>
          <a:prstGeom prst="line">
            <a:avLst/>
          </a:prstGeom>
          <a:ln>
            <a:gradFill flip="none" rotWithShape="1">
              <a:gsLst>
                <a:gs pos="50000">
                  <a:schemeClr val="bg1">
                    <a:alpha val="60000"/>
                  </a:schemeClr>
                </a:gs>
                <a:gs pos="0">
                  <a:schemeClr val="bg1">
                    <a:alpha val="0"/>
                  </a:schemeClr>
                </a:gs>
                <a:gs pos="100000">
                  <a:schemeClr val="bg1">
                    <a:alpha val="0"/>
                  </a:schemeClr>
                </a:gs>
              </a:gsLst>
              <a:lin ang="5400000" scaled="1"/>
              <a:tileRect/>
            </a:gradFill>
          </a:ln>
        </p:spPr>
        <p:style>
          <a:lnRef idx="1">
            <a:schemeClr val="accent1"/>
          </a:lnRef>
          <a:fillRef idx="0">
            <a:schemeClr val="accent1"/>
          </a:fillRef>
          <a:effectRef idx="0">
            <a:schemeClr val="accent1"/>
          </a:effectRef>
          <a:fontRef idx="minor">
            <a:schemeClr val="tx1"/>
          </a:fontRef>
        </p:style>
      </p:cxnSp>
      <p:pic>
        <p:nvPicPr>
          <p:cNvPr id="7" name="Graphique 5">
            <a:extLst>
              <a:ext uri="{FF2B5EF4-FFF2-40B4-BE49-F238E27FC236}">
                <a16:creationId xmlns:a16="http://schemas.microsoft.com/office/drawing/2014/main" id="{05EA31C2-F339-4274-BC5E-9383D441EE4B}"/>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246038" y="94305"/>
            <a:ext cx="1906603" cy="623459"/>
          </a:xfrm>
          <a:prstGeom prst="rect">
            <a:avLst/>
          </a:prstGeom>
        </p:spPr>
      </p:pic>
    </p:spTree>
    <p:extLst>
      <p:ext uri="{BB962C8B-B14F-4D97-AF65-F5344CB8AC3E}">
        <p14:creationId xmlns:p14="http://schemas.microsoft.com/office/powerpoint/2010/main" val="404871752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_Chapitre_visuel_vertical">
    <p:spTree>
      <p:nvGrpSpPr>
        <p:cNvPr id="1" name=""/>
        <p:cNvGrpSpPr/>
        <p:nvPr/>
      </p:nvGrpSpPr>
      <p:grpSpPr>
        <a:xfrm>
          <a:off x="0" y="0"/>
          <a:ext cx="0" cy="0"/>
          <a:chOff x="0" y="0"/>
          <a:chExt cx="0" cy="0"/>
        </a:xfrm>
      </p:grpSpPr>
      <p:sp>
        <p:nvSpPr>
          <p:cNvPr id="27" name="Espace réservé pour une image  26">
            <a:extLst>
              <a:ext uri="{FF2B5EF4-FFF2-40B4-BE49-F238E27FC236}">
                <a16:creationId xmlns:a16="http://schemas.microsoft.com/office/drawing/2014/main" id="{ACC0D8BC-3496-0617-F570-6C0D9D9B0752}"/>
              </a:ext>
            </a:extLst>
          </p:cNvPr>
          <p:cNvSpPr>
            <a:spLocks noGrp="1"/>
          </p:cNvSpPr>
          <p:nvPr>
            <p:ph type="pic" sz="quarter" idx="15"/>
          </p:nvPr>
        </p:nvSpPr>
        <p:spPr>
          <a:xfrm>
            <a:off x="442913" y="717550"/>
            <a:ext cx="11749087" cy="3913188"/>
          </a:xfrm>
          <a:solidFill>
            <a:schemeClr val="bg2"/>
          </a:solidFill>
        </p:spPr>
        <p:txBody>
          <a:bodyPr/>
          <a:lstStyle>
            <a:lvl1pPr>
              <a:defRPr b="1" i="0">
                <a:latin typeface="Arial" panose="020B0604020202020204" pitchFamily="34" charset="0"/>
              </a:defRPr>
            </a:lvl1pPr>
          </a:lstStyle>
          <a:p>
            <a:endParaRPr lang="fr-FR" dirty="0"/>
          </a:p>
        </p:txBody>
      </p:sp>
      <p:cxnSp>
        <p:nvCxnSpPr>
          <p:cNvPr id="2" name="Connecteur droit 1">
            <a:extLst>
              <a:ext uri="{FF2B5EF4-FFF2-40B4-BE49-F238E27FC236}">
                <a16:creationId xmlns:a16="http://schemas.microsoft.com/office/drawing/2014/main" id="{3EF57B30-11CA-E5EC-1A6B-C2228EBB0C3C}"/>
              </a:ext>
            </a:extLst>
          </p:cNvPr>
          <p:cNvCxnSpPr>
            <a:cxnSpLocks/>
          </p:cNvCxnSpPr>
          <p:nvPr userDrawn="1"/>
        </p:nvCxnSpPr>
        <p:spPr>
          <a:xfrm>
            <a:off x="7479651" y="0"/>
            <a:ext cx="0" cy="6858000"/>
          </a:xfrm>
          <a:prstGeom prst="line">
            <a:avLst/>
          </a:prstGeom>
          <a:ln>
            <a:gradFill flip="none" rotWithShape="1">
              <a:gsLst>
                <a:gs pos="50000">
                  <a:srgbClr val="006A4E">
                    <a:alpha val="60000"/>
                  </a:srgbClr>
                </a:gs>
                <a:gs pos="0">
                  <a:schemeClr val="accent1">
                    <a:alpha val="0"/>
                  </a:schemeClr>
                </a:gs>
                <a:gs pos="100000">
                  <a:schemeClr val="accent1">
                    <a:alpha val="0"/>
                  </a:schemeClr>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5" name="Connecteur droit 4">
            <a:extLst>
              <a:ext uri="{FF2B5EF4-FFF2-40B4-BE49-F238E27FC236}">
                <a16:creationId xmlns:a16="http://schemas.microsoft.com/office/drawing/2014/main" id="{1F8191D7-EA9E-2701-F4E2-108FC5EF71A2}"/>
              </a:ext>
            </a:extLst>
          </p:cNvPr>
          <p:cNvCxnSpPr>
            <a:cxnSpLocks/>
          </p:cNvCxnSpPr>
          <p:nvPr userDrawn="1"/>
        </p:nvCxnSpPr>
        <p:spPr>
          <a:xfrm>
            <a:off x="3457575" y="0"/>
            <a:ext cx="0" cy="6858000"/>
          </a:xfrm>
          <a:prstGeom prst="line">
            <a:avLst/>
          </a:prstGeom>
          <a:ln>
            <a:gradFill flip="none" rotWithShape="1">
              <a:gsLst>
                <a:gs pos="50000">
                  <a:srgbClr val="006A4E">
                    <a:alpha val="60000"/>
                  </a:srgbClr>
                </a:gs>
                <a:gs pos="0">
                  <a:schemeClr val="accent1">
                    <a:alpha val="0"/>
                  </a:schemeClr>
                </a:gs>
                <a:gs pos="100000">
                  <a:schemeClr val="accent1">
                    <a:alpha val="0"/>
                  </a:schemeClr>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7" name="Connecteur droit 6">
            <a:extLst>
              <a:ext uri="{FF2B5EF4-FFF2-40B4-BE49-F238E27FC236}">
                <a16:creationId xmlns:a16="http://schemas.microsoft.com/office/drawing/2014/main" id="{F0DC5C7B-3D0F-DE14-A671-91E184A4227F}"/>
              </a:ext>
            </a:extLst>
          </p:cNvPr>
          <p:cNvCxnSpPr>
            <a:cxnSpLocks/>
          </p:cNvCxnSpPr>
          <p:nvPr userDrawn="1"/>
        </p:nvCxnSpPr>
        <p:spPr>
          <a:xfrm>
            <a:off x="0" y="6273800"/>
            <a:ext cx="12192000" cy="0"/>
          </a:xfrm>
          <a:prstGeom prst="line">
            <a:avLst/>
          </a:prstGeom>
          <a:ln>
            <a:gradFill flip="none" rotWithShape="1">
              <a:gsLst>
                <a:gs pos="68000">
                  <a:schemeClr val="bg1">
                    <a:alpha val="80000"/>
                  </a:schemeClr>
                </a:gs>
                <a:gs pos="36000">
                  <a:schemeClr val="bg1">
                    <a:alpha val="80000"/>
                  </a:schemeClr>
                </a:gs>
                <a:gs pos="0">
                  <a:schemeClr val="bg1">
                    <a:alpha val="0"/>
                  </a:schemeClr>
                </a:gs>
                <a:gs pos="100000">
                  <a:schemeClr val="bg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9" name="Connecteur droit 8">
            <a:extLst>
              <a:ext uri="{FF2B5EF4-FFF2-40B4-BE49-F238E27FC236}">
                <a16:creationId xmlns:a16="http://schemas.microsoft.com/office/drawing/2014/main" id="{74E0AB7B-F79C-1626-CFDA-9A99D9835BE4}"/>
              </a:ext>
            </a:extLst>
          </p:cNvPr>
          <p:cNvCxnSpPr>
            <a:cxnSpLocks/>
          </p:cNvCxnSpPr>
          <p:nvPr userDrawn="1"/>
        </p:nvCxnSpPr>
        <p:spPr>
          <a:xfrm>
            <a:off x="0" y="4599464"/>
            <a:ext cx="12192000" cy="0"/>
          </a:xfrm>
          <a:prstGeom prst="line">
            <a:avLst/>
          </a:prstGeom>
          <a:ln>
            <a:gradFill flip="none" rotWithShape="1">
              <a:gsLst>
                <a:gs pos="8000">
                  <a:schemeClr val="bg1">
                    <a:alpha val="60000"/>
                  </a:schemeClr>
                </a:gs>
                <a:gs pos="0">
                  <a:schemeClr val="bg1">
                    <a:alpha val="0"/>
                  </a:schemeClr>
                </a:gs>
                <a:gs pos="100000">
                  <a:schemeClr val="bg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0" name="Connecteur droit 9">
            <a:extLst>
              <a:ext uri="{FF2B5EF4-FFF2-40B4-BE49-F238E27FC236}">
                <a16:creationId xmlns:a16="http://schemas.microsoft.com/office/drawing/2014/main" id="{4FB3864A-A9C0-A5F3-D2CB-07176CAED374}"/>
              </a:ext>
            </a:extLst>
          </p:cNvPr>
          <p:cNvCxnSpPr>
            <a:cxnSpLocks/>
          </p:cNvCxnSpPr>
          <p:nvPr userDrawn="1"/>
        </p:nvCxnSpPr>
        <p:spPr>
          <a:xfrm>
            <a:off x="0" y="747823"/>
            <a:ext cx="12192000" cy="0"/>
          </a:xfrm>
          <a:prstGeom prst="line">
            <a:avLst/>
          </a:prstGeom>
          <a:ln>
            <a:gradFill flip="none" rotWithShape="1">
              <a:gsLst>
                <a:gs pos="8000">
                  <a:schemeClr val="bg1">
                    <a:alpha val="60000"/>
                  </a:schemeClr>
                </a:gs>
                <a:gs pos="0">
                  <a:schemeClr val="bg1">
                    <a:alpha val="0"/>
                  </a:schemeClr>
                </a:gs>
                <a:gs pos="100000">
                  <a:schemeClr val="bg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11" name="Titre 1">
            <a:extLst>
              <a:ext uri="{FF2B5EF4-FFF2-40B4-BE49-F238E27FC236}">
                <a16:creationId xmlns:a16="http://schemas.microsoft.com/office/drawing/2014/main" id="{53BDB23D-767C-DB82-04F6-32B4F474EDF9}"/>
              </a:ext>
            </a:extLst>
          </p:cNvPr>
          <p:cNvSpPr>
            <a:spLocks noGrp="1"/>
          </p:cNvSpPr>
          <p:nvPr>
            <p:ph type="title" hasCustomPrompt="1"/>
          </p:nvPr>
        </p:nvSpPr>
        <p:spPr>
          <a:xfrm>
            <a:off x="852095" y="4096072"/>
            <a:ext cx="8585819" cy="923330"/>
          </a:xfrm>
        </p:spPr>
        <p:txBody>
          <a:bodyPr anchor="t" anchorCtr="0"/>
          <a:lstStyle>
            <a:lvl1pPr>
              <a:lnSpc>
                <a:spcPct val="100000"/>
              </a:lnSpc>
              <a:defRPr lang="fr-FR" sz="6000" b="1" i="0" kern="1200" cap="all" spc="200" baseline="0" smtClean="0">
                <a:solidFill>
                  <a:schemeClr val="bg1"/>
                </a:solidFill>
                <a:latin typeface="Arial" panose="020B0604020202020204" pitchFamily="34" charset="0"/>
                <a:ea typeface="+mn-ea"/>
                <a:cs typeface="+mn-cs"/>
              </a:defRPr>
            </a:lvl1pPr>
          </a:lstStyle>
          <a:p>
            <a:r>
              <a:rPr lang="fr-FR" dirty="0" err="1"/>
              <a:t>Chapter</a:t>
            </a:r>
            <a:r>
              <a:rPr lang="fr-FR" dirty="0"/>
              <a:t> Title</a:t>
            </a:r>
          </a:p>
        </p:txBody>
      </p:sp>
      <p:sp>
        <p:nvSpPr>
          <p:cNvPr id="12" name="Espace réservé du texte 15">
            <a:extLst>
              <a:ext uri="{FF2B5EF4-FFF2-40B4-BE49-F238E27FC236}">
                <a16:creationId xmlns:a16="http://schemas.microsoft.com/office/drawing/2014/main" id="{262D5530-A8E0-07AD-E60F-B48E7AEAE732}"/>
              </a:ext>
            </a:extLst>
          </p:cNvPr>
          <p:cNvSpPr>
            <a:spLocks noGrp="1"/>
          </p:cNvSpPr>
          <p:nvPr>
            <p:ph type="body" sz="quarter" idx="13" hasCustomPrompt="1"/>
          </p:nvPr>
        </p:nvSpPr>
        <p:spPr>
          <a:xfrm>
            <a:off x="1293727" y="5800286"/>
            <a:ext cx="7459746" cy="473514"/>
          </a:xfrm>
          <a:prstGeom prst="rect">
            <a:avLst/>
          </a:prstGeom>
        </p:spPr>
        <p:txBody>
          <a:bodyPr lIns="0">
            <a:noAutofit/>
          </a:bodyPr>
          <a:lstStyle>
            <a:lvl1pPr>
              <a:defRPr sz="1800" b="1" i="0">
                <a:solidFill>
                  <a:schemeClr val="bg1"/>
                </a:solidFill>
                <a:latin typeface="Arial" panose="020B0604020202020204" pitchFamily="34" charset="0"/>
              </a:defRPr>
            </a:lvl1pPr>
          </a:lstStyle>
          <a:p>
            <a:pPr lvl="0"/>
            <a:r>
              <a:rPr lang="en-US" dirty="0"/>
              <a:t>Write the subtitle of your chapter here</a:t>
            </a:r>
            <a:endParaRPr lang="fr-FR" dirty="0"/>
          </a:p>
        </p:txBody>
      </p:sp>
      <p:sp>
        <p:nvSpPr>
          <p:cNvPr id="14" name="Espace réservé du texte 15">
            <a:extLst>
              <a:ext uri="{FF2B5EF4-FFF2-40B4-BE49-F238E27FC236}">
                <a16:creationId xmlns:a16="http://schemas.microsoft.com/office/drawing/2014/main" id="{9F34DB88-4E85-44FB-8B84-D07EC84EF56D}"/>
              </a:ext>
            </a:extLst>
          </p:cNvPr>
          <p:cNvSpPr>
            <a:spLocks noGrp="1"/>
          </p:cNvSpPr>
          <p:nvPr>
            <p:ph type="body" sz="quarter" idx="14" hasCustomPrompt="1"/>
          </p:nvPr>
        </p:nvSpPr>
        <p:spPr>
          <a:xfrm>
            <a:off x="852094" y="5215669"/>
            <a:ext cx="441633" cy="309327"/>
          </a:xfrm>
          <a:prstGeom prst="rect">
            <a:avLst/>
          </a:prstGeom>
        </p:spPr>
        <p:txBody>
          <a:bodyPr lIns="0">
            <a:normAutofit/>
          </a:bodyPr>
          <a:lstStyle>
            <a:lvl1pPr>
              <a:defRPr sz="1800" b="1" i="0">
                <a:solidFill>
                  <a:schemeClr val="bg1"/>
                </a:solidFill>
                <a:latin typeface="Arial" panose="020B0604020202020204" pitchFamily="34" charset="0"/>
              </a:defRPr>
            </a:lvl1pPr>
          </a:lstStyle>
          <a:p>
            <a:pPr lvl="0"/>
            <a:r>
              <a:rPr lang="fr-FR" dirty="0"/>
              <a:t>XX</a:t>
            </a:r>
          </a:p>
        </p:txBody>
      </p:sp>
      <p:sp>
        <p:nvSpPr>
          <p:cNvPr id="16" name="Espace réservé du numéro de diapositive 3">
            <a:extLst>
              <a:ext uri="{FF2B5EF4-FFF2-40B4-BE49-F238E27FC236}">
                <a16:creationId xmlns:a16="http://schemas.microsoft.com/office/drawing/2014/main" id="{D009B8CD-3EB7-F768-3B7D-3862B6FED5EB}"/>
              </a:ext>
            </a:extLst>
          </p:cNvPr>
          <p:cNvSpPr>
            <a:spLocks noGrp="1"/>
          </p:cNvSpPr>
          <p:nvPr>
            <p:ph type="sldNum" sz="quarter" idx="11"/>
          </p:nvPr>
        </p:nvSpPr>
        <p:spPr>
          <a:xfrm>
            <a:off x="9354672" y="6384486"/>
            <a:ext cx="2743200" cy="365125"/>
          </a:xfrm>
        </p:spPr>
        <p:txBody>
          <a:bodyPr/>
          <a:lstStyle>
            <a:lvl1pPr>
              <a:defRPr b="1" i="0">
                <a:solidFill>
                  <a:schemeClr val="bg1"/>
                </a:solidFill>
                <a:latin typeface="Arial" panose="020B0604020202020204" pitchFamily="34" charset="0"/>
              </a:defRPr>
            </a:lvl1pPr>
          </a:lstStyle>
          <a:p>
            <a:fld id="{29BED1D5-2372-4BA3-AEA9-1F7A0F9A5921}" type="slidenum">
              <a:rPr lang="fr-FR" smtClean="0"/>
              <a:pPr/>
              <a:t>‹#›</a:t>
            </a:fld>
            <a:endParaRPr lang="fr-FR" dirty="0"/>
          </a:p>
        </p:txBody>
      </p:sp>
      <p:sp>
        <p:nvSpPr>
          <p:cNvPr id="17" name="Rectangle 16">
            <a:extLst>
              <a:ext uri="{FF2B5EF4-FFF2-40B4-BE49-F238E27FC236}">
                <a16:creationId xmlns:a16="http://schemas.microsoft.com/office/drawing/2014/main" id="{E1B29D08-8BFE-3E1A-8C73-66EE6A94A184}"/>
              </a:ext>
            </a:extLst>
          </p:cNvPr>
          <p:cNvSpPr/>
          <p:nvPr userDrawn="1"/>
        </p:nvSpPr>
        <p:spPr>
          <a:xfrm>
            <a:off x="289580" y="6384486"/>
            <a:ext cx="407101" cy="47351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i="0" dirty="0">
              <a:latin typeface="Arial" panose="020B0604020202020204" pitchFamily="34" charset="0"/>
            </a:endParaRPr>
          </a:p>
        </p:txBody>
      </p:sp>
      <p:pic>
        <p:nvPicPr>
          <p:cNvPr id="20" name="Graphique 5">
            <a:extLst>
              <a:ext uri="{FF2B5EF4-FFF2-40B4-BE49-F238E27FC236}">
                <a16:creationId xmlns:a16="http://schemas.microsoft.com/office/drawing/2014/main" id="{0AC68682-C702-4DFE-6173-CF940A62B9F6}"/>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246038" y="94305"/>
            <a:ext cx="1906603" cy="623459"/>
          </a:xfrm>
          <a:prstGeom prst="rect">
            <a:avLst/>
          </a:prstGeom>
        </p:spPr>
      </p:pic>
      <p:sp>
        <p:nvSpPr>
          <p:cNvPr id="22" name="Rectangle 21">
            <a:extLst>
              <a:ext uri="{FF2B5EF4-FFF2-40B4-BE49-F238E27FC236}">
                <a16:creationId xmlns:a16="http://schemas.microsoft.com/office/drawing/2014/main" id="{5E294632-2460-E26D-5405-35AB1A75ED09}"/>
              </a:ext>
            </a:extLst>
          </p:cNvPr>
          <p:cNvSpPr/>
          <p:nvPr userDrawn="1"/>
        </p:nvSpPr>
        <p:spPr>
          <a:xfrm>
            <a:off x="854075" y="5952791"/>
            <a:ext cx="20955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i="0" dirty="0">
              <a:latin typeface="Arial" panose="020B0604020202020204" pitchFamily="34" charset="0"/>
            </a:endParaRPr>
          </a:p>
        </p:txBody>
      </p:sp>
    </p:spTree>
    <p:extLst>
      <p:ext uri="{BB962C8B-B14F-4D97-AF65-F5344CB8AC3E}">
        <p14:creationId xmlns:p14="http://schemas.microsoft.com/office/powerpoint/2010/main" val="401098536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Spécifique 4">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79CD95B-CE1A-3425-4508-6F23F27D2C1B}"/>
              </a:ext>
            </a:extLst>
          </p:cNvPr>
          <p:cNvSpPr>
            <a:spLocks noGrp="1"/>
          </p:cNvSpPr>
          <p:nvPr>
            <p:ph type="title" hasCustomPrompt="1"/>
          </p:nvPr>
        </p:nvSpPr>
        <p:spPr>
          <a:xfrm>
            <a:off x="412159" y="2505438"/>
            <a:ext cx="3481661" cy="997196"/>
          </a:xfrm>
        </p:spPr>
        <p:txBody>
          <a:bodyPr/>
          <a:lstStyle>
            <a:lvl1pPr>
              <a:defRPr b="1" i="0">
                <a:latin typeface="Arial" panose="020B0604020202020204" pitchFamily="34" charset="0"/>
              </a:defRPr>
            </a:lvl1pPr>
          </a:lstStyle>
          <a:p>
            <a:r>
              <a:rPr lang="en-US" dirty="0"/>
              <a:t>The title of the slide here</a:t>
            </a:r>
            <a:endParaRPr lang="fr-FR" dirty="0"/>
          </a:p>
        </p:txBody>
      </p:sp>
      <p:sp>
        <p:nvSpPr>
          <p:cNvPr id="3" name="Espace réservé du pied de page 2">
            <a:extLst>
              <a:ext uri="{FF2B5EF4-FFF2-40B4-BE49-F238E27FC236}">
                <a16:creationId xmlns:a16="http://schemas.microsoft.com/office/drawing/2014/main" id="{3E1EC863-26E6-F885-2460-65388019AA12}"/>
              </a:ext>
            </a:extLst>
          </p:cNvPr>
          <p:cNvSpPr>
            <a:spLocks noGrp="1"/>
          </p:cNvSpPr>
          <p:nvPr>
            <p:ph type="ftr" sz="quarter" idx="10"/>
          </p:nvPr>
        </p:nvSpPr>
        <p:spPr/>
        <p:txBody>
          <a:bodyPr/>
          <a:lstStyle>
            <a:lvl1pPr>
              <a:defRPr b="1" i="0">
                <a:latin typeface="Arial" panose="020B0604020202020204" pitchFamily="34" charset="0"/>
              </a:defRPr>
            </a:lvl1pPr>
          </a:lstStyle>
          <a:p>
            <a:r>
              <a:rPr lang="fr-FR" dirty="0" err="1"/>
              <a:t>Presentation</a:t>
            </a:r>
            <a:r>
              <a:rPr lang="fr-FR" dirty="0"/>
              <a:t> </a:t>
            </a:r>
            <a:r>
              <a:rPr lang="fr-FR" dirty="0" err="1"/>
              <a:t>title</a:t>
            </a:r>
            <a:endParaRPr lang="fr-FR" dirty="0"/>
          </a:p>
        </p:txBody>
      </p:sp>
      <p:sp>
        <p:nvSpPr>
          <p:cNvPr id="4" name="Espace réservé du numéro de diapositive 3">
            <a:extLst>
              <a:ext uri="{FF2B5EF4-FFF2-40B4-BE49-F238E27FC236}">
                <a16:creationId xmlns:a16="http://schemas.microsoft.com/office/drawing/2014/main" id="{A6AB79DF-36BF-9471-883D-4EE4DC52B467}"/>
              </a:ext>
            </a:extLst>
          </p:cNvPr>
          <p:cNvSpPr>
            <a:spLocks noGrp="1"/>
          </p:cNvSpPr>
          <p:nvPr>
            <p:ph type="sldNum" sz="quarter" idx="11"/>
          </p:nvPr>
        </p:nvSpPr>
        <p:spPr/>
        <p:txBody>
          <a:bodyPr/>
          <a:lstStyle>
            <a:lvl1pPr>
              <a:defRPr b="1" i="0">
                <a:latin typeface="Arial" panose="020B0604020202020204" pitchFamily="34" charset="0"/>
              </a:defRPr>
            </a:lvl1pPr>
          </a:lstStyle>
          <a:p>
            <a:fld id="{29BED1D5-2372-4BA3-AEA9-1F7A0F9A5921}" type="slidenum">
              <a:rPr lang="fr-FR" smtClean="0"/>
              <a:pPr/>
              <a:t>‹#›</a:t>
            </a:fld>
            <a:endParaRPr lang="fr-FR" dirty="0">
              <a:solidFill>
                <a:schemeClr val="accent1">
                  <a:lumMod val="75000"/>
                </a:schemeClr>
              </a:solidFill>
            </a:endParaRPr>
          </a:p>
        </p:txBody>
      </p:sp>
      <p:sp>
        <p:nvSpPr>
          <p:cNvPr id="9" name="Espace réservé du texte 22">
            <a:extLst>
              <a:ext uri="{FF2B5EF4-FFF2-40B4-BE49-F238E27FC236}">
                <a16:creationId xmlns:a16="http://schemas.microsoft.com/office/drawing/2014/main" id="{45832CC8-7424-2A45-6BBA-2DA5B15A74ED}"/>
              </a:ext>
            </a:extLst>
          </p:cNvPr>
          <p:cNvSpPr>
            <a:spLocks noGrp="1"/>
          </p:cNvSpPr>
          <p:nvPr>
            <p:ph type="body" sz="quarter" idx="14" hasCustomPrompt="1"/>
          </p:nvPr>
        </p:nvSpPr>
        <p:spPr>
          <a:xfrm>
            <a:off x="354330" y="3627120"/>
            <a:ext cx="4533900" cy="762000"/>
          </a:xfrm>
          <a:prstGeom prst="rect">
            <a:avLst/>
          </a:prstGeom>
        </p:spPr>
        <p:txBody>
          <a:bodyPr/>
          <a:lstStyle>
            <a:lvl1pPr>
              <a:defRPr b="1" i="0">
                <a:solidFill>
                  <a:schemeClr val="bg1"/>
                </a:solidFill>
                <a:latin typeface="Arial" panose="020B0604020202020204" pitchFamily="34" charset="0"/>
              </a:defRPr>
            </a:lvl1pPr>
          </a:lstStyle>
          <a:p>
            <a:pPr lvl="0"/>
            <a:r>
              <a:rPr lang="en-US" dirty="0"/>
              <a:t>Write your text here on several lines</a:t>
            </a:r>
            <a:endParaRPr lang="fr-FR" dirty="0"/>
          </a:p>
        </p:txBody>
      </p:sp>
      <p:sp>
        <p:nvSpPr>
          <p:cNvPr id="10" name="Espace réservé du texte 22">
            <a:extLst>
              <a:ext uri="{FF2B5EF4-FFF2-40B4-BE49-F238E27FC236}">
                <a16:creationId xmlns:a16="http://schemas.microsoft.com/office/drawing/2014/main" id="{45E0DAD7-5752-4DE3-6C5E-0E39778D1416}"/>
              </a:ext>
            </a:extLst>
          </p:cNvPr>
          <p:cNvSpPr>
            <a:spLocks noGrp="1"/>
          </p:cNvSpPr>
          <p:nvPr>
            <p:ph type="body" sz="quarter" idx="15" hasCustomPrompt="1"/>
          </p:nvPr>
        </p:nvSpPr>
        <p:spPr>
          <a:xfrm>
            <a:off x="6410746" y="5001599"/>
            <a:ext cx="1093470" cy="762000"/>
          </a:xfrm>
          <a:prstGeom prst="rect">
            <a:avLst/>
          </a:prstGeom>
        </p:spPr>
        <p:txBody>
          <a:bodyPr/>
          <a:lstStyle>
            <a:lvl1pPr>
              <a:defRPr lang="fr-FR" sz="4000" b="1" i="0" kern="1200" dirty="0">
                <a:solidFill>
                  <a:schemeClr val="tx2"/>
                </a:solidFill>
                <a:latin typeface="Arial" panose="020B0604020202020204" pitchFamily="34" charset="0"/>
                <a:ea typeface="+mn-ea"/>
                <a:cs typeface="+mn-cs"/>
              </a:defRPr>
            </a:lvl1pPr>
          </a:lstStyle>
          <a:p>
            <a:pPr lvl="0"/>
            <a:r>
              <a:rPr lang="fr-FR" dirty="0"/>
              <a:t>XX</a:t>
            </a:r>
          </a:p>
        </p:txBody>
      </p:sp>
      <p:sp>
        <p:nvSpPr>
          <p:cNvPr id="11" name="Espace réservé du texte 22">
            <a:extLst>
              <a:ext uri="{FF2B5EF4-FFF2-40B4-BE49-F238E27FC236}">
                <a16:creationId xmlns:a16="http://schemas.microsoft.com/office/drawing/2014/main" id="{F24B3AA1-6174-9084-D335-30034D2BF1DA}"/>
              </a:ext>
            </a:extLst>
          </p:cNvPr>
          <p:cNvSpPr>
            <a:spLocks noGrp="1"/>
          </p:cNvSpPr>
          <p:nvPr>
            <p:ph type="body" sz="quarter" idx="16" hasCustomPrompt="1"/>
          </p:nvPr>
        </p:nvSpPr>
        <p:spPr>
          <a:xfrm>
            <a:off x="8430046" y="5001599"/>
            <a:ext cx="1093470" cy="762000"/>
          </a:xfrm>
          <a:prstGeom prst="rect">
            <a:avLst/>
          </a:prstGeom>
        </p:spPr>
        <p:txBody>
          <a:bodyPr/>
          <a:lstStyle>
            <a:lvl1pPr>
              <a:defRPr lang="fr-FR" sz="4000" b="1" i="0" kern="1200" dirty="0">
                <a:solidFill>
                  <a:schemeClr val="tx2"/>
                </a:solidFill>
                <a:latin typeface="Arial" panose="020B0604020202020204" pitchFamily="34" charset="0"/>
                <a:ea typeface="+mn-ea"/>
                <a:cs typeface="+mn-cs"/>
              </a:defRPr>
            </a:lvl1pPr>
          </a:lstStyle>
          <a:p>
            <a:pPr lvl="0"/>
            <a:r>
              <a:rPr lang="fr-FR" dirty="0"/>
              <a:t>XX</a:t>
            </a:r>
          </a:p>
        </p:txBody>
      </p:sp>
      <p:sp>
        <p:nvSpPr>
          <p:cNvPr id="12" name="Espace réservé du texte 22">
            <a:extLst>
              <a:ext uri="{FF2B5EF4-FFF2-40B4-BE49-F238E27FC236}">
                <a16:creationId xmlns:a16="http://schemas.microsoft.com/office/drawing/2014/main" id="{AF413421-509B-DABE-0632-B76F087A16F0}"/>
              </a:ext>
            </a:extLst>
          </p:cNvPr>
          <p:cNvSpPr>
            <a:spLocks noGrp="1"/>
          </p:cNvSpPr>
          <p:nvPr>
            <p:ph type="body" sz="quarter" idx="17" hasCustomPrompt="1"/>
          </p:nvPr>
        </p:nvSpPr>
        <p:spPr>
          <a:xfrm>
            <a:off x="10449346" y="5001599"/>
            <a:ext cx="1093470" cy="762000"/>
          </a:xfrm>
          <a:prstGeom prst="rect">
            <a:avLst/>
          </a:prstGeom>
        </p:spPr>
        <p:txBody>
          <a:bodyPr/>
          <a:lstStyle>
            <a:lvl1pPr>
              <a:defRPr lang="fr-FR" sz="4000" b="1" i="0" kern="1200" dirty="0">
                <a:solidFill>
                  <a:schemeClr val="tx2"/>
                </a:solidFill>
                <a:latin typeface="Arial" panose="020B0604020202020204" pitchFamily="34" charset="0"/>
                <a:ea typeface="+mn-ea"/>
                <a:cs typeface="+mn-cs"/>
              </a:defRPr>
            </a:lvl1pPr>
          </a:lstStyle>
          <a:p>
            <a:pPr lvl="0"/>
            <a:r>
              <a:rPr lang="fr-FR" dirty="0"/>
              <a:t>XX</a:t>
            </a:r>
          </a:p>
        </p:txBody>
      </p:sp>
      <p:sp>
        <p:nvSpPr>
          <p:cNvPr id="13" name="Espace réservé du texte 22">
            <a:extLst>
              <a:ext uri="{FF2B5EF4-FFF2-40B4-BE49-F238E27FC236}">
                <a16:creationId xmlns:a16="http://schemas.microsoft.com/office/drawing/2014/main" id="{A4373FA2-E002-2F5F-04BB-3A2C52DDF0B8}"/>
              </a:ext>
            </a:extLst>
          </p:cNvPr>
          <p:cNvSpPr>
            <a:spLocks noGrp="1"/>
          </p:cNvSpPr>
          <p:nvPr>
            <p:ph type="body" sz="quarter" idx="18" hasCustomPrompt="1"/>
          </p:nvPr>
        </p:nvSpPr>
        <p:spPr>
          <a:xfrm>
            <a:off x="6410746" y="5778839"/>
            <a:ext cx="1184910" cy="365125"/>
          </a:xfrm>
          <a:prstGeom prst="rect">
            <a:avLst/>
          </a:prstGeom>
        </p:spPr>
        <p:txBody>
          <a:bodyPr>
            <a:noAutofit/>
          </a:bodyPr>
          <a:lstStyle>
            <a:lvl1pPr>
              <a:defRPr sz="1050" b="0" i="0">
                <a:solidFill>
                  <a:schemeClr val="bg1"/>
                </a:solidFill>
                <a:latin typeface="Arial" panose="020B0604020202020204" pitchFamily="34" charset="0"/>
              </a:defRPr>
            </a:lvl1pPr>
          </a:lstStyle>
          <a:p>
            <a:pPr lvl="0"/>
            <a:r>
              <a:rPr lang="en-US" dirty="0"/>
              <a:t>Write your text here on several lines</a:t>
            </a:r>
            <a:endParaRPr lang="fr-FR" dirty="0"/>
          </a:p>
        </p:txBody>
      </p:sp>
      <p:sp>
        <p:nvSpPr>
          <p:cNvPr id="14" name="Espace réservé du texte 22">
            <a:extLst>
              <a:ext uri="{FF2B5EF4-FFF2-40B4-BE49-F238E27FC236}">
                <a16:creationId xmlns:a16="http://schemas.microsoft.com/office/drawing/2014/main" id="{DDE9D559-09C7-610B-AE30-17A6122EB90F}"/>
              </a:ext>
            </a:extLst>
          </p:cNvPr>
          <p:cNvSpPr>
            <a:spLocks noGrp="1"/>
          </p:cNvSpPr>
          <p:nvPr>
            <p:ph type="body" sz="quarter" idx="19" hasCustomPrompt="1"/>
          </p:nvPr>
        </p:nvSpPr>
        <p:spPr>
          <a:xfrm>
            <a:off x="8460526" y="5778839"/>
            <a:ext cx="1184910" cy="365125"/>
          </a:xfrm>
          <a:prstGeom prst="rect">
            <a:avLst/>
          </a:prstGeom>
        </p:spPr>
        <p:txBody>
          <a:bodyPr>
            <a:noAutofit/>
          </a:bodyPr>
          <a:lstStyle>
            <a:lvl1pPr>
              <a:defRPr sz="1050" b="0" i="0">
                <a:solidFill>
                  <a:schemeClr val="bg1"/>
                </a:solidFill>
                <a:latin typeface="Arial" panose="020B0604020202020204" pitchFamily="34" charset="0"/>
              </a:defRPr>
            </a:lvl1pPr>
          </a:lstStyle>
          <a:p>
            <a:pPr lvl="0"/>
            <a:r>
              <a:rPr lang="en-US" dirty="0"/>
              <a:t>Write your text here on several lines</a:t>
            </a:r>
            <a:endParaRPr lang="fr-FR" dirty="0"/>
          </a:p>
        </p:txBody>
      </p:sp>
      <p:sp>
        <p:nvSpPr>
          <p:cNvPr id="15" name="Espace réservé du texte 22">
            <a:extLst>
              <a:ext uri="{FF2B5EF4-FFF2-40B4-BE49-F238E27FC236}">
                <a16:creationId xmlns:a16="http://schemas.microsoft.com/office/drawing/2014/main" id="{5A012031-3F15-6C27-6566-77327A054658}"/>
              </a:ext>
            </a:extLst>
          </p:cNvPr>
          <p:cNvSpPr>
            <a:spLocks noGrp="1"/>
          </p:cNvSpPr>
          <p:nvPr>
            <p:ph type="body" sz="quarter" idx="20" hasCustomPrompt="1"/>
          </p:nvPr>
        </p:nvSpPr>
        <p:spPr>
          <a:xfrm>
            <a:off x="10470897" y="5778839"/>
            <a:ext cx="1184910" cy="365125"/>
          </a:xfrm>
          <a:prstGeom prst="rect">
            <a:avLst/>
          </a:prstGeom>
        </p:spPr>
        <p:txBody>
          <a:bodyPr>
            <a:noAutofit/>
          </a:bodyPr>
          <a:lstStyle>
            <a:lvl1pPr>
              <a:defRPr sz="1050" b="0" i="0">
                <a:solidFill>
                  <a:schemeClr val="bg1"/>
                </a:solidFill>
                <a:latin typeface="Arial" panose="020B0604020202020204" pitchFamily="34" charset="0"/>
              </a:defRPr>
            </a:lvl1pPr>
          </a:lstStyle>
          <a:p>
            <a:pPr lvl="0"/>
            <a:r>
              <a:rPr lang="en-US" dirty="0"/>
              <a:t>Write your text here on several lines</a:t>
            </a:r>
            <a:endParaRPr lang="fr-FR" dirty="0"/>
          </a:p>
        </p:txBody>
      </p:sp>
      <p:cxnSp>
        <p:nvCxnSpPr>
          <p:cNvPr id="16" name="Connecteur droit 15">
            <a:extLst>
              <a:ext uri="{FF2B5EF4-FFF2-40B4-BE49-F238E27FC236}">
                <a16:creationId xmlns:a16="http://schemas.microsoft.com/office/drawing/2014/main" id="{89585548-A64B-96E7-EC28-A25BCB3C8B35}"/>
              </a:ext>
            </a:extLst>
          </p:cNvPr>
          <p:cNvCxnSpPr>
            <a:cxnSpLocks/>
          </p:cNvCxnSpPr>
          <p:nvPr userDrawn="1"/>
        </p:nvCxnSpPr>
        <p:spPr>
          <a:xfrm flipH="1">
            <a:off x="-8661" y="2276475"/>
            <a:ext cx="12209323" cy="0"/>
          </a:xfrm>
          <a:prstGeom prst="line">
            <a:avLst/>
          </a:prstGeom>
          <a:ln>
            <a:gradFill flip="none" rotWithShape="1">
              <a:gsLst>
                <a:gs pos="50000">
                  <a:schemeClr val="bg1">
                    <a:alpha val="60000"/>
                  </a:schemeClr>
                </a:gs>
                <a:gs pos="0">
                  <a:schemeClr val="bg1">
                    <a:alpha val="0"/>
                  </a:schemeClr>
                </a:gs>
                <a:gs pos="100000">
                  <a:schemeClr val="bg1">
                    <a:alpha val="0"/>
                  </a:schemeClr>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7" name="Connecteur droit 16">
            <a:extLst>
              <a:ext uri="{FF2B5EF4-FFF2-40B4-BE49-F238E27FC236}">
                <a16:creationId xmlns:a16="http://schemas.microsoft.com/office/drawing/2014/main" id="{99E727A0-7C75-34BB-D282-5E19557675D5}"/>
              </a:ext>
            </a:extLst>
          </p:cNvPr>
          <p:cNvCxnSpPr>
            <a:cxnSpLocks/>
          </p:cNvCxnSpPr>
          <p:nvPr userDrawn="1"/>
        </p:nvCxnSpPr>
        <p:spPr>
          <a:xfrm flipH="1">
            <a:off x="-8661" y="4573905"/>
            <a:ext cx="12209323" cy="0"/>
          </a:xfrm>
          <a:prstGeom prst="line">
            <a:avLst/>
          </a:prstGeom>
          <a:ln>
            <a:gradFill flip="none" rotWithShape="1">
              <a:gsLst>
                <a:gs pos="50000">
                  <a:schemeClr val="bg1">
                    <a:alpha val="60000"/>
                  </a:schemeClr>
                </a:gs>
                <a:gs pos="0">
                  <a:schemeClr val="bg1">
                    <a:alpha val="0"/>
                  </a:schemeClr>
                </a:gs>
                <a:gs pos="100000">
                  <a:schemeClr val="bg1">
                    <a:alpha val="0"/>
                  </a:schemeClr>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9" name="Connecteur droit 18">
            <a:extLst>
              <a:ext uri="{FF2B5EF4-FFF2-40B4-BE49-F238E27FC236}">
                <a16:creationId xmlns:a16="http://schemas.microsoft.com/office/drawing/2014/main" id="{0F30D34E-A92A-968F-B0CF-62BD1E4AD8C5}"/>
              </a:ext>
            </a:extLst>
          </p:cNvPr>
          <p:cNvCxnSpPr>
            <a:cxnSpLocks/>
          </p:cNvCxnSpPr>
          <p:nvPr userDrawn="1"/>
        </p:nvCxnSpPr>
        <p:spPr>
          <a:xfrm>
            <a:off x="11787506" y="2"/>
            <a:ext cx="0" cy="6857997"/>
          </a:xfrm>
          <a:prstGeom prst="line">
            <a:avLst/>
          </a:prstGeom>
          <a:ln>
            <a:gradFill flip="none" rotWithShape="1">
              <a:gsLst>
                <a:gs pos="50000">
                  <a:schemeClr val="bg1">
                    <a:alpha val="60000"/>
                  </a:schemeClr>
                </a:gs>
                <a:gs pos="0">
                  <a:schemeClr val="bg1">
                    <a:alpha val="0"/>
                  </a:schemeClr>
                </a:gs>
                <a:gs pos="100000">
                  <a:schemeClr val="bg1">
                    <a:alpha val="0"/>
                  </a:schemeClr>
                </a:gs>
              </a:gsLst>
              <a:lin ang="5400000" scaled="1"/>
              <a:tileRect/>
            </a:gradFill>
          </a:ln>
        </p:spPr>
        <p:style>
          <a:lnRef idx="1">
            <a:schemeClr val="accent1"/>
          </a:lnRef>
          <a:fillRef idx="0">
            <a:schemeClr val="accent1"/>
          </a:fillRef>
          <a:effectRef idx="0">
            <a:schemeClr val="accent1"/>
          </a:effectRef>
          <a:fontRef idx="minor">
            <a:schemeClr val="tx1"/>
          </a:fontRef>
        </p:style>
      </p:cxnSp>
      <p:sp>
        <p:nvSpPr>
          <p:cNvPr id="21" name="Espace réservé du texte 20">
            <a:extLst>
              <a:ext uri="{FF2B5EF4-FFF2-40B4-BE49-F238E27FC236}">
                <a16:creationId xmlns:a16="http://schemas.microsoft.com/office/drawing/2014/main" id="{81B81326-8B24-B5F8-97C5-BADD9B73B283}"/>
              </a:ext>
            </a:extLst>
          </p:cNvPr>
          <p:cNvSpPr>
            <a:spLocks noGrp="1"/>
          </p:cNvSpPr>
          <p:nvPr>
            <p:ph type="body" sz="quarter" idx="21" hasCustomPrompt="1"/>
          </p:nvPr>
        </p:nvSpPr>
        <p:spPr>
          <a:xfrm>
            <a:off x="6097744" y="2282824"/>
            <a:ext cx="5687381" cy="2298700"/>
          </a:xfrm>
          <a:prstGeom prst="rect">
            <a:avLst/>
          </a:prstGeom>
          <a:solidFill>
            <a:schemeClr val="bg1">
              <a:lumMod val="95000"/>
            </a:schemeClr>
          </a:solidFill>
        </p:spPr>
        <p:txBody>
          <a:bodyPr/>
          <a:lstStyle>
            <a:lvl1pPr>
              <a:defRPr b="1" i="0">
                <a:solidFill>
                  <a:schemeClr val="accent1">
                    <a:lumMod val="50000"/>
                  </a:schemeClr>
                </a:solidFill>
                <a:latin typeface="Arial" panose="020B0604020202020204" pitchFamily="34" charset="0"/>
              </a:defRPr>
            </a:lvl1pPr>
          </a:lstStyle>
          <a:p>
            <a:pPr lvl="0"/>
            <a:r>
              <a:rPr lang="fr-FR" dirty="0"/>
              <a:t>Fill </a:t>
            </a:r>
            <a:r>
              <a:rPr lang="fr-FR" dirty="0" err="1"/>
              <a:t>with</a:t>
            </a:r>
            <a:r>
              <a:rPr lang="fr-FR" dirty="0"/>
              <a:t> an image</a:t>
            </a:r>
          </a:p>
        </p:txBody>
      </p:sp>
      <p:cxnSp>
        <p:nvCxnSpPr>
          <p:cNvPr id="18" name="Connecteur droit 17">
            <a:extLst>
              <a:ext uri="{FF2B5EF4-FFF2-40B4-BE49-F238E27FC236}">
                <a16:creationId xmlns:a16="http://schemas.microsoft.com/office/drawing/2014/main" id="{3342B8C3-747F-92B8-9ACC-96248C16B770}"/>
              </a:ext>
            </a:extLst>
          </p:cNvPr>
          <p:cNvCxnSpPr>
            <a:cxnSpLocks/>
          </p:cNvCxnSpPr>
          <p:nvPr userDrawn="1"/>
        </p:nvCxnSpPr>
        <p:spPr>
          <a:xfrm>
            <a:off x="6091873" y="2"/>
            <a:ext cx="0" cy="6857997"/>
          </a:xfrm>
          <a:prstGeom prst="line">
            <a:avLst/>
          </a:prstGeom>
          <a:ln>
            <a:gradFill flip="none" rotWithShape="1">
              <a:gsLst>
                <a:gs pos="50000">
                  <a:schemeClr val="bg1">
                    <a:alpha val="60000"/>
                  </a:schemeClr>
                </a:gs>
                <a:gs pos="0">
                  <a:schemeClr val="bg1">
                    <a:alpha val="0"/>
                  </a:schemeClr>
                </a:gs>
                <a:gs pos="100000">
                  <a:schemeClr val="bg1">
                    <a:alpha val="0"/>
                  </a:schemeClr>
                </a:gs>
              </a:gsLst>
              <a:lin ang="5400000" scaled="1"/>
              <a:tileRect/>
            </a:gradFill>
          </a:ln>
        </p:spPr>
        <p:style>
          <a:lnRef idx="1">
            <a:schemeClr val="accent1"/>
          </a:lnRef>
          <a:fillRef idx="0">
            <a:schemeClr val="accent1"/>
          </a:fillRef>
          <a:effectRef idx="0">
            <a:schemeClr val="accent1"/>
          </a:effectRef>
          <a:fontRef idx="minor">
            <a:schemeClr val="tx1"/>
          </a:fontRef>
        </p:style>
      </p:cxnSp>
      <p:sp>
        <p:nvSpPr>
          <p:cNvPr id="5" name="Espace réservé du texte 14">
            <a:extLst>
              <a:ext uri="{FF2B5EF4-FFF2-40B4-BE49-F238E27FC236}">
                <a16:creationId xmlns:a16="http://schemas.microsoft.com/office/drawing/2014/main" id="{E22488AA-9880-ED26-0552-DC303A2DEBC2}"/>
              </a:ext>
            </a:extLst>
          </p:cNvPr>
          <p:cNvSpPr>
            <a:spLocks noGrp="1"/>
          </p:cNvSpPr>
          <p:nvPr>
            <p:ph type="body" sz="quarter" idx="12" hasCustomPrompt="1"/>
          </p:nvPr>
        </p:nvSpPr>
        <p:spPr>
          <a:xfrm>
            <a:off x="442913" y="735890"/>
            <a:ext cx="2201227" cy="327025"/>
          </a:xfrm>
          <a:prstGeom prst="roundRect">
            <a:avLst>
              <a:gd name="adj" fmla="val 5793"/>
            </a:avLst>
          </a:prstGeom>
          <a:solidFill>
            <a:schemeClr val="accent6"/>
          </a:solidFill>
        </p:spPr>
        <p:txBody>
          <a:bodyPr vert="horz" lIns="72000" tIns="0" rIns="0" bIns="0" rtlCol="0" anchor="ctr" anchorCtr="0">
            <a:noAutofit/>
          </a:bodyPr>
          <a:lstStyle>
            <a:lvl1pPr algn="ctr">
              <a:defRPr lang="fr-FR" sz="1000" b="1" i="0" cap="all" spc="300" baseline="0" dirty="0">
                <a:solidFill>
                  <a:schemeClr val="lt1"/>
                </a:solidFill>
                <a:latin typeface="Arial" panose="020B0604020202020204" pitchFamily="34" charset="0"/>
              </a:defRPr>
            </a:lvl1pPr>
            <a:lvl2pPr>
              <a:defRPr lang="fr-FR" sz="1000" kern="1200" spc="300" dirty="0" smtClean="0">
                <a:solidFill>
                  <a:schemeClr val="lt1"/>
                </a:solidFill>
                <a:latin typeface="Arial" pitchFamily="34" charset="0"/>
                <a:ea typeface="+mn-ea"/>
                <a:cs typeface="+mn-cs"/>
              </a:defRPr>
            </a:lvl2pPr>
            <a:lvl3pPr>
              <a:defRPr lang="fr-FR" sz="1000" kern="1200" spc="300" dirty="0" smtClean="0">
                <a:solidFill>
                  <a:schemeClr val="lt1"/>
                </a:solidFill>
                <a:latin typeface="Arial" pitchFamily="34" charset="0"/>
                <a:ea typeface="+mn-ea"/>
                <a:cs typeface="+mn-cs"/>
              </a:defRPr>
            </a:lvl3pPr>
            <a:lvl4pPr>
              <a:defRPr lang="fr-FR" sz="1000" kern="1200" spc="300" dirty="0" smtClean="0">
                <a:solidFill>
                  <a:schemeClr val="lt1"/>
                </a:solidFill>
                <a:latin typeface="Arial" pitchFamily="34" charset="0"/>
                <a:ea typeface="+mn-ea"/>
                <a:cs typeface="+mn-cs"/>
              </a:defRPr>
            </a:lvl4pPr>
            <a:lvl5pPr>
              <a:defRPr lang="fr-FR" sz="1000" kern="1200" spc="300" dirty="0">
                <a:solidFill>
                  <a:schemeClr val="lt1"/>
                </a:solidFill>
                <a:latin typeface="Arial" pitchFamily="34" charset="0"/>
                <a:ea typeface="+mn-ea"/>
                <a:cs typeface="+mn-cs"/>
              </a:defRPr>
            </a:lvl5pPr>
          </a:lstStyle>
          <a:p>
            <a:pPr lvl="0" algn="ctr"/>
            <a:r>
              <a:rPr lang="fr-FR" dirty="0"/>
              <a:t>YOUR SURTITLE</a:t>
            </a:r>
          </a:p>
        </p:txBody>
      </p:sp>
      <p:pic>
        <p:nvPicPr>
          <p:cNvPr id="8" name="Graphique 5">
            <a:extLst>
              <a:ext uri="{FF2B5EF4-FFF2-40B4-BE49-F238E27FC236}">
                <a16:creationId xmlns:a16="http://schemas.microsoft.com/office/drawing/2014/main" id="{82875980-68DF-25B5-B244-CF76A1C2A1BD}"/>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246038" y="94305"/>
            <a:ext cx="1906603" cy="623459"/>
          </a:xfrm>
          <a:prstGeom prst="rect">
            <a:avLst/>
          </a:prstGeom>
        </p:spPr>
      </p:pic>
    </p:spTree>
    <p:extLst>
      <p:ext uri="{BB962C8B-B14F-4D97-AF65-F5344CB8AC3E}">
        <p14:creationId xmlns:p14="http://schemas.microsoft.com/office/powerpoint/2010/main" val="390008161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Titre et contenu 1">
    <p:bg>
      <p:bgPr>
        <a:solidFill>
          <a:srgbClr val="FFFFFF"/>
        </a:solidFill>
        <a:effectLst/>
      </p:bgPr>
    </p:bg>
    <p:spTree>
      <p:nvGrpSpPr>
        <p:cNvPr id="1" name=""/>
        <p:cNvGrpSpPr/>
        <p:nvPr/>
      </p:nvGrpSpPr>
      <p:grpSpPr>
        <a:xfrm>
          <a:off x="0" y="0"/>
          <a:ext cx="0" cy="0"/>
          <a:chOff x="0" y="0"/>
          <a:chExt cx="0" cy="0"/>
        </a:xfrm>
      </p:grpSpPr>
      <p:sp>
        <p:nvSpPr>
          <p:cNvPr id="2" name="Espace réservé du pied de page 1">
            <a:extLst>
              <a:ext uri="{FF2B5EF4-FFF2-40B4-BE49-F238E27FC236}">
                <a16:creationId xmlns:a16="http://schemas.microsoft.com/office/drawing/2014/main" id="{76CF4BF7-9EF2-4F50-994E-78E11BE142CF}"/>
              </a:ext>
            </a:extLst>
          </p:cNvPr>
          <p:cNvSpPr>
            <a:spLocks noGrp="1"/>
          </p:cNvSpPr>
          <p:nvPr>
            <p:ph type="ftr" sz="quarter" idx="10"/>
          </p:nvPr>
        </p:nvSpPr>
        <p:spPr/>
        <p:txBody>
          <a:bodyPr/>
          <a:lstStyle>
            <a:lvl1pPr>
              <a:defRPr b="1" i="0">
                <a:latin typeface="Arial" panose="020B0604020202020204" pitchFamily="34" charset="0"/>
              </a:defRPr>
            </a:lvl1pPr>
          </a:lstStyle>
          <a:p>
            <a:r>
              <a:rPr lang="fr-FR" dirty="0" err="1"/>
              <a:t>Presentation</a:t>
            </a:r>
            <a:r>
              <a:rPr lang="fr-FR" dirty="0"/>
              <a:t> </a:t>
            </a:r>
            <a:r>
              <a:rPr lang="fr-FR" dirty="0" err="1"/>
              <a:t>title</a:t>
            </a:r>
            <a:endParaRPr lang="fr-FR" dirty="0"/>
          </a:p>
        </p:txBody>
      </p:sp>
      <p:sp>
        <p:nvSpPr>
          <p:cNvPr id="3" name="Espace réservé du numéro de diapositive 2">
            <a:extLst>
              <a:ext uri="{FF2B5EF4-FFF2-40B4-BE49-F238E27FC236}">
                <a16:creationId xmlns:a16="http://schemas.microsoft.com/office/drawing/2014/main" id="{B3D6BD79-B399-6FD4-6478-F6D34991BA01}"/>
              </a:ext>
            </a:extLst>
          </p:cNvPr>
          <p:cNvSpPr>
            <a:spLocks noGrp="1"/>
          </p:cNvSpPr>
          <p:nvPr>
            <p:ph type="sldNum" sz="quarter" idx="11"/>
          </p:nvPr>
        </p:nvSpPr>
        <p:spPr/>
        <p:txBody>
          <a:bodyPr/>
          <a:lstStyle>
            <a:lvl1pPr>
              <a:defRPr b="1" i="0">
                <a:latin typeface="Arial" panose="020B0604020202020204" pitchFamily="34" charset="0"/>
              </a:defRPr>
            </a:lvl1pPr>
          </a:lstStyle>
          <a:p>
            <a:fld id="{29BED1D5-2372-4BA3-AEA9-1F7A0F9A5921}" type="slidenum">
              <a:rPr lang="fr-FR" smtClean="0"/>
              <a:pPr/>
              <a:t>‹#›</a:t>
            </a:fld>
            <a:endParaRPr lang="fr-FR"/>
          </a:p>
        </p:txBody>
      </p:sp>
      <p:pic>
        <p:nvPicPr>
          <p:cNvPr id="5" name="Graphique 4">
            <a:extLst>
              <a:ext uri="{FF2B5EF4-FFF2-40B4-BE49-F238E27FC236}">
                <a16:creationId xmlns:a16="http://schemas.microsoft.com/office/drawing/2014/main" id="{3C52D4E7-0B21-3731-049E-5C18DBFF51C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46038" y="94263"/>
            <a:ext cx="1906603" cy="623543"/>
          </a:xfrm>
          <a:prstGeom prst="rect">
            <a:avLst/>
          </a:prstGeom>
        </p:spPr>
      </p:pic>
      <p:sp>
        <p:nvSpPr>
          <p:cNvPr id="10" name="Espace réservé du texte 9">
            <a:extLst>
              <a:ext uri="{FF2B5EF4-FFF2-40B4-BE49-F238E27FC236}">
                <a16:creationId xmlns:a16="http://schemas.microsoft.com/office/drawing/2014/main" id="{2494B2AB-7912-6C5A-DF65-5B05F7CFD054}"/>
              </a:ext>
            </a:extLst>
          </p:cNvPr>
          <p:cNvSpPr>
            <a:spLocks noGrp="1"/>
          </p:cNvSpPr>
          <p:nvPr>
            <p:ph type="body" sz="quarter" idx="13" hasCustomPrompt="1"/>
          </p:nvPr>
        </p:nvSpPr>
        <p:spPr>
          <a:xfrm>
            <a:off x="433375" y="1897063"/>
            <a:ext cx="11350638" cy="4376737"/>
          </a:xfrm>
          <a:prstGeom prst="rect">
            <a:avLst/>
          </a:prstGeom>
        </p:spPr>
        <p:txBody>
          <a:bodyPr/>
          <a:lstStyle>
            <a:lvl1pPr>
              <a:defRPr b="1" i="0">
                <a:latin typeface="Arial" panose="020B0604020202020204" pitchFamily="34" charset="0"/>
              </a:defRPr>
            </a:lvl1pPr>
            <a:lvl2pPr>
              <a:defRPr b="0" i="0">
                <a:latin typeface="Arial" panose="020B0604020202020204" pitchFamily="34" charset="0"/>
              </a:defRPr>
            </a:lvl2pPr>
            <a:lvl3pPr>
              <a:defRPr b="0" i="0">
                <a:latin typeface="Arial" panose="020B0604020202020204" pitchFamily="34" charset="0"/>
              </a:defRPr>
            </a:lvl3pPr>
            <a:lvl4pPr>
              <a:defRPr b="0" i="0">
                <a:latin typeface="Arial" panose="020B0604020202020204" pitchFamily="34" charset="0"/>
              </a:defRPr>
            </a:lvl4pPr>
            <a:lvl5pPr>
              <a:defRPr b="0" i="0">
                <a:latin typeface="Arial" panose="020B0604020202020204" pitchFamily="34" charset="0"/>
              </a:defRPr>
            </a:lvl5pPr>
          </a:lstStyle>
          <a:p>
            <a:pPr lvl="0"/>
            <a:r>
              <a:rPr lang="en-US"/>
              <a:t>This is your first level of text, click here to add text</a:t>
            </a:r>
          </a:p>
          <a:p>
            <a:pPr lvl="1"/>
            <a:r>
              <a:rPr lang="en-US"/>
              <a:t>This is the second level of text</a:t>
            </a:r>
          </a:p>
          <a:p>
            <a:pPr lvl="2"/>
            <a:r>
              <a:rPr lang="en-US"/>
              <a:t>Third level of text</a:t>
            </a:r>
          </a:p>
          <a:p>
            <a:pPr lvl="3"/>
            <a:r>
              <a:rPr lang="en-US"/>
              <a:t>This is the fourth level of text</a:t>
            </a:r>
          </a:p>
          <a:p>
            <a:pPr lvl="4"/>
            <a:r>
              <a:rPr lang="en-US"/>
              <a:t>This is the fifth level of text</a:t>
            </a:r>
          </a:p>
        </p:txBody>
      </p:sp>
      <p:sp>
        <p:nvSpPr>
          <p:cNvPr id="11" name="Titre 10">
            <a:extLst>
              <a:ext uri="{FF2B5EF4-FFF2-40B4-BE49-F238E27FC236}">
                <a16:creationId xmlns:a16="http://schemas.microsoft.com/office/drawing/2014/main" id="{C36A98E3-999E-465B-0E98-B8A034BA4E5E}"/>
              </a:ext>
            </a:extLst>
          </p:cNvPr>
          <p:cNvSpPr>
            <a:spLocks noGrp="1"/>
          </p:cNvSpPr>
          <p:nvPr>
            <p:ph type="title" hasCustomPrompt="1"/>
          </p:nvPr>
        </p:nvSpPr>
        <p:spPr/>
        <p:txBody>
          <a:bodyPr/>
          <a:lstStyle>
            <a:lvl1pPr>
              <a:defRPr b="1" i="0">
                <a:latin typeface="Arial" panose="020B0604020202020204" pitchFamily="34" charset="0"/>
              </a:defRPr>
            </a:lvl1pPr>
          </a:lstStyle>
          <a:p>
            <a:r>
              <a:rPr lang="en-US"/>
              <a:t>The title of your slide</a:t>
            </a:r>
            <a:endParaRPr lang="fr-FR"/>
          </a:p>
        </p:txBody>
      </p:sp>
      <p:cxnSp>
        <p:nvCxnSpPr>
          <p:cNvPr id="14" name="Connecteur droit 13">
            <a:extLst>
              <a:ext uri="{FF2B5EF4-FFF2-40B4-BE49-F238E27FC236}">
                <a16:creationId xmlns:a16="http://schemas.microsoft.com/office/drawing/2014/main" id="{60C890D1-C66C-84FF-8832-29E5A3CFF73E}"/>
              </a:ext>
            </a:extLst>
          </p:cNvPr>
          <p:cNvCxnSpPr>
            <a:cxnSpLocks/>
          </p:cNvCxnSpPr>
          <p:nvPr userDrawn="1"/>
        </p:nvCxnSpPr>
        <p:spPr>
          <a:xfrm>
            <a:off x="11784013" y="0"/>
            <a:ext cx="0" cy="6857997"/>
          </a:xfrm>
          <a:prstGeom prst="line">
            <a:avLst/>
          </a:prstGeom>
          <a:ln>
            <a:gradFill flip="none" rotWithShape="1">
              <a:gsLst>
                <a:gs pos="27000">
                  <a:srgbClr val="006A4E">
                    <a:alpha val="60000"/>
                  </a:srgbClr>
                </a:gs>
                <a:gs pos="0">
                  <a:schemeClr val="accent1">
                    <a:alpha val="0"/>
                  </a:schemeClr>
                </a:gs>
                <a:gs pos="100000">
                  <a:schemeClr val="accent1">
                    <a:alpha val="0"/>
                  </a:schemeClr>
                </a:gs>
              </a:gsLst>
              <a:lin ang="5400000" scaled="1"/>
              <a:tileRect/>
            </a:gradFill>
          </a:ln>
        </p:spPr>
        <p:style>
          <a:lnRef idx="1">
            <a:schemeClr val="accent1"/>
          </a:lnRef>
          <a:fillRef idx="0">
            <a:schemeClr val="accent1"/>
          </a:fillRef>
          <a:effectRef idx="0">
            <a:schemeClr val="accent1"/>
          </a:effectRef>
          <a:fontRef idx="minor">
            <a:schemeClr val="tx1"/>
          </a:fontRef>
        </p:style>
      </p:cxnSp>
      <p:cxnSp>
        <p:nvCxnSpPr>
          <p:cNvPr id="16" name="Connecteur droit 15">
            <a:extLst>
              <a:ext uri="{FF2B5EF4-FFF2-40B4-BE49-F238E27FC236}">
                <a16:creationId xmlns:a16="http://schemas.microsoft.com/office/drawing/2014/main" id="{53366CC6-AB6F-7E5B-983C-164CCB1E95FC}"/>
              </a:ext>
            </a:extLst>
          </p:cNvPr>
          <p:cNvCxnSpPr>
            <a:cxnSpLocks/>
          </p:cNvCxnSpPr>
          <p:nvPr userDrawn="1"/>
        </p:nvCxnSpPr>
        <p:spPr>
          <a:xfrm flipH="1">
            <a:off x="0" y="6267937"/>
            <a:ext cx="12209323" cy="0"/>
          </a:xfrm>
          <a:prstGeom prst="line">
            <a:avLst/>
          </a:prstGeom>
          <a:ln>
            <a:gradFill flip="none" rotWithShape="1">
              <a:gsLst>
                <a:gs pos="68000">
                  <a:srgbClr val="006A4E"/>
                </a:gs>
                <a:gs pos="36000">
                  <a:srgbClr val="006A4E">
                    <a:alpha val="60000"/>
                  </a:srgbClr>
                </a:gs>
                <a:gs pos="0">
                  <a:schemeClr val="accent1">
                    <a:alpha val="0"/>
                  </a:schemeClr>
                </a:gs>
                <a:gs pos="100000">
                  <a:schemeClr val="accent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4" name="Espace réservé du texte 14">
            <a:extLst>
              <a:ext uri="{FF2B5EF4-FFF2-40B4-BE49-F238E27FC236}">
                <a16:creationId xmlns:a16="http://schemas.microsoft.com/office/drawing/2014/main" id="{7C1F58B8-4010-B185-AD20-099C1CE9A0C0}"/>
              </a:ext>
            </a:extLst>
          </p:cNvPr>
          <p:cNvSpPr>
            <a:spLocks noGrp="1"/>
          </p:cNvSpPr>
          <p:nvPr>
            <p:ph type="body" sz="quarter" idx="12" hasCustomPrompt="1"/>
          </p:nvPr>
        </p:nvSpPr>
        <p:spPr>
          <a:xfrm>
            <a:off x="442913" y="735890"/>
            <a:ext cx="2201227" cy="327025"/>
          </a:xfrm>
          <a:prstGeom prst="roundRect">
            <a:avLst>
              <a:gd name="adj" fmla="val 5793"/>
            </a:avLst>
          </a:prstGeom>
          <a:solidFill>
            <a:schemeClr val="accent6"/>
          </a:solidFill>
        </p:spPr>
        <p:txBody>
          <a:bodyPr bIns="0" anchor="ctr" anchorCtr="0"/>
          <a:lstStyle>
            <a:lvl1pPr algn="ctr">
              <a:defRPr lang="fr-FR" sz="1000" b="1" i="0" kern="1200" cap="all" spc="300" baseline="0" dirty="0" smtClean="0">
                <a:solidFill>
                  <a:schemeClr val="lt1"/>
                </a:solidFill>
                <a:latin typeface="Arial" panose="020B0604020202020204" pitchFamily="34" charset="0"/>
                <a:ea typeface="+mn-ea"/>
                <a:cs typeface="+mn-cs"/>
              </a:defRPr>
            </a:lvl1pPr>
            <a:lvl2pPr>
              <a:defRPr lang="fr-FR" sz="1000" kern="1200" spc="300" dirty="0" smtClean="0">
                <a:solidFill>
                  <a:schemeClr val="lt1"/>
                </a:solidFill>
                <a:latin typeface="Arial" pitchFamily="34" charset="0"/>
                <a:ea typeface="+mn-ea"/>
                <a:cs typeface="+mn-cs"/>
              </a:defRPr>
            </a:lvl2pPr>
            <a:lvl3pPr>
              <a:defRPr lang="fr-FR" sz="1000" kern="1200" spc="300" dirty="0" smtClean="0">
                <a:solidFill>
                  <a:schemeClr val="lt1"/>
                </a:solidFill>
                <a:latin typeface="Arial" pitchFamily="34" charset="0"/>
                <a:ea typeface="+mn-ea"/>
                <a:cs typeface="+mn-cs"/>
              </a:defRPr>
            </a:lvl3pPr>
            <a:lvl4pPr>
              <a:defRPr lang="fr-FR" sz="1000" kern="1200" spc="300" dirty="0" smtClean="0">
                <a:solidFill>
                  <a:schemeClr val="lt1"/>
                </a:solidFill>
                <a:latin typeface="Arial" pitchFamily="34" charset="0"/>
                <a:ea typeface="+mn-ea"/>
                <a:cs typeface="+mn-cs"/>
              </a:defRPr>
            </a:lvl4pPr>
            <a:lvl5pPr>
              <a:defRPr lang="fr-FR" sz="1000" kern="1200" spc="300" dirty="0">
                <a:solidFill>
                  <a:schemeClr val="lt1"/>
                </a:solidFill>
                <a:latin typeface="Arial" pitchFamily="34" charset="0"/>
                <a:ea typeface="+mn-ea"/>
                <a:cs typeface="+mn-cs"/>
              </a:defRPr>
            </a:lvl5pPr>
          </a:lstStyle>
          <a:p>
            <a:pPr lvl="0"/>
            <a:r>
              <a:rPr lang="fr-FR"/>
              <a:t>YOUR SURTITLE</a:t>
            </a:r>
          </a:p>
        </p:txBody>
      </p:sp>
    </p:spTree>
    <p:extLst>
      <p:ext uri="{BB962C8B-B14F-4D97-AF65-F5344CB8AC3E}">
        <p14:creationId xmlns:p14="http://schemas.microsoft.com/office/powerpoint/2010/main" val="19262762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3.xml"/><Relationship Id="rId13" Type="http://schemas.openxmlformats.org/officeDocument/2006/relationships/slideLayout" Target="../slideLayouts/slideLayout48.xml"/><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slideLayout" Target="../slideLayouts/slideLayout47.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0" Type="http://schemas.openxmlformats.org/officeDocument/2006/relationships/slideLayout" Target="../slideLayouts/slideLayout45.xml"/><Relationship Id="rId4" Type="http://schemas.openxmlformats.org/officeDocument/2006/relationships/slideLayout" Target="../slideLayouts/slideLayout39.xml"/><Relationship Id="rId9" Type="http://schemas.openxmlformats.org/officeDocument/2006/relationships/slideLayout" Target="../slideLayouts/slideLayout44.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14A1050-E71D-FBF2-E727-8C6ED6CEAD0F}"/>
              </a:ext>
            </a:extLst>
          </p:cNvPr>
          <p:cNvSpPr/>
          <p:nvPr userDrawn="1"/>
        </p:nvSpPr>
        <p:spPr>
          <a:xfrm>
            <a:off x="439660" y="6553195"/>
            <a:ext cx="209550" cy="45719"/>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b="1" i="0" noProof="0" dirty="0">
              <a:latin typeface="Arial" panose="020B0604020202020204" pitchFamily="34" charset="0"/>
            </a:endParaRPr>
          </a:p>
        </p:txBody>
      </p:sp>
      <p:sp>
        <p:nvSpPr>
          <p:cNvPr id="13" name="Espace réservé du pied de page 12">
            <a:extLst>
              <a:ext uri="{FF2B5EF4-FFF2-40B4-BE49-F238E27FC236}">
                <a16:creationId xmlns:a16="http://schemas.microsoft.com/office/drawing/2014/main" id="{E65E7D68-6CA6-49B2-9A6D-57FB65726BA9}"/>
              </a:ext>
            </a:extLst>
          </p:cNvPr>
          <p:cNvSpPr>
            <a:spLocks noGrp="1"/>
          </p:cNvSpPr>
          <p:nvPr>
            <p:ph type="ftr" sz="quarter" idx="3"/>
          </p:nvPr>
        </p:nvSpPr>
        <p:spPr>
          <a:xfrm>
            <a:off x="667943" y="6391318"/>
            <a:ext cx="5428057" cy="365125"/>
          </a:xfrm>
          <a:prstGeom prst="rect">
            <a:avLst/>
          </a:prstGeom>
        </p:spPr>
        <p:txBody>
          <a:bodyPr vert="horz" lIns="91440" tIns="45720" rIns="91440" bIns="45720" rtlCol="0" anchor="ctr"/>
          <a:lstStyle>
            <a:lvl1pPr algn="l">
              <a:defRPr lang="fr-FR" sz="900" b="1" i="0" kern="1200">
                <a:solidFill>
                  <a:schemeClr val="accent1">
                    <a:lumMod val="75000"/>
                  </a:schemeClr>
                </a:solidFill>
                <a:latin typeface="Arial" panose="020B0604020202020204" pitchFamily="34" charset="0"/>
                <a:ea typeface="+mn-ea"/>
                <a:cs typeface="+mn-cs"/>
              </a:defRPr>
            </a:lvl1pPr>
          </a:lstStyle>
          <a:p>
            <a:r>
              <a:rPr lang="en-GB" noProof="0" dirty="0"/>
              <a:t>Titre de la </a:t>
            </a:r>
            <a:r>
              <a:rPr lang="en-GB" noProof="0" dirty="0" err="1"/>
              <a:t>présentation</a:t>
            </a:r>
            <a:endParaRPr lang="en-GB" noProof="0" dirty="0"/>
          </a:p>
        </p:txBody>
      </p:sp>
      <p:sp>
        <p:nvSpPr>
          <p:cNvPr id="14" name="Espace réservé du numéro de diapositive 13">
            <a:extLst>
              <a:ext uri="{FF2B5EF4-FFF2-40B4-BE49-F238E27FC236}">
                <a16:creationId xmlns:a16="http://schemas.microsoft.com/office/drawing/2014/main" id="{B98BDD28-603B-3E2C-E0E4-B8739150DCC5}"/>
              </a:ext>
            </a:extLst>
          </p:cNvPr>
          <p:cNvSpPr>
            <a:spLocks noGrp="1"/>
          </p:cNvSpPr>
          <p:nvPr>
            <p:ph type="sldNum" sz="quarter" idx="4"/>
          </p:nvPr>
        </p:nvSpPr>
        <p:spPr>
          <a:xfrm>
            <a:off x="9354672" y="6384486"/>
            <a:ext cx="2743200" cy="365125"/>
          </a:xfrm>
          <a:prstGeom prst="rect">
            <a:avLst/>
          </a:prstGeom>
        </p:spPr>
        <p:txBody>
          <a:bodyPr vert="horz" lIns="91440" tIns="45720" rIns="91440" bIns="45720" rtlCol="0" anchor="ctr"/>
          <a:lstStyle>
            <a:lvl1pPr algn="r">
              <a:defRPr lang="fr-FR" sz="900" b="1" i="0" kern="1200" smtClean="0">
                <a:solidFill>
                  <a:schemeClr val="accent1">
                    <a:lumMod val="75000"/>
                  </a:schemeClr>
                </a:solidFill>
                <a:latin typeface="Arial" panose="020B0604020202020204" pitchFamily="34" charset="0"/>
                <a:ea typeface="+mn-ea"/>
                <a:cs typeface="+mn-cs"/>
              </a:defRPr>
            </a:lvl1pPr>
          </a:lstStyle>
          <a:p>
            <a:fld id="{29BED1D5-2372-4BA3-AEA9-1F7A0F9A5921}" type="slidenum">
              <a:rPr lang="en-GB" noProof="0" smtClean="0"/>
              <a:pPr/>
              <a:t>‹#›</a:t>
            </a:fld>
            <a:endParaRPr lang="en-GB" noProof="0" dirty="0"/>
          </a:p>
        </p:txBody>
      </p:sp>
      <p:sp>
        <p:nvSpPr>
          <p:cNvPr id="15" name="Espace réservé du titre 14">
            <a:extLst>
              <a:ext uri="{FF2B5EF4-FFF2-40B4-BE49-F238E27FC236}">
                <a16:creationId xmlns:a16="http://schemas.microsoft.com/office/drawing/2014/main" id="{AA0484B6-C50C-CB8F-DD83-D4631F4FB909}"/>
              </a:ext>
            </a:extLst>
          </p:cNvPr>
          <p:cNvSpPr>
            <a:spLocks noGrp="1"/>
          </p:cNvSpPr>
          <p:nvPr>
            <p:ph type="title"/>
          </p:nvPr>
        </p:nvSpPr>
        <p:spPr>
          <a:xfrm>
            <a:off x="412159" y="1225279"/>
            <a:ext cx="10914139" cy="498598"/>
          </a:xfrm>
          <a:prstGeom prst="rect">
            <a:avLst/>
          </a:prstGeom>
        </p:spPr>
        <p:txBody>
          <a:bodyPr vert="horz" wrap="square" lIns="0" tIns="0" rIns="0" bIns="0" rtlCol="0" anchor="t" anchorCtr="0">
            <a:spAutoFit/>
          </a:bodyPr>
          <a:lstStyle/>
          <a:p>
            <a:r>
              <a:rPr lang="en-US" noProof="0" dirty="0"/>
              <a:t>The title of your slide</a:t>
            </a:r>
            <a:endParaRPr lang="en-GB" noProof="0" dirty="0"/>
          </a:p>
        </p:txBody>
      </p:sp>
      <p:sp>
        <p:nvSpPr>
          <p:cNvPr id="16" name="Espace réservé du texte 15">
            <a:extLst>
              <a:ext uri="{FF2B5EF4-FFF2-40B4-BE49-F238E27FC236}">
                <a16:creationId xmlns:a16="http://schemas.microsoft.com/office/drawing/2014/main" id="{A9920BDB-A7E7-090E-48E6-9290C0125733}"/>
              </a:ext>
            </a:extLst>
          </p:cNvPr>
          <p:cNvSpPr>
            <a:spLocks noGrp="1"/>
          </p:cNvSpPr>
          <p:nvPr>
            <p:ph type="body" idx="1"/>
          </p:nvPr>
        </p:nvSpPr>
        <p:spPr>
          <a:xfrm>
            <a:off x="439659" y="1825625"/>
            <a:ext cx="10914139" cy="1420504"/>
          </a:xfrm>
          <a:prstGeom prst="rect">
            <a:avLst/>
          </a:prstGeom>
        </p:spPr>
        <p:txBody>
          <a:bodyPr vert="horz" lIns="72000" tIns="0" rIns="0" bIns="0" rtlCol="0">
            <a:noAutofit/>
          </a:bodyPr>
          <a:lstStyle/>
          <a:p>
            <a:pPr lvl="0"/>
            <a:r>
              <a:rPr lang="en-US" noProof="0" dirty="0"/>
              <a:t>This is your first level of text, click here to add text</a:t>
            </a:r>
          </a:p>
          <a:p>
            <a:pPr lvl="1"/>
            <a:r>
              <a:rPr lang="en-US" noProof="0" dirty="0"/>
              <a:t>This is the second level of text</a:t>
            </a:r>
          </a:p>
          <a:p>
            <a:pPr lvl="2"/>
            <a:r>
              <a:rPr lang="en-US" noProof="0" dirty="0"/>
              <a:t>Third level of text</a:t>
            </a:r>
          </a:p>
          <a:p>
            <a:pPr lvl="3"/>
            <a:r>
              <a:rPr lang="en-US" noProof="0" dirty="0"/>
              <a:t>This is the fourth level of text</a:t>
            </a:r>
          </a:p>
          <a:p>
            <a:pPr lvl="4"/>
            <a:r>
              <a:rPr lang="en-US" noProof="0" dirty="0"/>
              <a:t>This is the fifth level of text</a:t>
            </a:r>
            <a:endParaRPr lang="en-GB" noProof="0" dirty="0"/>
          </a:p>
        </p:txBody>
      </p:sp>
    </p:spTree>
    <p:extLst>
      <p:ext uri="{BB962C8B-B14F-4D97-AF65-F5344CB8AC3E}">
        <p14:creationId xmlns:p14="http://schemas.microsoft.com/office/powerpoint/2010/main" val="3374566130"/>
      </p:ext>
    </p:extLst>
  </p:cSld>
  <p:clrMap bg1="lt1" tx1="dk1" bg2="lt2" tx2="dk2" accent1="accent1" accent2="accent2" accent3="accent3" accent4="accent4" accent5="accent5" accent6="accent6" hlink="hlink" folHlink="folHlink"/>
  <p:sldLayoutIdLst>
    <p:sldLayoutId id="2147483666" r:id="rId1"/>
    <p:sldLayoutId id="2147483727" r:id="rId2"/>
    <p:sldLayoutId id="2147483729" r:id="rId3"/>
    <p:sldLayoutId id="2147483730" r:id="rId4"/>
    <p:sldLayoutId id="2147483662" r:id="rId5"/>
    <p:sldLayoutId id="2147483726" r:id="rId6"/>
    <p:sldLayoutId id="2147483723" r:id="rId7"/>
    <p:sldLayoutId id="2147483663" r:id="rId8"/>
    <p:sldLayoutId id="2147483724" r:id="rId9"/>
    <p:sldLayoutId id="2147483714" r:id="rId10"/>
    <p:sldLayoutId id="2147483732" r:id="rId11"/>
    <p:sldLayoutId id="2147483731" r:id="rId12"/>
    <p:sldLayoutId id="2147483715" r:id="rId13"/>
    <p:sldLayoutId id="2147483716" r:id="rId14"/>
    <p:sldLayoutId id="2147483735" r:id="rId15"/>
    <p:sldLayoutId id="2147483737" r:id="rId16"/>
    <p:sldLayoutId id="2147483655" r:id="rId17"/>
    <p:sldLayoutId id="2147483656" r:id="rId18"/>
    <p:sldLayoutId id="2147483657" r:id="rId19"/>
    <p:sldLayoutId id="2147483658" r:id="rId20"/>
    <p:sldLayoutId id="2147483677" r:id="rId21"/>
    <p:sldLayoutId id="2147483678" r:id="rId22"/>
    <p:sldLayoutId id="2147483683" r:id="rId23"/>
    <p:sldLayoutId id="2147483665" r:id="rId24"/>
    <p:sldLayoutId id="2147483667" r:id="rId25"/>
    <p:sldLayoutId id="2147483668" r:id="rId26"/>
    <p:sldLayoutId id="2147483670" r:id="rId27"/>
    <p:sldLayoutId id="2147483672" r:id="rId28"/>
    <p:sldLayoutId id="2147483674" r:id="rId29"/>
    <p:sldLayoutId id="2147483679" r:id="rId30"/>
    <p:sldLayoutId id="2147483681" r:id="rId31"/>
    <p:sldLayoutId id="2147483671" r:id="rId32"/>
    <p:sldLayoutId id="2147483675" r:id="rId33"/>
    <p:sldLayoutId id="2147483680" r:id="rId34"/>
    <p:sldLayoutId id="2147483722" r:id="rId35"/>
  </p:sldLayoutIdLst>
  <p:hf hdr="0" dt="0"/>
  <p:txStyles>
    <p:titleStyle>
      <a:lvl1pPr algn="l" defTabSz="914400" rtl="0" eaLnBrk="1" latinLnBrk="0" hangingPunct="1">
        <a:lnSpc>
          <a:spcPct val="90000"/>
        </a:lnSpc>
        <a:spcBef>
          <a:spcPct val="0"/>
        </a:spcBef>
        <a:buNone/>
        <a:defRPr sz="3600" b="1" i="0" kern="1200">
          <a:solidFill>
            <a:schemeClr val="accent1"/>
          </a:solidFill>
          <a:latin typeface="Arial" panose="020B0604020202020204" pitchFamily="34" charset="0"/>
          <a:ea typeface="+mj-ea"/>
          <a:cs typeface="+mj-cs"/>
        </a:defRPr>
      </a:lvl1pPr>
    </p:titleStyle>
    <p:bodyStyle>
      <a:lvl1pPr marL="0" indent="0" algn="l" defTabSz="72000" rtl="0" eaLnBrk="1" latinLnBrk="0" hangingPunct="1">
        <a:lnSpc>
          <a:spcPct val="120000"/>
        </a:lnSpc>
        <a:spcBef>
          <a:spcPts val="800"/>
        </a:spcBef>
        <a:spcAft>
          <a:spcPts val="800"/>
        </a:spcAft>
        <a:buFont typeface="Arial" panose="020B0604020202020204" pitchFamily="34" charset="0"/>
        <a:buNone/>
        <a:defRPr sz="1400" b="0" i="0" kern="1200">
          <a:solidFill>
            <a:schemeClr val="accent1">
              <a:lumMod val="50000"/>
            </a:schemeClr>
          </a:solidFill>
          <a:latin typeface="Arial" panose="020B0604020202020204" pitchFamily="34" charset="0"/>
          <a:ea typeface="+mn-ea"/>
          <a:cs typeface="+mn-cs"/>
        </a:defRPr>
      </a:lvl1pPr>
      <a:lvl2pPr marL="285750" indent="-285750" algn="l" defTabSz="72000" rtl="0" eaLnBrk="1" latinLnBrk="0" hangingPunct="1">
        <a:lnSpc>
          <a:spcPct val="90000"/>
        </a:lnSpc>
        <a:spcBef>
          <a:spcPts val="500"/>
        </a:spcBef>
        <a:spcAft>
          <a:spcPts val="500"/>
        </a:spcAft>
        <a:buClr>
          <a:schemeClr val="accent6"/>
        </a:buClr>
        <a:buFont typeface="Wingdings" panose="05000000000000000000" pitchFamily="2" charset="2"/>
        <a:buChar char="§"/>
        <a:defRPr sz="1400" b="0" i="0" kern="1200">
          <a:solidFill>
            <a:schemeClr val="accent1">
              <a:lumMod val="75000"/>
            </a:schemeClr>
          </a:solidFill>
          <a:latin typeface="Arial" panose="020B0604020202020204" pitchFamily="34" charset="0"/>
          <a:ea typeface="+mn-ea"/>
          <a:cs typeface="+mn-cs"/>
        </a:defRPr>
      </a:lvl2pPr>
      <a:lvl3pPr marL="449263" indent="-228600" algn="l" defTabSz="72000" rtl="0" eaLnBrk="1" latinLnBrk="0" hangingPunct="1">
        <a:lnSpc>
          <a:spcPct val="90000"/>
        </a:lnSpc>
        <a:spcBef>
          <a:spcPts val="400"/>
        </a:spcBef>
        <a:buFont typeface="Wingdings" panose="05000000000000000000" pitchFamily="2" charset="2"/>
        <a:buChar char="§"/>
        <a:defRPr sz="1200" b="0" i="0" kern="1200">
          <a:solidFill>
            <a:schemeClr val="tx2"/>
          </a:solidFill>
          <a:latin typeface="Arial" panose="020B0604020202020204" pitchFamily="34" charset="0"/>
          <a:ea typeface="+mn-ea"/>
          <a:cs typeface="+mn-cs"/>
        </a:defRPr>
      </a:lvl3pPr>
      <a:lvl4pPr marL="625475" indent="-152400" algn="l" defTabSz="72000" rtl="0" eaLnBrk="1" latinLnBrk="0" hangingPunct="1">
        <a:lnSpc>
          <a:spcPct val="90000"/>
        </a:lnSpc>
        <a:spcBef>
          <a:spcPts val="500"/>
        </a:spcBef>
        <a:buFont typeface="Wingdings" panose="05000000000000000000" pitchFamily="2" charset="2"/>
        <a:buChar char="§"/>
        <a:defRPr sz="1000" b="0" i="0" kern="1200">
          <a:solidFill>
            <a:schemeClr val="accent1"/>
          </a:solidFill>
          <a:latin typeface="Arial" panose="020B0604020202020204" pitchFamily="34" charset="0"/>
          <a:ea typeface="+mn-ea"/>
          <a:cs typeface="+mn-cs"/>
        </a:defRPr>
      </a:lvl4pPr>
      <a:lvl5pPr marL="0" indent="0" algn="l" defTabSz="72000" rtl="0" eaLnBrk="1" latinLnBrk="0" hangingPunct="1">
        <a:lnSpc>
          <a:spcPct val="90000"/>
        </a:lnSpc>
        <a:spcBef>
          <a:spcPts val="800"/>
        </a:spcBef>
        <a:buFontTx/>
        <a:buNone/>
        <a:defRPr sz="1000" b="0" i="0" kern="1200">
          <a:solidFill>
            <a:schemeClr val="accent6"/>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279">
          <p15:clr>
            <a:srgbClr val="F26B43"/>
          </p15:clr>
        </p15:guide>
        <p15:guide id="4" pos="7423">
          <p15:clr>
            <a:srgbClr val="F26B43"/>
          </p15:clr>
        </p15:guide>
        <p15:guide id="5" orient="horz" pos="3952">
          <p15:clr>
            <a:srgbClr val="F26B43"/>
          </p15:clr>
        </p15:guide>
        <p15:guide id="6" pos="1912">
          <p15:clr>
            <a:srgbClr val="F26B43"/>
          </p15:clr>
        </p15:guide>
        <p15:guide id="7" pos="5768">
          <p15:clr>
            <a:srgbClr val="F26B43"/>
          </p15:clr>
        </p15:guide>
        <p15:guide id="8" orient="horz" pos="1434">
          <p15:clr>
            <a:srgbClr val="F26B43"/>
          </p15:clr>
        </p15:guide>
        <p15:guide id="9" orient="horz" pos="288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accent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14A1050-E71D-FBF2-E727-8C6ED6CEAD0F}"/>
              </a:ext>
            </a:extLst>
          </p:cNvPr>
          <p:cNvSpPr/>
          <p:nvPr userDrawn="1"/>
        </p:nvSpPr>
        <p:spPr>
          <a:xfrm>
            <a:off x="439660" y="6553195"/>
            <a:ext cx="20955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i="0" dirty="0">
              <a:latin typeface="Arial" panose="020B0604020202020204" pitchFamily="34" charset="0"/>
            </a:endParaRPr>
          </a:p>
        </p:txBody>
      </p:sp>
      <p:sp>
        <p:nvSpPr>
          <p:cNvPr id="13" name="Espace réservé du pied de page 12">
            <a:extLst>
              <a:ext uri="{FF2B5EF4-FFF2-40B4-BE49-F238E27FC236}">
                <a16:creationId xmlns:a16="http://schemas.microsoft.com/office/drawing/2014/main" id="{E65E7D68-6CA6-49B2-9A6D-57FB65726BA9}"/>
              </a:ext>
            </a:extLst>
          </p:cNvPr>
          <p:cNvSpPr>
            <a:spLocks noGrp="1"/>
          </p:cNvSpPr>
          <p:nvPr>
            <p:ph type="ftr" sz="quarter" idx="3"/>
          </p:nvPr>
        </p:nvSpPr>
        <p:spPr>
          <a:xfrm>
            <a:off x="667943" y="6391318"/>
            <a:ext cx="5428057" cy="365125"/>
          </a:xfrm>
          <a:prstGeom prst="rect">
            <a:avLst/>
          </a:prstGeom>
        </p:spPr>
        <p:txBody>
          <a:bodyPr vert="horz" lIns="91440" tIns="45720" rIns="91440" bIns="45720" rtlCol="0" anchor="ctr"/>
          <a:lstStyle>
            <a:lvl1pPr algn="l">
              <a:defRPr lang="fr-FR" sz="900" b="1" i="0" kern="1200">
                <a:solidFill>
                  <a:schemeClr val="bg1"/>
                </a:solidFill>
                <a:latin typeface="Arial" panose="020B0604020202020204" pitchFamily="34" charset="0"/>
                <a:ea typeface="+mn-ea"/>
                <a:cs typeface="+mn-cs"/>
              </a:defRPr>
            </a:lvl1pPr>
          </a:lstStyle>
          <a:p>
            <a:r>
              <a:rPr lang="fr-FR" dirty="0" err="1"/>
              <a:t>Presentation</a:t>
            </a:r>
            <a:r>
              <a:rPr lang="fr-FR" dirty="0"/>
              <a:t> </a:t>
            </a:r>
            <a:r>
              <a:rPr lang="fr-FR" dirty="0" err="1"/>
              <a:t>title</a:t>
            </a:r>
            <a:endParaRPr lang="fr-FR" dirty="0"/>
          </a:p>
        </p:txBody>
      </p:sp>
      <p:sp>
        <p:nvSpPr>
          <p:cNvPr id="14" name="Espace réservé du numéro de diapositive 13">
            <a:extLst>
              <a:ext uri="{FF2B5EF4-FFF2-40B4-BE49-F238E27FC236}">
                <a16:creationId xmlns:a16="http://schemas.microsoft.com/office/drawing/2014/main" id="{B98BDD28-603B-3E2C-E0E4-B8739150DCC5}"/>
              </a:ext>
            </a:extLst>
          </p:cNvPr>
          <p:cNvSpPr>
            <a:spLocks noGrp="1"/>
          </p:cNvSpPr>
          <p:nvPr>
            <p:ph type="sldNum" sz="quarter" idx="4"/>
          </p:nvPr>
        </p:nvSpPr>
        <p:spPr>
          <a:xfrm>
            <a:off x="9354672" y="6384486"/>
            <a:ext cx="2743200" cy="365125"/>
          </a:xfrm>
          <a:prstGeom prst="rect">
            <a:avLst/>
          </a:prstGeom>
        </p:spPr>
        <p:txBody>
          <a:bodyPr vert="horz" lIns="91440" tIns="45720" rIns="91440" bIns="45720" rtlCol="0" anchor="ctr"/>
          <a:lstStyle>
            <a:lvl1pPr algn="r">
              <a:defRPr lang="fr-FR" sz="900" b="1" i="0" kern="1200" smtClean="0">
                <a:solidFill>
                  <a:schemeClr val="bg1"/>
                </a:solidFill>
                <a:latin typeface="Arial" panose="020B0604020202020204" pitchFamily="34" charset="0"/>
                <a:ea typeface="+mn-ea"/>
                <a:cs typeface="+mn-cs"/>
              </a:defRPr>
            </a:lvl1pPr>
          </a:lstStyle>
          <a:p>
            <a:fld id="{29BED1D5-2372-4BA3-AEA9-1F7A0F9A5921}" type="slidenum">
              <a:rPr lang="fr-FR" smtClean="0"/>
              <a:pPr/>
              <a:t>‹#›</a:t>
            </a:fld>
            <a:endParaRPr lang="fr-FR" dirty="0"/>
          </a:p>
        </p:txBody>
      </p:sp>
      <p:sp>
        <p:nvSpPr>
          <p:cNvPr id="15" name="Espace réservé du titre 14">
            <a:extLst>
              <a:ext uri="{FF2B5EF4-FFF2-40B4-BE49-F238E27FC236}">
                <a16:creationId xmlns:a16="http://schemas.microsoft.com/office/drawing/2014/main" id="{AA0484B6-C50C-CB8F-DD83-D4631F4FB909}"/>
              </a:ext>
            </a:extLst>
          </p:cNvPr>
          <p:cNvSpPr>
            <a:spLocks noGrp="1"/>
          </p:cNvSpPr>
          <p:nvPr>
            <p:ph type="title"/>
          </p:nvPr>
        </p:nvSpPr>
        <p:spPr>
          <a:xfrm>
            <a:off x="412159" y="1225279"/>
            <a:ext cx="10914139" cy="498598"/>
          </a:xfrm>
          <a:prstGeom prst="rect">
            <a:avLst/>
          </a:prstGeom>
        </p:spPr>
        <p:txBody>
          <a:bodyPr vert="horz" wrap="square" lIns="0" tIns="0" rIns="0" bIns="0" rtlCol="0" anchor="t" anchorCtr="0">
            <a:spAutoFit/>
          </a:bodyPr>
          <a:lstStyle/>
          <a:p>
            <a:r>
              <a:rPr lang="en-US" dirty="0"/>
              <a:t>The title of the slide here</a:t>
            </a:r>
            <a:endParaRPr lang="fr-FR" dirty="0"/>
          </a:p>
        </p:txBody>
      </p:sp>
      <p:sp>
        <p:nvSpPr>
          <p:cNvPr id="16" name="Espace réservé du texte 15">
            <a:extLst>
              <a:ext uri="{FF2B5EF4-FFF2-40B4-BE49-F238E27FC236}">
                <a16:creationId xmlns:a16="http://schemas.microsoft.com/office/drawing/2014/main" id="{A9920BDB-A7E7-090E-48E6-9290C0125733}"/>
              </a:ext>
            </a:extLst>
          </p:cNvPr>
          <p:cNvSpPr>
            <a:spLocks noGrp="1"/>
          </p:cNvSpPr>
          <p:nvPr>
            <p:ph type="body" idx="1"/>
          </p:nvPr>
        </p:nvSpPr>
        <p:spPr>
          <a:xfrm>
            <a:off x="439659" y="1825624"/>
            <a:ext cx="10914139" cy="4003675"/>
          </a:xfrm>
          <a:prstGeom prst="rect">
            <a:avLst/>
          </a:prstGeom>
        </p:spPr>
        <p:txBody>
          <a:bodyPr vert="horz" lIns="72000" tIns="0" rIns="0" bIns="0" rtlCol="0">
            <a:noAutofit/>
          </a:bodyPr>
          <a:lstStyle/>
          <a:p>
            <a:pPr lvl="0"/>
            <a:r>
              <a:rPr lang="en-US" dirty="0"/>
              <a:t>This is your first level of text, click here to add text</a:t>
            </a:r>
          </a:p>
          <a:p>
            <a:pPr lvl="1"/>
            <a:r>
              <a:rPr lang="en-US" dirty="0"/>
              <a:t>This is the second level of text  </a:t>
            </a:r>
          </a:p>
          <a:p>
            <a:pPr lvl="2"/>
            <a:r>
              <a:rPr lang="en-US" dirty="0"/>
              <a:t>Third level of text</a:t>
            </a:r>
          </a:p>
          <a:p>
            <a:pPr lvl="3"/>
            <a:r>
              <a:rPr lang="en-US" dirty="0"/>
              <a:t>This is the fourth level of text</a:t>
            </a:r>
          </a:p>
          <a:p>
            <a:pPr lvl="4"/>
            <a:r>
              <a:rPr lang="en-US" dirty="0"/>
              <a:t>This is the fifth level of text</a:t>
            </a:r>
          </a:p>
        </p:txBody>
      </p:sp>
    </p:spTree>
    <p:extLst>
      <p:ext uri="{BB962C8B-B14F-4D97-AF65-F5344CB8AC3E}">
        <p14:creationId xmlns:p14="http://schemas.microsoft.com/office/powerpoint/2010/main" val="2694586854"/>
      </p:ext>
    </p:extLst>
  </p:cSld>
  <p:clrMap bg1="lt1" tx1="dk1" bg2="lt2" tx2="dk2" accent1="accent1" accent2="accent2" accent3="accent3" accent4="accent4" accent5="accent5" accent6="accent6" hlink="hlink" folHlink="folHlink"/>
  <p:sldLayoutIdLst>
    <p:sldLayoutId id="2147483687" r:id="rId1"/>
    <p:sldLayoutId id="2147483728" r:id="rId2"/>
    <p:sldLayoutId id="2147483689" r:id="rId3"/>
    <p:sldLayoutId id="2147483690" r:id="rId4"/>
    <p:sldLayoutId id="2147483693" r:id="rId5"/>
    <p:sldLayoutId id="2147483717" r:id="rId6"/>
    <p:sldLayoutId id="2147483718" r:id="rId7"/>
    <p:sldLayoutId id="2147483719" r:id="rId8"/>
    <p:sldLayoutId id="2147483733" r:id="rId9"/>
    <p:sldLayoutId id="2147483734" r:id="rId10"/>
    <p:sldLayoutId id="2147483694" r:id="rId11"/>
    <p:sldLayoutId id="2147483705" r:id="rId12"/>
    <p:sldLayoutId id="2147483738" r:id="rId13"/>
  </p:sldLayoutIdLst>
  <p:hf hdr="0" dt="0"/>
  <p:txStyles>
    <p:titleStyle>
      <a:lvl1pPr algn="l" defTabSz="914400" rtl="0" eaLnBrk="1" latinLnBrk="0" hangingPunct="1">
        <a:lnSpc>
          <a:spcPct val="90000"/>
        </a:lnSpc>
        <a:spcBef>
          <a:spcPct val="0"/>
        </a:spcBef>
        <a:buNone/>
        <a:defRPr sz="3600" b="1" i="0" kern="1200">
          <a:solidFill>
            <a:schemeClr val="bg1"/>
          </a:solidFill>
          <a:latin typeface="Arial" panose="020B0604020202020204" pitchFamily="34" charset="0"/>
          <a:ea typeface="+mj-ea"/>
          <a:cs typeface="+mj-cs"/>
        </a:defRPr>
      </a:lvl1pPr>
    </p:titleStyle>
    <p:bodyStyle>
      <a:lvl1pPr marL="0" indent="0" algn="l" defTabSz="72000" rtl="0" eaLnBrk="1" latinLnBrk="0" hangingPunct="1">
        <a:lnSpc>
          <a:spcPct val="120000"/>
        </a:lnSpc>
        <a:spcBef>
          <a:spcPts val="800"/>
        </a:spcBef>
        <a:spcAft>
          <a:spcPts val="800"/>
        </a:spcAft>
        <a:buFont typeface="Arial" panose="020B0604020202020204" pitchFamily="34" charset="0"/>
        <a:buNone/>
        <a:defRPr sz="1400" b="1" i="0" kern="1200">
          <a:solidFill>
            <a:schemeClr val="bg1"/>
          </a:solidFill>
          <a:latin typeface="Arial" panose="020B0604020202020204" pitchFamily="34" charset="0"/>
          <a:ea typeface="+mn-ea"/>
          <a:cs typeface="+mn-cs"/>
        </a:defRPr>
      </a:lvl1pPr>
      <a:lvl2pPr marL="285750" indent="-285750" algn="l" defTabSz="72000" rtl="0" eaLnBrk="1" latinLnBrk="0" hangingPunct="1">
        <a:lnSpc>
          <a:spcPct val="90000"/>
        </a:lnSpc>
        <a:spcBef>
          <a:spcPts val="500"/>
        </a:spcBef>
        <a:spcAft>
          <a:spcPts val="500"/>
        </a:spcAft>
        <a:buClr>
          <a:schemeClr val="tx2"/>
        </a:buClr>
        <a:buFont typeface="Wingdings" panose="05000000000000000000" pitchFamily="2" charset="2"/>
        <a:buChar char="§"/>
        <a:defRPr sz="1400" b="1" i="0" kern="1200">
          <a:solidFill>
            <a:schemeClr val="bg1">
              <a:lumMod val="95000"/>
            </a:schemeClr>
          </a:solidFill>
          <a:latin typeface="Arial" panose="020B0604020202020204" pitchFamily="34" charset="0"/>
          <a:ea typeface="+mn-ea"/>
          <a:cs typeface="+mn-cs"/>
        </a:defRPr>
      </a:lvl2pPr>
      <a:lvl3pPr marL="449263" indent="-228600" algn="l" defTabSz="72000" rtl="0" eaLnBrk="1" latinLnBrk="0" hangingPunct="1">
        <a:lnSpc>
          <a:spcPct val="90000"/>
        </a:lnSpc>
        <a:spcBef>
          <a:spcPts val="400"/>
        </a:spcBef>
        <a:buFont typeface="Wingdings" panose="05000000000000000000" pitchFamily="2" charset="2"/>
        <a:buChar char="§"/>
        <a:defRPr sz="1200" b="1" i="0" kern="1200">
          <a:solidFill>
            <a:schemeClr val="bg1"/>
          </a:solidFill>
          <a:latin typeface="Arial" panose="020B0604020202020204" pitchFamily="34" charset="0"/>
          <a:ea typeface="+mn-ea"/>
          <a:cs typeface="+mn-cs"/>
        </a:defRPr>
      </a:lvl3pPr>
      <a:lvl4pPr marL="625475" indent="-152400" algn="l" defTabSz="72000" rtl="0" eaLnBrk="1" latinLnBrk="0" hangingPunct="1">
        <a:lnSpc>
          <a:spcPct val="90000"/>
        </a:lnSpc>
        <a:spcBef>
          <a:spcPts val="500"/>
        </a:spcBef>
        <a:buFont typeface="Wingdings" panose="05000000000000000000" pitchFamily="2" charset="2"/>
        <a:buChar char="§"/>
        <a:defRPr sz="1000" b="1" i="0" kern="1200">
          <a:solidFill>
            <a:schemeClr val="bg1"/>
          </a:solidFill>
          <a:latin typeface="Arial" panose="020B0604020202020204" pitchFamily="34" charset="0"/>
          <a:ea typeface="+mn-ea"/>
          <a:cs typeface="+mn-cs"/>
        </a:defRPr>
      </a:lvl4pPr>
      <a:lvl5pPr marL="0" indent="0" algn="l" defTabSz="72000" rtl="0" eaLnBrk="1" latinLnBrk="0" hangingPunct="1">
        <a:lnSpc>
          <a:spcPct val="90000"/>
        </a:lnSpc>
        <a:spcBef>
          <a:spcPts val="800"/>
        </a:spcBef>
        <a:buFontTx/>
        <a:buNone/>
        <a:defRPr sz="1000" b="1" i="0" kern="1200">
          <a:solidFill>
            <a:schemeClr val="bg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279">
          <p15:clr>
            <a:srgbClr val="F26B43"/>
          </p15:clr>
        </p15:guide>
        <p15:guide id="4" pos="7423">
          <p15:clr>
            <a:srgbClr val="F26B43"/>
          </p15:clr>
        </p15:guide>
        <p15:guide id="5" orient="horz" pos="3952">
          <p15:clr>
            <a:srgbClr val="F26B43"/>
          </p15:clr>
        </p15:guide>
        <p15:guide id="6" pos="1912">
          <p15:clr>
            <a:srgbClr val="F26B43"/>
          </p15:clr>
        </p15:guide>
        <p15:guide id="7" pos="5768">
          <p15:clr>
            <a:srgbClr val="F26B43"/>
          </p15:clr>
        </p15:guide>
        <p15:guide id="8" orient="horz" pos="1434">
          <p15:clr>
            <a:srgbClr val="F26B43"/>
          </p15:clr>
        </p15:guide>
        <p15:guide id="9" orient="horz" pos="288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38.xml"/></Relationships>
</file>

<file path=ppt/slides/_rels/slide2.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xml"/><Relationship Id="rId1" Type="http://schemas.openxmlformats.org/officeDocument/2006/relationships/slideLayout" Target="../slideLayouts/slideLayout4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5.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xml"/><Relationship Id="rId1" Type="http://schemas.openxmlformats.org/officeDocument/2006/relationships/slideLayout" Target="../slideLayouts/slideLayout41.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48.xml"/><Relationship Id="rId5" Type="http://schemas.openxmlformats.org/officeDocument/2006/relationships/chart" Target="../charts/chart4.xml"/><Relationship Id="rId4" Type="http://schemas.openxmlformats.org/officeDocument/2006/relationships/chart" Target="../charts/chart3.xml"/></Relationships>
</file>

<file path=ppt/slides/_rels/slide7.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3.xml"/><Relationship Id="rId1" Type="http://schemas.openxmlformats.org/officeDocument/2006/relationships/slideLayout" Target="../slideLayouts/slideLayout41.xml"/></Relationships>
</file>

<file path=ppt/slides/_rels/slide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48.xml"/></Relationships>
</file>

<file path=ppt/slides/_rels/slide9.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4.xml"/><Relationship Id="rId1" Type="http://schemas.openxmlformats.org/officeDocument/2006/relationships/slideLayout" Target="../slideLayouts/slideLayout41.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48.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6.xml"/><Relationship Id="rId1" Type="http://schemas.openxmlformats.org/officeDocument/2006/relationships/slideLayout" Target="../slideLayouts/slideLayout4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1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48.xml"/></Relationships>
</file>

<file path=ppt/slides/_rels/slide1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48.xml"/></Relationships>
</file>

<file path=ppt/slides/_rels/slide1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48.xml"/></Relationships>
</file>

<file path=ppt/slides/_rels/slide1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4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19.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7.xml"/><Relationship Id="rId1" Type="http://schemas.openxmlformats.org/officeDocument/2006/relationships/slideLayout" Target="../slideLayouts/slideLayout41.xml"/></Relationships>
</file>

<file path=ppt/slides/_rels/slide2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4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22.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8.xml"/><Relationship Id="rId1" Type="http://schemas.openxmlformats.org/officeDocument/2006/relationships/slideLayout" Target="../slideLayouts/slideLayout4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24.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9.xml"/><Relationship Id="rId1" Type="http://schemas.openxmlformats.org/officeDocument/2006/relationships/slideLayout" Target="../slideLayouts/slideLayout48.xml"/></Relationships>
</file>

<file path=ppt/slides/_rels/slide25.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10.xml"/><Relationship Id="rId1" Type="http://schemas.openxmlformats.org/officeDocument/2006/relationships/slideLayout" Target="../slideLayouts/slideLayout48.xml"/></Relationships>
</file>

<file path=ppt/slides/_rels/slide26.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11.xml"/><Relationship Id="rId1" Type="http://schemas.openxmlformats.org/officeDocument/2006/relationships/slideLayout" Target="../slideLayouts/slideLayout48.xml"/></Relationships>
</file>

<file path=ppt/slides/_rels/slide27.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12.xml"/><Relationship Id="rId1" Type="http://schemas.openxmlformats.org/officeDocument/2006/relationships/slideLayout" Target="../slideLayouts/slideLayout48.xml"/></Relationships>
</file>

<file path=ppt/slides/_rels/slide28.xml.rels><?xml version="1.0" encoding="UTF-8" standalone="yes"?>
<Relationships xmlns="http://schemas.openxmlformats.org/package/2006/relationships"><Relationship Id="rId2" Type="http://schemas.openxmlformats.org/officeDocument/2006/relationships/image" Target="../media/image44.svg"/><Relationship Id="rId1" Type="http://schemas.openxmlformats.org/officeDocument/2006/relationships/slideLayout" Target="../slideLayouts/slideLayout48.xml"/></Relationships>
</file>

<file path=ppt/slides/_rels/slide29.xml.rels><?xml version="1.0" encoding="UTF-8" standalone="yes"?>
<Relationships xmlns="http://schemas.openxmlformats.org/package/2006/relationships"><Relationship Id="rId2" Type="http://schemas.openxmlformats.org/officeDocument/2006/relationships/hyperlink" Target="https://intranet.preprod.olisnet.com/OlisAuthenticate/login" TargetMode="External"/><Relationship Id="rId1" Type="http://schemas.openxmlformats.org/officeDocument/2006/relationships/slideLayout" Target="../slideLayouts/slideLayout48.xml"/></Relationships>
</file>

<file path=ppt/slides/_rels/slide30.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13.xml"/><Relationship Id="rId1" Type="http://schemas.openxmlformats.org/officeDocument/2006/relationships/slideLayout" Target="../slideLayouts/slideLayout48.xml"/></Relationships>
</file>

<file path=ppt/slides/_rels/slide31.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48.xml"/></Relationships>
</file>

<file path=ppt/slides/_rels/slide32.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image" Target="../media/image47.png"/><Relationship Id="rId1" Type="http://schemas.openxmlformats.org/officeDocument/2006/relationships/slideLayout" Target="../slideLayouts/slideLayout47.xml"/></Relationships>
</file>

<file path=ppt/slides/_rels/slide3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9.jpeg"/><Relationship Id="rId1" Type="http://schemas.openxmlformats.org/officeDocument/2006/relationships/slideLayout" Target="../slideLayouts/slideLayout3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AD013B-C31D-AF7E-7EA1-6319B68A0D5D}"/>
            </a:ext>
          </a:extLst>
        </p:cNvPr>
        <p:cNvGrpSpPr/>
        <p:nvPr/>
      </p:nvGrpSpPr>
      <p:grpSpPr>
        <a:xfrm>
          <a:off x="0" y="0"/>
          <a:ext cx="0" cy="0"/>
          <a:chOff x="0" y="0"/>
          <a:chExt cx="0" cy="0"/>
        </a:xfrm>
      </p:grpSpPr>
      <p:sp>
        <p:nvSpPr>
          <p:cNvPr id="11" name="Espace réservé du texte 10">
            <a:extLst>
              <a:ext uri="{FF2B5EF4-FFF2-40B4-BE49-F238E27FC236}">
                <a16:creationId xmlns:a16="http://schemas.microsoft.com/office/drawing/2014/main" id="{574BF25B-37C4-6C6A-B6F1-8291E8527546}"/>
              </a:ext>
            </a:extLst>
          </p:cNvPr>
          <p:cNvSpPr>
            <a:spLocks noGrp="1"/>
          </p:cNvSpPr>
          <p:nvPr>
            <p:ph type="body" sz="quarter" idx="12"/>
          </p:nvPr>
        </p:nvSpPr>
        <p:spPr>
          <a:xfrm>
            <a:off x="870267" y="4743451"/>
            <a:ext cx="3949383" cy="657268"/>
          </a:xfrm>
        </p:spPr>
        <p:txBody>
          <a:bodyPr/>
          <a:lstStyle/>
          <a:p>
            <a:r>
              <a:rPr lang="en-GB" noProof="0" dirty="0"/>
              <a:t>OCTOBER 2026</a:t>
            </a:r>
          </a:p>
        </p:txBody>
      </p:sp>
      <p:sp>
        <p:nvSpPr>
          <p:cNvPr id="3" name="Espace réservé du numéro de diapositive 2">
            <a:extLst>
              <a:ext uri="{FF2B5EF4-FFF2-40B4-BE49-F238E27FC236}">
                <a16:creationId xmlns:a16="http://schemas.microsoft.com/office/drawing/2014/main" id="{F98E55FF-1565-707D-D13C-9B109CADF358}"/>
              </a:ext>
            </a:extLst>
          </p:cNvPr>
          <p:cNvSpPr>
            <a:spLocks noGrp="1"/>
          </p:cNvSpPr>
          <p:nvPr>
            <p:ph type="sldNum" sz="quarter" idx="4294967295"/>
          </p:nvPr>
        </p:nvSpPr>
        <p:spPr>
          <a:xfrm>
            <a:off x="9448800" y="6384925"/>
            <a:ext cx="2743200" cy="365125"/>
          </a:xfrm>
        </p:spPr>
        <p:txBody>
          <a:bodyPr/>
          <a:lstStyle/>
          <a:p>
            <a:fld id="{29BED1D5-2372-4BA3-AEA9-1F7A0F9A5921}" type="slidenum">
              <a:rPr lang="en-GB" noProof="0" smtClean="0"/>
              <a:pPr/>
              <a:t>1</a:t>
            </a:fld>
            <a:endParaRPr lang="en-GB" sz="900" kern="1200" noProof="0" dirty="0">
              <a:solidFill>
                <a:schemeClr val="accent1">
                  <a:lumMod val="75000"/>
                </a:schemeClr>
              </a:solidFill>
              <a:ea typeface="+mn-ea"/>
              <a:cs typeface="+mn-cs"/>
            </a:endParaRPr>
          </a:p>
        </p:txBody>
      </p:sp>
      <p:sp>
        <p:nvSpPr>
          <p:cNvPr id="4" name="Rectangle 3">
            <a:extLst>
              <a:ext uri="{FF2B5EF4-FFF2-40B4-BE49-F238E27FC236}">
                <a16:creationId xmlns:a16="http://schemas.microsoft.com/office/drawing/2014/main" id="{E4138207-39A1-967E-F472-59766BB0EFCF}"/>
              </a:ext>
            </a:extLst>
          </p:cNvPr>
          <p:cNvSpPr/>
          <p:nvPr/>
        </p:nvSpPr>
        <p:spPr>
          <a:xfrm>
            <a:off x="953182" y="5274673"/>
            <a:ext cx="20955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b="1" noProof="0" dirty="0">
              <a:latin typeface="Arial" panose="020B0604020202020204" pitchFamily="34" charset="0"/>
            </a:endParaRPr>
          </a:p>
        </p:txBody>
      </p:sp>
      <p:sp>
        <p:nvSpPr>
          <p:cNvPr id="5" name="Titre 1">
            <a:extLst>
              <a:ext uri="{FF2B5EF4-FFF2-40B4-BE49-F238E27FC236}">
                <a16:creationId xmlns:a16="http://schemas.microsoft.com/office/drawing/2014/main" id="{1F1A8A7F-E6D6-EC49-7228-7EB9BA48BA33}"/>
              </a:ext>
            </a:extLst>
          </p:cNvPr>
          <p:cNvSpPr txBox="1">
            <a:spLocks/>
          </p:cNvSpPr>
          <p:nvPr/>
        </p:nvSpPr>
        <p:spPr>
          <a:xfrm>
            <a:off x="807572" y="2562956"/>
            <a:ext cx="5715000" cy="1329595"/>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4800" kern="1200" cap="all" spc="200" baseline="0">
                <a:solidFill>
                  <a:schemeClr val="accent1"/>
                </a:solidFill>
                <a:latin typeface="+mj-lt"/>
                <a:ea typeface="+mj-ea"/>
                <a:cs typeface="+mj-cs"/>
              </a:defRPr>
            </a:lvl1pPr>
          </a:lstStyle>
          <a:p>
            <a:r>
              <a:rPr lang="fr-FR" b="1" i="0" dirty="0">
                <a:solidFill>
                  <a:schemeClr val="bg1"/>
                </a:solidFill>
                <a:latin typeface="Arial" panose="020B0604020202020204" pitchFamily="34" charset="0"/>
              </a:rPr>
              <a:t>IT MALAYSIA TOWNHALL</a:t>
            </a:r>
          </a:p>
        </p:txBody>
      </p:sp>
      <p:pic>
        <p:nvPicPr>
          <p:cNvPr id="9" name="Espace réservé pour une image  8">
            <a:extLst>
              <a:ext uri="{FF2B5EF4-FFF2-40B4-BE49-F238E27FC236}">
                <a16:creationId xmlns:a16="http://schemas.microsoft.com/office/drawing/2014/main" id="{B338A4D9-1077-25D2-5699-20E347B63CCE}"/>
              </a:ext>
            </a:extLst>
          </p:cNvPr>
          <p:cNvPicPr>
            <a:picLocks noGrp="1" noChangeAspect="1"/>
          </p:cNvPicPr>
          <p:nvPr>
            <p:ph type="pic" sz="quarter" idx="15"/>
          </p:nvPr>
        </p:nvPicPr>
        <p:blipFill>
          <a:blip r:embed="rId2" cstate="print">
            <a:extLst>
              <a:ext uri="{28A0092B-C50C-407E-A947-70E740481C1C}">
                <a14:useLocalDpi xmlns:a14="http://schemas.microsoft.com/office/drawing/2010/main"/>
              </a:ext>
            </a:extLst>
          </a:blip>
          <a:srcRect/>
          <a:stretch>
            <a:fillRect/>
          </a:stretch>
        </p:blipFill>
        <p:spPr>
          <a:custGeom>
            <a:avLst/>
            <a:gdLst>
              <a:gd name="csX0" fmla="*/ 0 w 4514850"/>
              <a:gd name="csY0" fmla="*/ 0 h 5702300"/>
              <a:gd name="csX1" fmla="*/ 4514850 w 4514850"/>
              <a:gd name="csY1" fmla="*/ 0 h 5702300"/>
              <a:gd name="csX2" fmla="*/ 4514850 w 4514850"/>
              <a:gd name="csY2" fmla="*/ 5425301 h 5702300"/>
              <a:gd name="csX3" fmla="*/ 1076197 w 4514850"/>
              <a:gd name="csY3" fmla="*/ 5425301 h 5702300"/>
              <a:gd name="csX4" fmla="*/ 1076197 w 4514850"/>
              <a:gd name="csY4" fmla="*/ 5702300 h 5702300"/>
              <a:gd name="csX5" fmla="*/ 4514850 w 4514850"/>
              <a:gd name="csY5" fmla="*/ 5702300 h 5702300"/>
              <a:gd name="csX6" fmla="*/ 4514850 w 4514850"/>
              <a:gd name="csY6" fmla="*/ 5702300 h 5702300"/>
              <a:gd name="csX7" fmla="*/ 0 w 4514850"/>
              <a:gd name="csY7" fmla="*/ 5702300 h 57023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4514850" h="5702300">
                <a:moveTo>
                  <a:pt x="0" y="0"/>
                </a:moveTo>
                <a:lnTo>
                  <a:pt x="4514850" y="0"/>
                </a:lnTo>
                <a:lnTo>
                  <a:pt x="4514850" y="5425301"/>
                </a:lnTo>
                <a:lnTo>
                  <a:pt x="1076197" y="5425301"/>
                </a:lnTo>
                <a:lnTo>
                  <a:pt x="1076197" y="5702300"/>
                </a:lnTo>
                <a:lnTo>
                  <a:pt x="4514850" y="5702300"/>
                </a:lnTo>
                <a:lnTo>
                  <a:pt x="4514850" y="5702300"/>
                </a:lnTo>
                <a:lnTo>
                  <a:pt x="0" y="5702300"/>
                </a:lnTo>
                <a:close/>
              </a:path>
            </a:pathLst>
          </a:custGeom>
          <a:solidFill>
            <a:prstClr val="white">
              <a:lumMod val="95000"/>
            </a:prstClr>
          </a:solidFill>
        </p:spPr>
      </p:pic>
    </p:spTree>
    <p:extLst>
      <p:ext uri="{BB962C8B-B14F-4D97-AF65-F5344CB8AC3E}">
        <p14:creationId xmlns:p14="http://schemas.microsoft.com/office/powerpoint/2010/main" val="40639678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574C7D-948A-A2BC-310A-B792F9648B33}"/>
            </a:ext>
          </a:extLst>
        </p:cNvPr>
        <p:cNvGrpSpPr/>
        <p:nvPr/>
      </p:nvGrpSpPr>
      <p:grpSpPr>
        <a:xfrm>
          <a:off x="0" y="0"/>
          <a:ext cx="0" cy="0"/>
          <a:chOff x="0" y="0"/>
          <a:chExt cx="0" cy="0"/>
        </a:xfrm>
      </p:grpSpPr>
      <p:pic>
        <p:nvPicPr>
          <p:cNvPr id="15" name="Espace réservé du contenu 14">
            <a:extLst>
              <a:ext uri="{FF2B5EF4-FFF2-40B4-BE49-F238E27FC236}">
                <a16:creationId xmlns:a16="http://schemas.microsoft.com/office/drawing/2014/main" id="{DE0CAC37-49F0-4D2F-A61B-928FF2EDE227}"/>
              </a:ext>
            </a:extLst>
          </p:cNvPr>
          <p:cNvPicPr>
            <a:picLocks noGrp="1" noChangeAspect="1"/>
          </p:cNvPicPr>
          <p:nvPr>
            <p:ph sz="quarter" idx="13"/>
          </p:nvPr>
        </p:nvPicPr>
        <p:blipFill>
          <a:blip r:embed="rId2" cstate="print">
            <a:extLst>
              <a:ext uri="{28A0092B-C50C-407E-A947-70E740481C1C}">
                <a14:useLocalDpi xmlns:a14="http://schemas.microsoft.com/office/drawing/2010/main"/>
              </a:ext>
            </a:extLst>
          </a:blip>
          <a:srcRect t="-206"/>
          <a:stretch>
            <a:fillRect/>
          </a:stretch>
        </p:blipFill>
        <p:spPr>
          <a:xfrm>
            <a:off x="-12700" y="0"/>
            <a:ext cx="6096000" cy="6858000"/>
          </a:xfrm>
          <a:prstGeom prst="rect">
            <a:avLst/>
          </a:prstGeom>
          <a:solidFill>
            <a:srgbClr val="F7F8FA">
              <a:lumMod val="90000"/>
            </a:srgbClr>
          </a:solidFill>
        </p:spPr>
      </p:pic>
      <p:sp>
        <p:nvSpPr>
          <p:cNvPr id="2" name="Espace réservé du numéro de diapositive 1">
            <a:extLst>
              <a:ext uri="{FF2B5EF4-FFF2-40B4-BE49-F238E27FC236}">
                <a16:creationId xmlns:a16="http://schemas.microsoft.com/office/drawing/2014/main" id="{1A721A76-BDFB-4A64-E34D-328256E55A62}"/>
              </a:ext>
            </a:extLst>
          </p:cNvPr>
          <p:cNvSpPr>
            <a:spLocks noGrp="1"/>
          </p:cNvSpPr>
          <p:nvPr>
            <p:ph type="sldNum" sz="quarter" idx="11"/>
          </p:nvPr>
        </p:nvSpPr>
        <p:spPr>
          <a:xfrm>
            <a:off x="9354672" y="6384486"/>
            <a:ext cx="2743200" cy="365125"/>
          </a:xfrm>
        </p:spPr>
        <p:txBody>
          <a:bodyPr/>
          <a:lstStyle/>
          <a:p>
            <a:fld id="{29BED1D5-2372-4BA3-AEA9-1F7A0F9A5921}" type="slidenum">
              <a:rPr lang="en-GB" noProof="0" smtClean="0"/>
              <a:pPr/>
              <a:t>2</a:t>
            </a:fld>
            <a:endParaRPr lang="en-GB" noProof="0" dirty="0"/>
          </a:p>
        </p:txBody>
      </p:sp>
      <p:graphicFrame>
        <p:nvGraphicFramePr>
          <p:cNvPr id="8" name="Tableau 7">
            <a:extLst>
              <a:ext uri="{FF2B5EF4-FFF2-40B4-BE49-F238E27FC236}">
                <a16:creationId xmlns:a16="http://schemas.microsoft.com/office/drawing/2014/main" id="{CAFD0AD9-A921-08E7-E120-92FDE61A358D}"/>
              </a:ext>
            </a:extLst>
          </p:cNvPr>
          <p:cNvGraphicFramePr>
            <a:graphicFrameLocks noGrp="1"/>
          </p:cNvGraphicFramePr>
          <p:nvPr>
            <p:extLst>
              <p:ext uri="{D42A27DB-BD31-4B8C-83A1-F6EECF244321}">
                <p14:modId xmlns:p14="http://schemas.microsoft.com/office/powerpoint/2010/main" val="3465101937"/>
              </p:ext>
            </p:extLst>
          </p:nvPr>
        </p:nvGraphicFramePr>
        <p:xfrm>
          <a:off x="6555285" y="141308"/>
          <a:ext cx="5202830" cy="6612830"/>
        </p:xfrm>
        <a:graphic>
          <a:graphicData uri="http://schemas.openxmlformats.org/drawingml/2006/table">
            <a:tbl>
              <a:tblPr firstRow="1" bandRow="1">
                <a:tableStyleId>{5C22544A-7EE6-4342-B048-85BDC9FD1C3A}</a:tableStyleId>
              </a:tblPr>
              <a:tblGrid>
                <a:gridCol w="1172167">
                  <a:extLst>
                    <a:ext uri="{9D8B030D-6E8A-4147-A177-3AD203B41FA5}">
                      <a16:colId xmlns:a16="http://schemas.microsoft.com/office/drawing/2014/main" val="3356992363"/>
                    </a:ext>
                  </a:extLst>
                </a:gridCol>
                <a:gridCol w="4030663">
                  <a:extLst>
                    <a:ext uri="{9D8B030D-6E8A-4147-A177-3AD203B41FA5}">
                      <a16:colId xmlns:a16="http://schemas.microsoft.com/office/drawing/2014/main" val="772459192"/>
                    </a:ext>
                  </a:extLst>
                </a:gridCol>
              </a:tblGrid>
              <a:tr h="731600">
                <a:tc>
                  <a:txBody>
                    <a:bodyPr/>
                    <a:lstStyle/>
                    <a:p>
                      <a:r>
                        <a:rPr lang="en-GB" b="1" i="0" noProof="0" dirty="0">
                          <a:solidFill>
                            <a:srgbClr val="006A4E"/>
                          </a:solidFill>
                          <a:latin typeface="Arial" panose="020B0604020202020204" pitchFamily="34" charset="0"/>
                        </a:rPr>
                        <a:t>01</a:t>
                      </a:r>
                    </a:p>
                  </a:txBody>
                  <a:tcPr marL="180000" marR="180000" marT="180000" marB="180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sz="1400" b="1" i="0" kern="1200" spc="200" noProof="0" dirty="0">
                          <a:solidFill>
                            <a:srgbClr val="006A4E"/>
                          </a:solidFill>
                          <a:latin typeface="Arial" panose="020B0604020202020204" pitchFamily="34" charset="0"/>
                          <a:ea typeface="+mn-ea"/>
                          <a:cs typeface="+mn-cs"/>
                        </a:rPr>
                        <a:t>IT Malaysia Updates</a:t>
                      </a:r>
                    </a:p>
                    <a:p>
                      <a:r>
                        <a:rPr lang="en-GB" sz="1050" b="0" i="0" noProof="0" dirty="0">
                          <a:solidFill>
                            <a:srgbClr val="006A4E"/>
                          </a:solidFill>
                          <a:latin typeface="Arial" panose="020B0604020202020204" pitchFamily="34" charset="0"/>
                        </a:rPr>
                        <a:t>Riadh Gasmi</a:t>
                      </a:r>
                    </a:p>
                  </a:txBody>
                  <a:tcPr marL="180000" marR="180000" marT="180000" marB="180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78767400"/>
                  </a:ext>
                </a:extLst>
              </a:tr>
              <a:tr h="726378">
                <a:tc>
                  <a:txBody>
                    <a:bodyPr/>
                    <a:lstStyle/>
                    <a:p>
                      <a:r>
                        <a:rPr lang="en-GB" b="1" i="0" noProof="0" dirty="0">
                          <a:solidFill>
                            <a:srgbClr val="006A4E"/>
                          </a:solidFill>
                          <a:latin typeface="Arial" panose="020B0604020202020204" pitchFamily="34" charset="0"/>
                        </a:rPr>
                        <a:t>02</a:t>
                      </a:r>
                    </a:p>
                  </a:txBody>
                  <a:tcPr marL="180000" marR="180000" marT="180000" marB="180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sz="1400" b="1" i="0" kern="1200" spc="200" noProof="0" dirty="0">
                          <a:solidFill>
                            <a:srgbClr val="006A4E"/>
                          </a:solidFill>
                          <a:latin typeface="Arial" panose="020B0604020202020204" pitchFamily="34" charset="0"/>
                          <a:ea typeface="+mn-ea"/>
                          <a:cs typeface="+mn-cs"/>
                        </a:rPr>
                        <a:t>Production Support KPI</a:t>
                      </a:r>
                    </a:p>
                    <a:p>
                      <a:r>
                        <a:rPr lang="en-GB" sz="1000" b="0" i="0" noProof="0" dirty="0">
                          <a:solidFill>
                            <a:srgbClr val="006A4E"/>
                          </a:solidFill>
                          <a:latin typeface="Arial" panose="020B0604020202020204" pitchFamily="34" charset="0"/>
                        </a:rPr>
                        <a:t>Kunalan Sudhagaran</a:t>
                      </a:r>
                    </a:p>
                  </a:txBody>
                  <a:tcPr marL="180000" marR="180000" marT="180000" marB="180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3324060"/>
                  </a:ext>
                </a:extLst>
              </a:tr>
              <a:tr h="726378">
                <a:tc>
                  <a:txBody>
                    <a:bodyPr/>
                    <a:lstStyle/>
                    <a:p>
                      <a:r>
                        <a:rPr lang="en-GB" b="1" i="0" noProof="0" dirty="0">
                          <a:solidFill>
                            <a:srgbClr val="006A4E"/>
                          </a:solidFill>
                          <a:latin typeface="Arial" panose="020B0604020202020204" pitchFamily="34" charset="0"/>
                        </a:rPr>
                        <a:t>03</a:t>
                      </a:r>
                    </a:p>
                  </a:txBody>
                  <a:tcPr marL="180000" marR="180000" marT="180000" marB="180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914400" rtl="0" eaLnBrk="1" latinLnBrk="0" hangingPunct="1"/>
                      <a:r>
                        <a:rPr lang="en-GB" sz="1400" b="1" i="0" kern="1200" spc="200" noProof="0" dirty="0">
                          <a:solidFill>
                            <a:srgbClr val="006A4E"/>
                          </a:solidFill>
                          <a:latin typeface="Arial" panose="020B0604020202020204" pitchFamily="34" charset="0"/>
                          <a:ea typeface="+mn-ea"/>
                          <a:cs typeface="+mn-cs"/>
                        </a:rPr>
                        <a:t>AI for Production Support Intelligence (APSI) </a:t>
                      </a:r>
                    </a:p>
                    <a:p>
                      <a:pPr marL="0" algn="l" defTabSz="914400" rtl="0" eaLnBrk="1" latinLnBrk="0" hangingPunct="1"/>
                      <a:r>
                        <a:rPr lang="en-GB" sz="1050" b="0" i="0" kern="1200" noProof="0" dirty="0">
                          <a:solidFill>
                            <a:srgbClr val="006A4E"/>
                          </a:solidFill>
                          <a:latin typeface="Arial" panose="020B0604020202020204" pitchFamily="34" charset="0"/>
                          <a:ea typeface="+mn-ea"/>
                          <a:cs typeface="+mn-cs"/>
                        </a:rPr>
                        <a:t>Fakhri Yahaya</a:t>
                      </a:r>
                    </a:p>
                  </a:txBody>
                  <a:tcPr marL="180000" marR="180000" marT="180000" marB="180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5645410"/>
                  </a:ext>
                </a:extLst>
              </a:tr>
              <a:tr h="906434">
                <a:tc>
                  <a:txBody>
                    <a:bodyPr/>
                    <a:lstStyle/>
                    <a:p>
                      <a:r>
                        <a:rPr lang="en-GB" b="1" i="0" noProof="0" dirty="0">
                          <a:solidFill>
                            <a:srgbClr val="006A4E"/>
                          </a:solidFill>
                          <a:latin typeface="Arial" panose="020B0604020202020204" pitchFamily="34" charset="0"/>
                        </a:rPr>
                        <a:t>04</a:t>
                      </a:r>
                    </a:p>
                  </a:txBody>
                  <a:tcPr marL="180000" marR="180000" marT="180000" marB="180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914400" rtl="0" eaLnBrk="1" latinLnBrk="0" hangingPunct="1"/>
                      <a:r>
                        <a:rPr lang="en-GB" sz="1400" b="1" i="0" kern="1200" spc="200" noProof="0" dirty="0">
                          <a:solidFill>
                            <a:srgbClr val="006A4E"/>
                          </a:solidFill>
                          <a:latin typeface="Arial" panose="020B0604020202020204" pitchFamily="34" charset="0"/>
                          <a:ea typeface="+mn-ea"/>
                          <a:cs typeface="+mn-cs"/>
                        </a:rPr>
                        <a:t>New Joiners Introduction</a:t>
                      </a:r>
                    </a:p>
                  </a:txBody>
                  <a:tcPr marL="180000" marR="180000" marT="180000" marB="180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41024603"/>
                  </a:ext>
                </a:extLst>
              </a:tr>
              <a:tr h="726378">
                <a:tc>
                  <a:txBody>
                    <a:bodyPr/>
                    <a:lstStyle/>
                    <a:p>
                      <a:r>
                        <a:rPr lang="en-GB" b="1" i="0" noProof="0" dirty="0">
                          <a:solidFill>
                            <a:srgbClr val="006A4E"/>
                          </a:solidFill>
                          <a:latin typeface="Arial" panose="020B0604020202020204" pitchFamily="34" charset="0"/>
                        </a:rPr>
                        <a:t>05</a:t>
                      </a:r>
                    </a:p>
                  </a:txBody>
                  <a:tcPr marL="180000" marR="180000" marT="180000" marB="180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914400" rtl="0" eaLnBrk="1" latinLnBrk="0" hangingPunct="1"/>
                      <a:r>
                        <a:rPr lang="en-US" sz="1400" b="1" i="0" kern="1200" spc="200" noProof="0" dirty="0">
                          <a:solidFill>
                            <a:srgbClr val="006A4E"/>
                          </a:solidFill>
                          <a:latin typeface="Arial" panose="020B0604020202020204" pitchFamily="34" charset="0"/>
                          <a:ea typeface="+mn-ea"/>
                          <a:cs typeface="+mn-cs"/>
                        </a:rPr>
                        <a:t>CACEIS API GATEWAY - Tech Ecosystems Solutions</a:t>
                      </a:r>
                      <a:endParaRPr lang="en-GB" sz="1400" b="1" i="0" kern="1200" spc="200" noProof="0" dirty="0">
                        <a:solidFill>
                          <a:srgbClr val="006A4E"/>
                        </a:solidFill>
                        <a:latin typeface="Arial" panose="020B0604020202020204" pitchFamily="34" charset="0"/>
                        <a:ea typeface="+mn-ea"/>
                        <a:cs typeface="+mn-cs"/>
                      </a:endParaRPr>
                    </a:p>
                    <a:p>
                      <a:pPr marL="0" algn="l" defTabSz="914400" rtl="0" eaLnBrk="1" latinLnBrk="0" hangingPunct="1"/>
                      <a:r>
                        <a:rPr lang="en-GB" sz="1050" b="0" i="0" kern="1200" noProof="0" dirty="0">
                          <a:solidFill>
                            <a:srgbClr val="006A4E"/>
                          </a:solidFill>
                          <a:latin typeface="Arial" panose="020B0604020202020204" pitchFamily="34" charset="0"/>
                          <a:ea typeface="+mn-ea"/>
                          <a:cs typeface="+mn-cs"/>
                        </a:rPr>
                        <a:t>Samantha Dharmarathna</a:t>
                      </a:r>
                    </a:p>
                  </a:txBody>
                  <a:tcPr marL="180000" marR="180000" marT="180000" marB="180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42753962"/>
                  </a:ext>
                </a:extLst>
              </a:tr>
              <a:tr h="726378">
                <a:tc>
                  <a:txBody>
                    <a:bodyPr/>
                    <a:lstStyle/>
                    <a:p>
                      <a:r>
                        <a:rPr lang="en-GB" b="1" i="0" noProof="0" dirty="0">
                          <a:solidFill>
                            <a:srgbClr val="006A4E"/>
                          </a:solidFill>
                          <a:latin typeface="Arial" panose="020B0604020202020204" pitchFamily="34" charset="0"/>
                        </a:rPr>
                        <a:t>06</a:t>
                      </a:r>
                    </a:p>
                  </a:txBody>
                  <a:tcPr marL="180000" marR="180000" marT="180000" marB="180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914400" rtl="0" eaLnBrk="1" latinLnBrk="0" hangingPunct="1"/>
                      <a:r>
                        <a:rPr lang="en-GB" sz="1400" b="1" i="0" kern="1200" spc="200" noProof="0" dirty="0">
                          <a:solidFill>
                            <a:srgbClr val="006A4E"/>
                          </a:solidFill>
                          <a:latin typeface="Arial" panose="020B0604020202020204" pitchFamily="34" charset="0"/>
                          <a:ea typeface="+mn-ea"/>
                          <a:cs typeface="+mn-cs"/>
                        </a:rPr>
                        <a:t>Atlassian Administration</a:t>
                      </a:r>
                    </a:p>
                    <a:p>
                      <a:pPr marL="0" algn="l" defTabSz="914400" rtl="0" eaLnBrk="1" latinLnBrk="0" hangingPunct="1"/>
                      <a:r>
                        <a:rPr lang="en-GB" sz="1050" b="0" i="0" kern="1200" noProof="0" dirty="0">
                          <a:solidFill>
                            <a:srgbClr val="006A4E"/>
                          </a:solidFill>
                          <a:latin typeface="Arial" panose="020B0604020202020204" pitchFamily="34" charset="0"/>
                          <a:ea typeface="+mn-ea"/>
                          <a:cs typeface="+mn-cs"/>
                        </a:rPr>
                        <a:t>Mervyn Toh</a:t>
                      </a:r>
                    </a:p>
                  </a:txBody>
                  <a:tcPr marL="180000" marR="180000" marT="180000" marB="180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9084318"/>
                  </a:ext>
                </a:extLst>
              </a:tr>
              <a:tr h="726378">
                <a:tc>
                  <a:txBody>
                    <a:bodyPr/>
                    <a:lstStyle/>
                    <a:p>
                      <a:r>
                        <a:rPr lang="en-GB" b="1" i="0" noProof="0" dirty="0">
                          <a:solidFill>
                            <a:srgbClr val="006A4E"/>
                          </a:solidFill>
                          <a:latin typeface="Arial" panose="020B0604020202020204" pitchFamily="34" charset="0"/>
                        </a:rPr>
                        <a:t>07</a:t>
                      </a:r>
                    </a:p>
                  </a:txBody>
                  <a:tcPr marL="180000" marR="180000" marT="180000" marB="180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914400" rtl="0" eaLnBrk="1" latinLnBrk="0" hangingPunct="1"/>
                      <a:r>
                        <a:rPr lang="en-GB" sz="1400" b="1" i="0" kern="1200" spc="200" noProof="0" dirty="0">
                          <a:solidFill>
                            <a:srgbClr val="006A4E"/>
                          </a:solidFill>
                          <a:latin typeface="Arial" panose="020B0604020202020204" pitchFamily="34" charset="0"/>
                          <a:ea typeface="+mn-ea"/>
                          <a:cs typeface="+mn-cs"/>
                        </a:rPr>
                        <a:t>FDS Pulse (Nova)</a:t>
                      </a:r>
                    </a:p>
                    <a:p>
                      <a:pPr marL="0" algn="l" defTabSz="914400" rtl="0" eaLnBrk="1" latinLnBrk="0" hangingPunct="1"/>
                      <a:r>
                        <a:rPr lang="en-GB" sz="1050" b="0" i="0" kern="1200" noProof="0" dirty="0">
                          <a:solidFill>
                            <a:srgbClr val="006A4E"/>
                          </a:solidFill>
                          <a:latin typeface="Arial" panose="020B0604020202020204" pitchFamily="34" charset="0"/>
                          <a:ea typeface="+mn-ea"/>
                          <a:cs typeface="+mn-cs"/>
                        </a:rPr>
                        <a:t>Muhammad Nabil, Nadir Chowdhury, Azli Che Ni,            Bayes Shoharto</a:t>
                      </a:r>
                    </a:p>
                  </a:txBody>
                  <a:tcPr marL="180000" marR="180000" marT="180000" marB="180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07292543"/>
                  </a:ext>
                </a:extLst>
              </a:tr>
              <a:tr h="726378">
                <a:tc>
                  <a:txBody>
                    <a:bodyPr/>
                    <a:lstStyle/>
                    <a:p>
                      <a:r>
                        <a:rPr lang="en-GB" b="1" i="0" noProof="0" dirty="0">
                          <a:solidFill>
                            <a:srgbClr val="006A4E"/>
                          </a:solidFill>
                          <a:latin typeface="Arial" panose="020B0604020202020204" pitchFamily="34" charset="0"/>
                        </a:rPr>
                        <a:t>08</a:t>
                      </a:r>
                    </a:p>
                  </a:txBody>
                  <a:tcPr marL="180000" marR="180000" marT="180000" marB="180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914400" rtl="0" eaLnBrk="1" latinLnBrk="0" hangingPunct="1"/>
                      <a:r>
                        <a:rPr lang="en-GB" sz="1400" b="1" i="0" kern="1200" spc="200" noProof="0" dirty="0">
                          <a:solidFill>
                            <a:srgbClr val="006A4E"/>
                          </a:solidFill>
                          <a:latin typeface="Arial" panose="020B0604020202020204" pitchFamily="34" charset="0"/>
                          <a:ea typeface="+mn-ea"/>
                          <a:cs typeface="+mn-cs"/>
                        </a:rPr>
                        <a:t>Q&amp;A</a:t>
                      </a:r>
                    </a:p>
                  </a:txBody>
                  <a:tcPr marL="180000" marR="180000" marT="180000" marB="180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30755116"/>
                  </a:ext>
                </a:extLst>
              </a:tr>
            </a:tbl>
          </a:graphicData>
        </a:graphic>
      </p:graphicFrame>
      <p:sp>
        <p:nvSpPr>
          <p:cNvPr id="9" name="Titre 8">
            <a:extLst>
              <a:ext uri="{FF2B5EF4-FFF2-40B4-BE49-F238E27FC236}">
                <a16:creationId xmlns:a16="http://schemas.microsoft.com/office/drawing/2014/main" id="{012ADD78-5884-7C95-D0C8-D5101D924340}"/>
              </a:ext>
            </a:extLst>
          </p:cNvPr>
          <p:cNvSpPr>
            <a:spLocks noGrp="1"/>
          </p:cNvSpPr>
          <p:nvPr>
            <p:ph type="title"/>
          </p:nvPr>
        </p:nvSpPr>
        <p:spPr/>
        <p:txBody>
          <a:bodyPr/>
          <a:lstStyle/>
          <a:p>
            <a:r>
              <a:rPr lang="fr-FR" dirty="0"/>
              <a:t>agenda</a:t>
            </a:r>
          </a:p>
        </p:txBody>
      </p:sp>
    </p:spTree>
    <p:extLst>
      <p:ext uri="{BB962C8B-B14F-4D97-AF65-F5344CB8AC3E}">
        <p14:creationId xmlns:p14="http://schemas.microsoft.com/office/powerpoint/2010/main" val="22771491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2192F3-4111-030A-10FF-DC8BE8E8ED83}"/>
            </a:ext>
          </a:extLst>
        </p:cNvPr>
        <p:cNvGrpSpPr/>
        <p:nvPr/>
      </p:nvGrpSpPr>
      <p:grpSpPr>
        <a:xfrm>
          <a:off x="0" y="0"/>
          <a:ext cx="0" cy="0"/>
          <a:chOff x="0" y="0"/>
          <a:chExt cx="0" cy="0"/>
        </a:xfrm>
      </p:grpSpPr>
      <p:sp>
        <p:nvSpPr>
          <p:cNvPr id="9" name="Espace réservé du texte 8">
            <a:extLst>
              <a:ext uri="{FF2B5EF4-FFF2-40B4-BE49-F238E27FC236}">
                <a16:creationId xmlns:a16="http://schemas.microsoft.com/office/drawing/2014/main" id="{295D6718-F5FA-A6EA-3705-644FEC565B6B}"/>
              </a:ext>
            </a:extLst>
          </p:cNvPr>
          <p:cNvSpPr>
            <a:spLocks noGrp="1"/>
          </p:cNvSpPr>
          <p:nvPr>
            <p:ph type="body" sz="quarter" idx="13"/>
          </p:nvPr>
        </p:nvSpPr>
        <p:spPr>
          <a:xfrm>
            <a:off x="854075" y="1429807"/>
            <a:ext cx="515977" cy="309327"/>
          </a:xfrm>
        </p:spPr>
        <p:txBody>
          <a:bodyPr/>
          <a:lstStyle/>
          <a:p>
            <a:r>
              <a:rPr lang="en-GB" noProof="0" dirty="0"/>
              <a:t>01</a:t>
            </a:r>
          </a:p>
        </p:txBody>
      </p:sp>
      <p:sp>
        <p:nvSpPr>
          <p:cNvPr id="3" name="Espace réservé du numéro de diapositive 2">
            <a:extLst>
              <a:ext uri="{FF2B5EF4-FFF2-40B4-BE49-F238E27FC236}">
                <a16:creationId xmlns:a16="http://schemas.microsoft.com/office/drawing/2014/main" id="{9CE9E743-A805-5DDE-AF6B-9F04EC7BCACB}"/>
              </a:ext>
            </a:extLst>
          </p:cNvPr>
          <p:cNvSpPr>
            <a:spLocks noGrp="1"/>
          </p:cNvSpPr>
          <p:nvPr>
            <p:ph type="sldNum" sz="quarter" idx="4294967295"/>
          </p:nvPr>
        </p:nvSpPr>
        <p:spPr>
          <a:xfrm>
            <a:off x="9448800" y="6384925"/>
            <a:ext cx="2743200" cy="365125"/>
          </a:xfrm>
        </p:spPr>
        <p:txBody>
          <a:bodyPr/>
          <a:lstStyle/>
          <a:p>
            <a:fld id="{29BED1D5-2372-4BA3-AEA9-1F7A0F9A5921}" type="slidenum">
              <a:rPr lang="en-GB" noProof="0" smtClean="0"/>
              <a:pPr/>
              <a:t>3</a:t>
            </a:fld>
            <a:endParaRPr lang="en-GB" sz="900" kern="1200" noProof="0" dirty="0">
              <a:solidFill>
                <a:schemeClr val="accent1">
                  <a:lumMod val="75000"/>
                </a:schemeClr>
              </a:solidFill>
              <a:ea typeface="+mn-ea"/>
              <a:cs typeface="+mn-cs"/>
            </a:endParaRPr>
          </a:p>
        </p:txBody>
      </p:sp>
      <p:grpSp>
        <p:nvGrpSpPr>
          <p:cNvPr id="4" name="Groupe 3">
            <a:extLst>
              <a:ext uri="{FF2B5EF4-FFF2-40B4-BE49-F238E27FC236}">
                <a16:creationId xmlns:a16="http://schemas.microsoft.com/office/drawing/2014/main" id="{0CF41888-B746-EB5A-3A0B-AB0B95DB5638}"/>
              </a:ext>
            </a:extLst>
          </p:cNvPr>
          <p:cNvGrpSpPr/>
          <p:nvPr/>
        </p:nvGrpSpPr>
        <p:grpSpPr>
          <a:xfrm>
            <a:off x="1370052" y="1430573"/>
            <a:ext cx="309327" cy="309327"/>
            <a:chOff x="2221936" y="705410"/>
            <a:chExt cx="309327" cy="309327"/>
          </a:xfrm>
        </p:grpSpPr>
        <p:sp>
          <p:nvSpPr>
            <p:cNvPr id="5" name="Ellipse 4">
              <a:extLst>
                <a:ext uri="{FF2B5EF4-FFF2-40B4-BE49-F238E27FC236}">
                  <a16:creationId xmlns:a16="http://schemas.microsoft.com/office/drawing/2014/main" id="{EF45B1A7-5406-B66D-1894-D2830D1DE186}"/>
                </a:ext>
              </a:extLst>
            </p:cNvPr>
            <p:cNvSpPr/>
            <p:nvPr/>
          </p:nvSpPr>
          <p:spPr>
            <a:xfrm>
              <a:off x="2221936" y="705410"/>
              <a:ext cx="309327" cy="309327"/>
            </a:xfrm>
            <a:prstGeom prst="ellipse">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b="1" noProof="0" dirty="0">
                <a:latin typeface="Arial" panose="020B0604020202020204" pitchFamily="34" charset="0"/>
              </a:endParaRPr>
            </a:p>
          </p:txBody>
        </p:sp>
        <p:grpSp>
          <p:nvGrpSpPr>
            <p:cNvPr id="6" name="Groupe 5">
              <a:extLst>
                <a:ext uri="{FF2B5EF4-FFF2-40B4-BE49-F238E27FC236}">
                  <a16:creationId xmlns:a16="http://schemas.microsoft.com/office/drawing/2014/main" id="{D6C0BF20-A2FC-E8D5-4719-7E9B2285FD1D}"/>
                </a:ext>
              </a:extLst>
            </p:cNvPr>
            <p:cNvGrpSpPr/>
            <p:nvPr/>
          </p:nvGrpSpPr>
          <p:grpSpPr>
            <a:xfrm>
              <a:off x="2313710" y="819128"/>
              <a:ext cx="125779" cy="81891"/>
              <a:chOff x="3185111" y="815340"/>
              <a:chExt cx="125779" cy="81891"/>
            </a:xfrm>
          </p:grpSpPr>
          <p:cxnSp>
            <p:nvCxnSpPr>
              <p:cNvPr id="11" name="Connecteur droit 10">
                <a:extLst>
                  <a:ext uri="{FF2B5EF4-FFF2-40B4-BE49-F238E27FC236}">
                    <a16:creationId xmlns:a16="http://schemas.microsoft.com/office/drawing/2014/main" id="{21C215E7-7FE8-0500-E752-2D210CD64CED}"/>
                  </a:ext>
                </a:extLst>
              </p:cNvPr>
              <p:cNvCxnSpPr>
                <a:cxnSpLocks/>
              </p:cNvCxnSpPr>
              <p:nvPr/>
            </p:nvCxnSpPr>
            <p:spPr>
              <a:xfrm flipH="1">
                <a:off x="3185111" y="856285"/>
                <a:ext cx="125779" cy="0"/>
              </a:xfrm>
              <a:prstGeom prst="line">
                <a:avLst/>
              </a:prstGeom>
              <a:ln cap="rnd">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Connecteur droit 11">
                <a:extLst>
                  <a:ext uri="{FF2B5EF4-FFF2-40B4-BE49-F238E27FC236}">
                    <a16:creationId xmlns:a16="http://schemas.microsoft.com/office/drawing/2014/main" id="{F49239E4-FF75-AE7E-5FF0-E941E4433BD1}"/>
                  </a:ext>
                </a:extLst>
              </p:cNvPr>
              <p:cNvCxnSpPr>
                <a:cxnSpLocks/>
              </p:cNvCxnSpPr>
              <p:nvPr/>
            </p:nvCxnSpPr>
            <p:spPr>
              <a:xfrm flipH="1" flipV="1">
                <a:off x="3259455" y="815340"/>
                <a:ext cx="49530" cy="39981"/>
              </a:xfrm>
              <a:prstGeom prst="line">
                <a:avLst/>
              </a:prstGeom>
              <a:ln cap="rnd">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Connecteur droit 12">
                <a:extLst>
                  <a:ext uri="{FF2B5EF4-FFF2-40B4-BE49-F238E27FC236}">
                    <a16:creationId xmlns:a16="http://schemas.microsoft.com/office/drawing/2014/main" id="{BD4856E9-9450-44FC-DEAB-7E66A500986C}"/>
                  </a:ext>
                </a:extLst>
              </p:cNvPr>
              <p:cNvCxnSpPr>
                <a:cxnSpLocks/>
              </p:cNvCxnSpPr>
              <p:nvPr/>
            </p:nvCxnSpPr>
            <p:spPr>
              <a:xfrm flipH="1">
                <a:off x="3259455" y="857250"/>
                <a:ext cx="49530" cy="39981"/>
              </a:xfrm>
              <a:prstGeom prst="line">
                <a:avLst/>
              </a:prstGeom>
              <a:ln cap="rnd">
                <a:solidFill>
                  <a:schemeClr val="bg1"/>
                </a:solidFill>
              </a:ln>
            </p:spPr>
            <p:style>
              <a:lnRef idx="1">
                <a:schemeClr val="accent1"/>
              </a:lnRef>
              <a:fillRef idx="0">
                <a:schemeClr val="accent1"/>
              </a:fillRef>
              <a:effectRef idx="0">
                <a:schemeClr val="accent1"/>
              </a:effectRef>
              <a:fontRef idx="minor">
                <a:schemeClr val="tx1"/>
              </a:fontRef>
            </p:style>
          </p:cxnSp>
        </p:grpSp>
      </p:grpSp>
      <p:sp>
        <p:nvSpPr>
          <p:cNvPr id="7" name="Titre 1">
            <a:extLst>
              <a:ext uri="{FF2B5EF4-FFF2-40B4-BE49-F238E27FC236}">
                <a16:creationId xmlns:a16="http://schemas.microsoft.com/office/drawing/2014/main" id="{FB27BC47-6041-FDBB-A525-12A9CA2E8669}"/>
              </a:ext>
            </a:extLst>
          </p:cNvPr>
          <p:cNvSpPr txBox="1">
            <a:spLocks/>
          </p:cNvSpPr>
          <p:nvPr/>
        </p:nvSpPr>
        <p:spPr>
          <a:xfrm>
            <a:off x="854075" y="2295208"/>
            <a:ext cx="4157662" cy="1329595"/>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lang="fr-FR" sz="6000" b="1" kern="1200" cap="all" spc="200" baseline="0" smtClean="0">
                <a:solidFill>
                  <a:schemeClr val="accent1"/>
                </a:solidFill>
                <a:latin typeface="Arial" pitchFamily="34" charset="0"/>
                <a:ea typeface="+mn-ea"/>
                <a:cs typeface="+mn-cs"/>
              </a:defRPr>
            </a:lvl1pPr>
          </a:lstStyle>
          <a:p>
            <a:r>
              <a:rPr lang="fr-FR" sz="4800" b="1" i="0" dirty="0">
                <a:solidFill>
                  <a:schemeClr val="bg1"/>
                </a:solidFill>
                <a:latin typeface="Arial" panose="020B0604020202020204" pitchFamily="34" charset="0"/>
              </a:rPr>
              <a:t>IT Malaysia Updates</a:t>
            </a:r>
          </a:p>
        </p:txBody>
      </p:sp>
      <p:pic>
        <p:nvPicPr>
          <p:cNvPr id="10" name="Espace réservé pour une image  14">
            <a:extLst>
              <a:ext uri="{FF2B5EF4-FFF2-40B4-BE49-F238E27FC236}">
                <a16:creationId xmlns:a16="http://schemas.microsoft.com/office/drawing/2014/main" id="{A8EBF18A-72B9-A590-D466-F8F58EC2BD50}"/>
              </a:ext>
            </a:extLst>
          </p:cNvPr>
          <p:cNvPicPr>
            <a:picLocks noGrp="1" noChangeAspect="1"/>
          </p:cNvPicPr>
          <p:nvPr>
            <p:ph type="pic" sz="quarter" idx="14"/>
          </p:nvPr>
        </p:nvPicPr>
        <p:blipFill>
          <a:blip r:embed="rId3" cstate="print">
            <a:extLst>
              <a:ext uri="{28A0092B-C50C-407E-A947-70E740481C1C}">
                <a14:useLocalDpi xmlns:a14="http://schemas.microsoft.com/office/drawing/2010/main"/>
              </a:ext>
            </a:extLst>
          </a:blip>
          <a:srcRect l="21" r="21"/>
          <a:stretch>
            <a:fillRect/>
          </a:stretch>
        </p:blipFill>
        <p:spPr>
          <a:xfrm>
            <a:off x="7644638" y="280987"/>
            <a:ext cx="4157663" cy="6296025"/>
          </a:xfrm>
          <a:prstGeom prst="rect">
            <a:avLst/>
          </a:prstGeom>
          <a:solidFill>
            <a:prstClr val="white">
              <a:lumMod val="95000"/>
            </a:prstClr>
          </a:solidFill>
        </p:spPr>
      </p:pic>
      <p:sp>
        <p:nvSpPr>
          <p:cNvPr id="8" name="TextBox 7">
            <a:extLst>
              <a:ext uri="{FF2B5EF4-FFF2-40B4-BE49-F238E27FC236}">
                <a16:creationId xmlns:a16="http://schemas.microsoft.com/office/drawing/2014/main" id="{A320024D-014E-BE8D-70F6-DACF9C51A343}"/>
              </a:ext>
            </a:extLst>
          </p:cNvPr>
          <p:cNvSpPr txBox="1"/>
          <p:nvPr/>
        </p:nvSpPr>
        <p:spPr>
          <a:xfrm>
            <a:off x="854075" y="4944377"/>
            <a:ext cx="1518364" cy="369332"/>
          </a:xfrm>
          <a:prstGeom prst="rect">
            <a:avLst/>
          </a:prstGeom>
          <a:noFill/>
        </p:spPr>
        <p:txBody>
          <a:bodyPr wrap="none" rtlCol="0">
            <a:spAutoFit/>
          </a:bodyPr>
          <a:lstStyle/>
          <a:p>
            <a:r>
              <a:rPr lang="en-MY" dirty="0">
                <a:solidFill>
                  <a:schemeClr val="bg1"/>
                </a:solidFill>
              </a:rPr>
              <a:t>Riadh Gasmi</a:t>
            </a:r>
            <a:endParaRPr lang="en-US" dirty="0">
              <a:solidFill>
                <a:schemeClr val="bg1"/>
              </a:solidFill>
            </a:endParaRPr>
          </a:p>
        </p:txBody>
      </p:sp>
    </p:spTree>
    <p:extLst>
      <p:ext uri="{BB962C8B-B14F-4D97-AF65-F5344CB8AC3E}">
        <p14:creationId xmlns:p14="http://schemas.microsoft.com/office/powerpoint/2010/main" val="19881516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225975-D561-30F2-8589-0A1E2051096A}"/>
            </a:ext>
          </a:extLst>
        </p:cNvPr>
        <p:cNvGrpSpPr/>
        <p:nvPr/>
      </p:nvGrpSpPr>
      <p:grpSpPr>
        <a:xfrm>
          <a:off x="0" y="0"/>
          <a:ext cx="0" cy="0"/>
          <a:chOff x="0" y="0"/>
          <a:chExt cx="0" cy="0"/>
        </a:xfrm>
      </p:grpSpPr>
      <p:sp>
        <p:nvSpPr>
          <p:cNvPr id="3" name="Espace réservé du pied de page 2">
            <a:extLst>
              <a:ext uri="{FF2B5EF4-FFF2-40B4-BE49-F238E27FC236}">
                <a16:creationId xmlns:a16="http://schemas.microsoft.com/office/drawing/2014/main" id="{BEB4B999-15E5-A887-977E-E585FF2425EA}"/>
              </a:ext>
            </a:extLst>
          </p:cNvPr>
          <p:cNvSpPr>
            <a:spLocks noGrp="1"/>
          </p:cNvSpPr>
          <p:nvPr>
            <p:ph type="ftr" sz="quarter" idx="10"/>
          </p:nvPr>
        </p:nvSpPr>
        <p:spPr/>
        <p:txBody>
          <a:bodyPr/>
          <a:lstStyle/>
          <a:p>
            <a:pPr algn="l"/>
            <a:r>
              <a:rPr lang="en-GB" noProof="0" dirty="0"/>
              <a:t>Presentation title</a:t>
            </a:r>
          </a:p>
        </p:txBody>
      </p:sp>
      <p:sp>
        <p:nvSpPr>
          <p:cNvPr id="7" name="Espace réservé du numéro de diapositive 6">
            <a:extLst>
              <a:ext uri="{FF2B5EF4-FFF2-40B4-BE49-F238E27FC236}">
                <a16:creationId xmlns:a16="http://schemas.microsoft.com/office/drawing/2014/main" id="{98245CEA-9A55-E8CE-76E1-47B0E231CA60}"/>
              </a:ext>
            </a:extLst>
          </p:cNvPr>
          <p:cNvSpPr>
            <a:spLocks noGrp="1"/>
          </p:cNvSpPr>
          <p:nvPr>
            <p:ph type="sldNum" sz="quarter" idx="11"/>
          </p:nvPr>
        </p:nvSpPr>
        <p:spPr/>
        <p:txBody>
          <a:bodyPr/>
          <a:lstStyle/>
          <a:p>
            <a:fld id="{29BED1D5-2372-4BA3-AEA9-1F7A0F9A5921}" type="slidenum">
              <a:rPr lang="en-GB" noProof="0" smtClean="0"/>
              <a:pPr/>
              <a:t>4</a:t>
            </a:fld>
            <a:endParaRPr lang="en-GB" sz="900" kern="1200" noProof="0" dirty="0">
              <a:solidFill>
                <a:schemeClr val="accent1">
                  <a:lumMod val="75000"/>
                </a:schemeClr>
              </a:solidFill>
              <a:ea typeface="+mn-ea"/>
              <a:cs typeface="+mn-cs"/>
            </a:endParaRPr>
          </a:p>
        </p:txBody>
      </p:sp>
      <p:sp>
        <p:nvSpPr>
          <p:cNvPr id="10" name="Espace réservé du texte 9">
            <a:extLst>
              <a:ext uri="{FF2B5EF4-FFF2-40B4-BE49-F238E27FC236}">
                <a16:creationId xmlns:a16="http://schemas.microsoft.com/office/drawing/2014/main" id="{3EF518A6-DADF-CAD0-BB24-95385E8AA6B5}"/>
              </a:ext>
            </a:extLst>
          </p:cNvPr>
          <p:cNvSpPr>
            <a:spLocks noGrp="1"/>
          </p:cNvSpPr>
          <p:nvPr>
            <p:ph type="body" sz="quarter" idx="13"/>
          </p:nvPr>
        </p:nvSpPr>
        <p:spPr>
          <a:xfrm>
            <a:off x="433375" y="1723877"/>
            <a:ext cx="11350638" cy="4549923"/>
          </a:xfrm>
        </p:spPr>
        <p:txBody>
          <a:bodyPr/>
          <a:lstStyle/>
          <a:p>
            <a:r>
              <a:rPr lang="en-US" noProof="0" dirty="0"/>
              <a:t>This is your first level of text</a:t>
            </a:r>
          </a:p>
          <a:p>
            <a:pPr lvl="1"/>
            <a:r>
              <a:rPr lang="en-US" noProof="0" dirty="0"/>
              <a:t>This is your second level of text</a:t>
            </a:r>
          </a:p>
          <a:p>
            <a:pPr lvl="2"/>
            <a:r>
              <a:rPr lang="en-US" noProof="0" dirty="0"/>
              <a:t>This is your third level of text</a:t>
            </a:r>
          </a:p>
          <a:p>
            <a:pPr lvl="3"/>
            <a:r>
              <a:rPr lang="en-US" noProof="0" dirty="0"/>
              <a:t>This is your fourth level of text</a:t>
            </a:r>
          </a:p>
          <a:p>
            <a:pPr lvl="4"/>
            <a:r>
              <a:rPr lang="en-US" noProof="0" dirty="0"/>
              <a:t>This is your fifth level of text</a:t>
            </a:r>
            <a:endParaRPr lang="en-GB" noProof="0" dirty="0"/>
          </a:p>
        </p:txBody>
      </p:sp>
      <p:sp>
        <p:nvSpPr>
          <p:cNvPr id="8" name="Titre 7">
            <a:extLst>
              <a:ext uri="{FF2B5EF4-FFF2-40B4-BE49-F238E27FC236}">
                <a16:creationId xmlns:a16="http://schemas.microsoft.com/office/drawing/2014/main" id="{F103C743-8EA0-CAB3-785B-3712D7DDE9AB}"/>
              </a:ext>
            </a:extLst>
          </p:cNvPr>
          <p:cNvSpPr>
            <a:spLocks noGrp="1"/>
          </p:cNvSpPr>
          <p:nvPr>
            <p:ph type="title"/>
          </p:nvPr>
        </p:nvSpPr>
        <p:spPr/>
        <p:txBody>
          <a:bodyPr/>
          <a:lstStyle/>
          <a:p>
            <a:r>
              <a:rPr lang="en-US" noProof="0" dirty="0"/>
              <a:t>Write the title of your slide here</a:t>
            </a:r>
            <a:endParaRPr lang="en-GB" noProof="0" dirty="0"/>
          </a:p>
        </p:txBody>
      </p:sp>
      <p:sp>
        <p:nvSpPr>
          <p:cNvPr id="9" name="Espace réservé du texte 8">
            <a:extLst>
              <a:ext uri="{FF2B5EF4-FFF2-40B4-BE49-F238E27FC236}">
                <a16:creationId xmlns:a16="http://schemas.microsoft.com/office/drawing/2014/main" id="{12B20FC0-E372-33B8-9A91-2F1195FC2E3C}"/>
              </a:ext>
            </a:extLst>
          </p:cNvPr>
          <p:cNvSpPr>
            <a:spLocks noGrp="1"/>
          </p:cNvSpPr>
          <p:nvPr>
            <p:ph type="body" sz="quarter" idx="12"/>
          </p:nvPr>
        </p:nvSpPr>
        <p:spPr>
          <a:xfrm>
            <a:off x="442913" y="735890"/>
            <a:ext cx="2263194" cy="327025"/>
          </a:xfrm>
          <a:solidFill>
            <a:srgbClr val="004652"/>
          </a:solidFill>
        </p:spPr>
        <p:txBody>
          <a:bodyPr/>
          <a:lstStyle/>
          <a:p>
            <a:r>
              <a:rPr lang="en-GB" noProof="0" dirty="0"/>
              <a:t>It MALAYSIA uPDATES</a:t>
            </a:r>
          </a:p>
        </p:txBody>
      </p:sp>
      <p:grpSp>
        <p:nvGrpSpPr>
          <p:cNvPr id="11" name="Groupe 10">
            <a:extLst>
              <a:ext uri="{FF2B5EF4-FFF2-40B4-BE49-F238E27FC236}">
                <a16:creationId xmlns:a16="http://schemas.microsoft.com/office/drawing/2014/main" id="{CD848E78-1D03-7CDF-8849-92B6F1D27A95}"/>
              </a:ext>
            </a:extLst>
          </p:cNvPr>
          <p:cNvGrpSpPr/>
          <p:nvPr/>
        </p:nvGrpSpPr>
        <p:grpSpPr>
          <a:xfrm>
            <a:off x="2799786" y="735890"/>
            <a:ext cx="309327" cy="309327"/>
            <a:chOff x="2221936" y="705410"/>
            <a:chExt cx="309327" cy="309327"/>
          </a:xfrm>
        </p:grpSpPr>
        <p:sp>
          <p:nvSpPr>
            <p:cNvPr id="12" name="Ellipse 11">
              <a:extLst>
                <a:ext uri="{FF2B5EF4-FFF2-40B4-BE49-F238E27FC236}">
                  <a16:creationId xmlns:a16="http://schemas.microsoft.com/office/drawing/2014/main" id="{30EE1580-308A-D26D-C345-73C1BD7E0717}"/>
                </a:ext>
              </a:extLst>
            </p:cNvPr>
            <p:cNvSpPr/>
            <p:nvPr/>
          </p:nvSpPr>
          <p:spPr>
            <a:xfrm>
              <a:off x="2221936" y="705410"/>
              <a:ext cx="309327" cy="309327"/>
            </a:xfrm>
            <a:prstGeom prst="ellipse">
              <a:avLst/>
            </a:prstGeom>
            <a:ln>
              <a:solidFill>
                <a:schemeClr val="accent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b="1" noProof="0" dirty="0">
                <a:latin typeface="Arial" panose="020B0604020202020204" pitchFamily="34" charset="0"/>
              </a:endParaRPr>
            </a:p>
          </p:txBody>
        </p:sp>
        <p:grpSp>
          <p:nvGrpSpPr>
            <p:cNvPr id="13" name="Groupe 12">
              <a:extLst>
                <a:ext uri="{FF2B5EF4-FFF2-40B4-BE49-F238E27FC236}">
                  <a16:creationId xmlns:a16="http://schemas.microsoft.com/office/drawing/2014/main" id="{29BCBE47-F63B-78C5-70D0-DC62262A891A}"/>
                </a:ext>
              </a:extLst>
            </p:cNvPr>
            <p:cNvGrpSpPr/>
            <p:nvPr/>
          </p:nvGrpSpPr>
          <p:grpSpPr>
            <a:xfrm>
              <a:off x="2313710" y="819128"/>
              <a:ext cx="125779" cy="81891"/>
              <a:chOff x="3185111" y="815340"/>
              <a:chExt cx="125779" cy="81891"/>
            </a:xfrm>
          </p:grpSpPr>
          <p:cxnSp>
            <p:nvCxnSpPr>
              <p:cNvPr id="14" name="Connecteur droit 13">
                <a:extLst>
                  <a:ext uri="{FF2B5EF4-FFF2-40B4-BE49-F238E27FC236}">
                    <a16:creationId xmlns:a16="http://schemas.microsoft.com/office/drawing/2014/main" id="{18195398-E28F-60A9-11EF-96C5BCE4715E}"/>
                  </a:ext>
                </a:extLst>
              </p:cNvPr>
              <p:cNvCxnSpPr>
                <a:cxnSpLocks/>
              </p:cNvCxnSpPr>
              <p:nvPr/>
            </p:nvCxnSpPr>
            <p:spPr>
              <a:xfrm flipH="1">
                <a:off x="3185111" y="856285"/>
                <a:ext cx="125779" cy="0"/>
              </a:xfrm>
              <a:prstGeom prst="line">
                <a:avLst/>
              </a:prstGeom>
              <a:ln cap="rnd">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5" name="Connecteur droit 14">
                <a:extLst>
                  <a:ext uri="{FF2B5EF4-FFF2-40B4-BE49-F238E27FC236}">
                    <a16:creationId xmlns:a16="http://schemas.microsoft.com/office/drawing/2014/main" id="{158C1F44-534E-5DE3-0B9E-0458B033AE9C}"/>
                  </a:ext>
                </a:extLst>
              </p:cNvPr>
              <p:cNvCxnSpPr>
                <a:cxnSpLocks/>
              </p:cNvCxnSpPr>
              <p:nvPr/>
            </p:nvCxnSpPr>
            <p:spPr>
              <a:xfrm flipH="1" flipV="1">
                <a:off x="3259455" y="815340"/>
                <a:ext cx="49530" cy="39981"/>
              </a:xfrm>
              <a:prstGeom prst="line">
                <a:avLst/>
              </a:prstGeom>
              <a:ln cap="rnd">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6" name="Connecteur droit 15">
                <a:extLst>
                  <a:ext uri="{FF2B5EF4-FFF2-40B4-BE49-F238E27FC236}">
                    <a16:creationId xmlns:a16="http://schemas.microsoft.com/office/drawing/2014/main" id="{FADD1859-A1AB-1E3C-D506-00C939330E76}"/>
                  </a:ext>
                </a:extLst>
              </p:cNvPr>
              <p:cNvCxnSpPr>
                <a:cxnSpLocks/>
              </p:cNvCxnSpPr>
              <p:nvPr/>
            </p:nvCxnSpPr>
            <p:spPr>
              <a:xfrm flipH="1">
                <a:off x="3259455" y="857250"/>
                <a:ext cx="49530" cy="39981"/>
              </a:xfrm>
              <a:prstGeom prst="line">
                <a:avLst/>
              </a:prstGeom>
              <a:ln cap="rnd">
                <a:solidFill>
                  <a:schemeClr val="accent6"/>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31707050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C22C2D-78C3-D7DA-80EB-2803A6D702DD}"/>
            </a:ext>
          </a:extLst>
        </p:cNvPr>
        <p:cNvGrpSpPr/>
        <p:nvPr/>
      </p:nvGrpSpPr>
      <p:grpSpPr>
        <a:xfrm>
          <a:off x="0" y="0"/>
          <a:ext cx="0" cy="0"/>
          <a:chOff x="0" y="0"/>
          <a:chExt cx="0" cy="0"/>
        </a:xfrm>
      </p:grpSpPr>
      <p:pic>
        <p:nvPicPr>
          <p:cNvPr id="16" name="Espace réservé pour une image  19">
            <a:extLst>
              <a:ext uri="{FF2B5EF4-FFF2-40B4-BE49-F238E27FC236}">
                <a16:creationId xmlns:a16="http://schemas.microsoft.com/office/drawing/2014/main" id="{E554B423-6F99-6210-0FC9-1C465B373E84}"/>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7644638" y="369951"/>
            <a:ext cx="4157663" cy="6296025"/>
          </a:xfrm>
          <a:prstGeom prst="rect">
            <a:avLst/>
          </a:prstGeom>
          <a:solidFill>
            <a:prstClr val="white">
              <a:lumMod val="95000"/>
            </a:prstClr>
          </a:solidFill>
        </p:spPr>
      </p:pic>
      <p:sp>
        <p:nvSpPr>
          <p:cNvPr id="9" name="Espace réservé du texte 8">
            <a:extLst>
              <a:ext uri="{FF2B5EF4-FFF2-40B4-BE49-F238E27FC236}">
                <a16:creationId xmlns:a16="http://schemas.microsoft.com/office/drawing/2014/main" id="{4D6C5480-EA55-ECE5-9708-EDFA93C30FB4}"/>
              </a:ext>
            </a:extLst>
          </p:cNvPr>
          <p:cNvSpPr>
            <a:spLocks noGrp="1"/>
          </p:cNvSpPr>
          <p:nvPr>
            <p:ph type="body" sz="quarter" idx="13"/>
          </p:nvPr>
        </p:nvSpPr>
        <p:spPr>
          <a:xfrm>
            <a:off x="854075" y="1429807"/>
            <a:ext cx="515977" cy="309327"/>
          </a:xfrm>
        </p:spPr>
        <p:txBody>
          <a:bodyPr/>
          <a:lstStyle/>
          <a:p>
            <a:r>
              <a:rPr lang="en-GB" noProof="0" dirty="0"/>
              <a:t>0</a:t>
            </a:r>
            <a:r>
              <a:rPr lang="en-GB" dirty="0"/>
              <a:t>2</a:t>
            </a:r>
            <a:endParaRPr lang="en-GB" noProof="0" dirty="0"/>
          </a:p>
        </p:txBody>
      </p:sp>
      <p:sp>
        <p:nvSpPr>
          <p:cNvPr id="3" name="Espace réservé du numéro de diapositive 2">
            <a:extLst>
              <a:ext uri="{FF2B5EF4-FFF2-40B4-BE49-F238E27FC236}">
                <a16:creationId xmlns:a16="http://schemas.microsoft.com/office/drawing/2014/main" id="{C4364296-13C4-F1B1-9B55-F7F6190FB0BE}"/>
              </a:ext>
            </a:extLst>
          </p:cNvPr>
          <p:cNvSpPr>
            <a:spLocks noGrp="1"/>
          </p:cNvSpPr>
          <p:nvPr>
            <p:ph type="sldNum" sz="quarter" idx="4294967295"/>
          </p:nvPr>
        </p:nvSpPr>
        <p:spPr>
          <a:xfrm>
            <a:off x="9448800" y="6384925"/>
            <a:ext cx="2743200" cy="365125"/>
          </a:xfrm>
        </p:spPr>
        <p:txBody>
          <a:bodyPr/>
          <a:lstStyle/>
          <a:p>
            <a:fld id="{29BED1D5-2372-4BA3-AEA9-1F7A0F9A5921}" type="slidenum">
              <a:rPr lang="en-GB" noProof="0" smtClean="0"/>
              <a:pPr/>
              <a:t>5</a:t>
            </a:fld>
            <a:endParaRPr lang="en-GB" sz="900" kern="1200" noProof="0" dirty="0">
              <a:solidFill>
                <a:schemeClr val="accent1">
                  <a:lumMod val="75000"/>
                </a:schemeClr>
              </a:solidFill>
              <a:ea typeface="+mn-ea"/>
              <a:cs typeface="+mn-cs"/>
            </a:endParaRPr>
          </a:p>
        </p:txBody>
      </p:sp>
      <p:grpSp>
        <p:nvGrpSpPr>
          <p:cNvPr id="4" name="Groupe 3">
            <a:extLst>
              <a:ext uri="{FF2B5EF4-FFF2-40B4-BE49-F238E27FC236}">
                <a16:creationId xmlns:a16="http://schemas.microsoft.com/office/drawing/2014/main" id="{C836C69C-8D85-6DC2-BB91-891280400273}"/>
              </a:ext>
            </a:extLst>
          </p:cNvPr>
          <p:cNvGrpSpPr/>
          <p:nvPr/>
        </p:nvGrpSpPr>
        <p:grpSpPr>
          <a:xfrm>
            <a:off x="1370052" y="1430573"/>
            <a:ext cx="309327" cy="309327"/>
            <a:chOff x="2221936" y="705410"/>
            <a:chExt cx="309327" cy="309327"/>
          </a:xfrm>
        </p:grpSpPr>
        <p:sp>
          <p:nvSpPr>
            <p:cNvPr id="5" name="Ellipse 4">
              <a:extLst>
                <a:ext uri="{FF2B5EF4-FFF2-40B4-BE49-F238E27FC236}">
                  <a16:creationId xmlns:a16="http://schemas.microsoft.com/office/drawing/2014/main" id="{C623C668-64BD-49B9-DC10-FF2EF24C1D27}"/>
                </a:ext>
              </a:extLst>
            </p:cNvPr>
            <p:cNvSpPr/>
            <p:nvPr/>
          </p:nvSpPr>
          <p:spPr>
            <a:xfrm>
              <a:off x="2221936" y="705410"/>
              <a:ext cx="309327" cy="309327"/>
            </a:xfrm>
            <a:prstGeom prst="ellipse">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b="1" noProof="0" dirty="0">
                <a:latin typeface="Arial" panose="020B0604020202020204" pitchFamily="34" charset="0"/>
              </a:endParaRPr>
            </a:p>
          </p:txBody>
        </p:sp>
        <p:grpSp>
          <p:nvGrpSpPr>
            <p:cNvPr id="6" name="Groupe 5">
              <a:extLst>
                <a:ext uri="{FF2B5EF4-FFF2-40B4-BE49-F238E27FC236}">
                  <a16:creationId xmlns:a16="http://schemas.microsoft.com/office/drawing/2014/main" id="{812F626D-776E-FA00-5A27-66C6EF544B13}"/>
                </a:ext>
              </a:extLst>
            </p:cNvPr>
            <p:cNvGrpSpPr/>
            <p:nvPr/>
          </p:nvGrpSpPr>
          <p:grpSpPr>
            <a:xfrm>
              <a:off x="2313710" y="819128"/>
              <a:ext cx="125779" cy="81891"/>
              <a:chOff x="3185111" y="815340"/>
              <a:chExt cx="125779" cy="81891"/>
            </a:xfrm>
          </p:grpSpPr>
          <p:cxnSp>
            <p:nvCxnSpPr>
              <p:cNvPr id="11" name="Connecteur droit 10">
                <a:extLst>
                  <a:ext uri="{FF2B5EF4-FFF2-40B4-BE49-F238E27FC236}">
                    <a16:creationId xmlns:a16="http://schemas.microsoft.com/office/drawing/2014/main" id="{EB6DAC20-8CF4-82B6-9E08-B8017EEA4957}"/>
                  </a:ext>
                </a:extLst>
              </p:cNvPr>
              <p:cNvCxnSpPr>
                <a:cxnSpLocks/>
              </p:cNvCxnSpPr>
              <p:nvPr/>
            </p:nvCxnSpPr>
            <p:spPr>
              <a:xfrm flipH="1">
                <a:off x="3185111" y="856285"/>
                <a:ext cx="125779" cy="0"/>
              </a:xfrm>
              <a:prstGeom prst="line">
                <a:avLst/>
              </a:prstGeom>
              <a:ln cap="rnd">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Connecteur droit 11">
                <a:extLst>
                  <a:ext uri="{FF2B5EF4-FFF2-40B4-BE49-F238E27FC236}">
                    <a16:creationId xmlns:a16="http://schemas.microsoft.com/office/drawing/2014/main" id="{03586E84-EE43-FCD6-BF21-EC0231610AE6}"/>
                  </a:ext>
                </a:extLst>
              </p:cNvPr>
              <p:cNvCxnSpPr>
                <a:cxnSpLocks/>
              </p:cNvCxnSpPr>
              <p:nvPr/>
            </p:nvCxnSpPr>
            <p:spPr>
              <a:xfrm flipH="1" flipV="1">
                <a:off x="3259455" y="815340"/>
                <a:ext cx="49530" cy="39981"/>
              </a:xfrm>
              <a:prstGeom prst="line">
                <a:avLst/>
              </a:prstGeom>
              <a:ln cap="rnd">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Connecteur droit 12">
                <a:extLst>
                  <a:ext uri="{FF2B5EF4-FFF2-40B4-BE49-F238E27FC236}">
                    <a16:creationId xmlns:a16="http://schemas.microsoft.com/office/drawing/2014/main" id="{5D17037F-EEAC-692D-C4A3-090A84893686}"/>
                  </a:ext>
                </a:extLst>
              </p:cNvPr>
              <p:cNvCxnSpPr>
                <a:cxnSpLocks/>
              </p:cNvCxnSpPr>
              <p:nvPr/>
            </p:nvCxnSpPr>
            <p:spPr>
              <a:xfrm flipH="1">
                <a:off x="3259455" y="857250"/>
                <a:ext cx="49530" cy="39981"/>
              </a:xfrm>
              <a:prstGeom prst="line">
                <a:avLst/>
              </a:prstGeom>
              <a:ln cap="rnd">
                <a:solidFill>
                  <a:schemeClr val="bg1"/>
                </a:solidFill>
              </a:ln>
            </p:spPr>
            <p:style>
              <a:lnRef idx="1">
                <a:schemeClr val="accent1"/>
              </a:lnRef>
              <a:fillRef idx="0">
                <a:schemeClr val="accent1"/>
              </a:fillRef>
              <a:effectRef idx="0">
                <a:schemeClr val="accent1"/>
              </a:effectRef>
              <a:fontRef idx="minor">
                <a:schemeClr val="tx1"/>
              </a:fontRef>
            </p:style>
          </p:cxnSp>
        </p:grpSp>
      </p:grpSp>
      <p:sp>
        <p:nvSpPr>
          <p:cNvPr id="7" name="Titre 1">
            <a:extLst>
              <a:ext uri="{FF2B5EF4-FFF2-40B4-BE49-F238E27FC236}">
                <a16:creationId xmlns:a16="http://schemas.microsoft.com/office/drawing/2014/main" id="{EB9D22EC-7B9B-25EA-F1A2-6FCA3904C9DE}"/>
              </a:ext>
            </a:extLst>
          </p:cNvPr>
          <p:cNvSpPr txBox="1">
            <a:spLocks/>
          </p:cNvSpPr>
          <p:nvPr/>
        </p:nvSpPr>
        <p:spPr>
          <a:xfrm>
            <a:off x="854075" y="2295208"/>
            <a:ext cx="4157662" cy="1218795"/>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lang="fr-FR" sz="6000" b="1" kern="1200" cap="all" spc="200" baseline="0" smtClean="0">
                <a:solidFill>
                  <a:schemeClr val="accent1"/>
                </a:solidFill>
                <a:latin typeface="Arial" pitchFamily="34" charset="0"/>
                <a:ea typeface="+mn-ea"/>
                <a:cs typeface="+mn-cs"/>
              </a:defRPr>
            </a:lvl1pPr>
          </a:lstStyle>
          <a:p>
            <a:r>
              <a:rPr lang="fr-FR" sz="4400" b="1" i="0" dirty="0">
                <a:solidFill>
                  <a:schemeClr val="bg1"/>
                </a:solidFill>
                <a:latin typeface="Arial" panose="020B0604020202020204" pitchFamily="34" charset="0"/>
              </a:rPr>
              <a:t>Production support </a:t>
            </a:r>
            <a:r>
              <a:rPr lang="fr-FR" sz="4400" b="1" i="0" dirty="0" err="1">
                <a:solidFill>
                  <a:schemeClr val="bg1"/>
                </a:solidFill>
                <a:latin typeface="Arial" panose="020B0604020202020204" pitchFamily="34" charset="0"/>
              </a:rPr>
              <a:t>kpi</a:t>
            </a:r>
            <a:endParaRPr lang="fr-FR" sz="4400" b="1" i="0" dirty="0">
              <a:solidFill>
                <a:schemeClr val="bg1"/>
              </a:solidFill>
              <a:latin typeface="Arial" panose="020B0604020202020204" pitchFamily="34" charset="0"/>
            </a:endParaRPr>
          </a:p>
        </p:txBody>
      </p:sp>
      <p:sp>
        <p:nvSpPr>
          <p:cNvPr id="17" name="TextBox 16">
            <a:extLst>
              <a:ext uri="{FF2B5EF4-FFF2-40B4-BE49-F238E27FC236}">
                <a16:creationId xmlns:a16="http://schemas.microsoft.com/office/drawing/2014/main" id="{8460A727-E9FD-A8F2-8940-4A7468A75323}"/>
              </a:ext>
            </a:extLst>
          </p:cNvPr>
          <p:cNvSpPr txBox="1"/>
          <p:nvPr/>
        </p:nvSpPr>
        <p:spPr>
          <a:xfrm>
            <a:off x="854075" y="4944377"/>
            <a:ext cx="1082348" cy="369332"/>
          </a:xfrm>
          <a:prstGeom prst="rect">
            <a:avLst/>
          </a:prstGeom>
          <a:noFill/>
        </p:spPr>
        <p:txBody>
          <a:bodyPr wrap="none" rtlCol="0">
            <a:spAutoFit/>
          </a:bodyPr>
          <a:lstStyle/>
          <a:p>
            <a:r>
              <a:rPr lang="en-MY" dirty="0">
                <a:solidFill>
                  <a:schemeClr val="bg1"/>
                </a:solidFill>
              </a:rPr>
              <a:t>Gary Siu</a:t>
            </a:r>
            <a:endParaRPr lang="en-US" dirty="0">
              <a:solidFill>
                <a:schemeClr val="bg1"/>
              </a:solidFill>
            </a:endParaRPr>
          </a:p>
        </p:txBody>
      </p:sp>
    </p:spTree>
    <p:extLst>
      <p:ext uri="{BB962C8B-B14F-4D97-AF65-F5344CB8AC3E}">
        <p14:creationId xmlns:p14="http://schemas.microsoft.com/office/powerpoint/2010/main" val="10394502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002909-5DF7-2C01-9794-33CBACB11A06}"/>
            </a:ext>
          </a:extLst>
        </p:cNvPr>
        <p:cNvGrpSpPr/>
        <p:nvPr/>
      </p:nvGrpSpPr>
      <p:grpSpPr>
        <a:xfrm>
          <a:off x="0" y="0"/>
          <a:ext cx="0" cy="0"/>
          <a:chOff x="0" y="0"/>
          <a:chExt cx="0" cy="0"/>
        </a:xfrm>
      </p:grpSpPr>
      <p:sp>
        <p:nvSpPr>
          <p:cNvPr id="3" name="Espace réservé du pied de page 2">
            <a:extLst>
              <a:ext uri="{FF2B5EF4-FFF2-40B4-BE49-F238E27FC236}">
                <a16:creationId xmlns:a16="http://schemas.microsoft.com/office/drawing/2014/main" id="{EE8AF4B0-7146-E552-87AE-543DE0F7FAFF}"/>
              </a:ext>
            </a:extLst>
          </p:cNvPr>
          <p:cNvSpPr>
            <a:spLocks noGrp="1"/>
          </p:cNvSpPr>
          <p:nvPr>
            <p:ph type="ftr" sz="quarter" idx="10"/>
          </p:nvPr>
        </p:nvSpPr>
        <p:spPr/>
        <p:txBody>
          <a:bodyPr/>
          <a:lstStyle/>
          <a:p>
            <a:pPr algn="l"/>
            <a:r>
              <a:rPr lang="en-GB" noProof="0" dirty="0"/>
              <a:t>Presentation title</a:t>
            </a:r>
          </a:p>
        </p:txBody>
      </p:sp>
      <p:sp>
        <p:nvSpPr>
          <p:cNvPr id="7" name="Espace réservé du numéro de diapositive 6">
            <a:extLst>
              <a:ext uri="{FF2B5EF4-FFF2-40B4-BE49-F238E27FC236}">
                <a16:creationId xmlns:a16="http://schemas.microsoft.com/office/drawing/2014/main" id="{CC335AD8-70C7-73CD-5969-367200505DEF}"/>
              </a:ext>
            </a:extLst>
          </p:cNvPr>
          <p:cNvSpPr>
            <a:spLocks noGrp="1"/>
          </p:cNvSpPr>
          <p:nvPr>
            <p:ph type="sldNum" sz="quarter" idx="11"/>
          </p:nvPr>
        </p:nvSpPr>
        <p:spPr/>
        <p:txBody>
          <a:bodyPr/>
          <a:lstStyle/>
          <a:p>
            <a:fld id="{29BED1D5-2372-4BA3-AEA9-1F7A0F9A5921}" type="slidenum">
              <a:rPr lang="en-GB" noProof="0" smtClean="0"/>
              <a:pPr/>
              <a:t>6</a:t>
            </a:fld>
            <a:endParaRPr lang="en-GB" sz="900" kern="1200" noProof="0" dirty="0">
              <a:solidFill>
                <a:schemeClr val="accent1">
                  <a:lumMod val="75000"/>
                </a:schemeClr>
              </a:solidFill>
              <a:ea typeface="+mn-ea"/>
              <a:cs typeface="+mn-cs"/>
            </a:endParaRPr>
          </a:p>
        </p:txBody>
      </p:sp>
      <p:sp>
        <p:nvSpPr>
          <p:cNvPr id="8" name="Titre 7">
            <a:extLst>
              <a:ext uri="{FF2B5EF4-FFF2-40B4-BE49-F238E27FC236}">
                <a16:creationId xmlns:a16="http://schemas.microsoft.com/office/drawing/2014/main" id="{D3063021-6E0A-58FB-A336-40324904EDE8}"/>
              </a:ext>
            </a:extLst>
          </p:cNvPr>
          <p:cNvSpPr>
            <a:spLocks noGrp="1"/>
          </p:cNvSpPr>
          <p:nvPr>
            <p:ph type="title"/>
          </p:nvPr>
        </p:nvSpPr>
        <p:spPr/>
        <p:txBody>
          <a:bodyPr/>
          <a:lstStyle/>
          <a:p>
            <a:r>
              <a:rPr lang="en-US" noProof="0" dirty="0"/>
              <a:t>Write the title of your slide here</a:t>
            </a:r>
            <a:endParaRPr lang="en-GB" noProof="0" dirty="0"/>
          </a:p>
        </p:txBody>
      </p:sp>
      <p:sp>
        <p:nvSpPr>
          <p:cNvPr id="9" name="Espace réservé du texte 8">
            <a:extLst>
              <a:ext uri="{FF2B5EF4-FFF2-40B4-BE49-F238E27FC236}">
                <a16:creationId xmlns:a16="http://schemas.microsoft.com/office/drawing/2014/main" id="{7092D8F0-5587-0161-A2A6-AEA1714C8E12}"/>
              </a:ext>
            </a:extLst>
          </p:cNvPr>
          <p:cNvSpPr>
            <a:spLocks noGrp="1"/>
          </p:cNvSpPr>
          <p:nvPr>
            <p:ph type="body" sz="quarter" idx="12"/>
          </p:nvPr>
        </p:nvSpPr>
        <p:spPr>
          <a:xfrm>
            <a:off x="442912" y="735890"/>
            <a:ext cx="2784919" cy="327025"/>
          </a:xfrm>
          <a:solidFill>
            <a:srgbClr val="004652"/>
          </a:solidFill>
        </p:spPr>
        <p:txBody>
          <a:bodyPr/>
          <a:lstStyle/>
          <a:p>
            <a:r>
              <a:rPr lang="en-GB" noProof="0" dirty="0"/>
              <a:t>PRODUCTION SUPPORT KPI</a:t>
            </a:r>
          </a:p>
        </p:txBody>
      </p:sp>
      <p:grpSp>
        <p:nvGrpSpPr>
          <p:cNvPr id="11" name="Groupe 10">
            <a:extLst>
              <a:ext uri="{FF2B5EF4-FFF2-40B4-BE49-F238E27FC236}">
                <a16:creationId xmlns:a16="http://schemas.microsoft.com/office/drawing/2014/main" id="{3607A211-C2CD-39E7-AB3A-ECE8AC330479}"/>
              </a:ext>
            </a:extLst>
          </p:cNvPr>
          <p:cNvGrpSpPr/>
          <p:nvPr/>
        </p:nvGrpSpPr>
        <p:grpSpPr>
          <a:xfrm>
            <a:off x="3467298" y="735890"/>
            <a:ext cx="309327" cy="309327"/>
            <a:chOff x="2221936" y="705410"/>
            <a:chExt cx="309327" cy="309327"/>
          </a:xfrm>
        </p:grpSpPr>
        <p:sp>
          <p:nvSpPr>
            <p:cNvPr id="12" name="Ellipse 11">
              <a:extLst>
                <a:ext uri="{FF2B5EF4-FFF2-40B4-BE49-F238E27FC236}">
                  <a16:creationId xmlns:a16="http://schemas.microsoft.com/office/drawing/2014/main" id="{B306BF75-3A04-8AFC-ADBE-D08F57E60369}"/>
                </a:ext>
              </a:extLst>
            </p:cNvPr>
            <p:cNvSpPr/>
            <p:nvPr/>
          </p:nvSpPr>
          <p:spPr>
            <a:xfrm>
              <a:off x="2221936" y="705410"/>
              <a:ext cx="309327" cy="309327"/>
            </a:xfrm>
            <a:prstGeom prst="ellipse">
              <a:avLst/>
            </a:prstGeom>
            <a:ln>
              <a:solidFill>
                <a:schemeClr val="accent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b="1" noProof="0" dirty="0">
                <a:latin typeface="Arial" panose="020B0604020202020204" pitchFamily="34" charset="0"/>
              </a:endParaRPr>
            </a:p>
          </p:txBody>
        </p:sp>
        <p:grpSp>
          <p:nvGrpSpPr>
            <p:cNvPr id="13" name="Groupe 12">
              <a:extLst>
                <a:ext uri="{FF2B5EF4-FFF2-40B4-BE49-F238E27FC236}">
                  <a16:creationId xmlns:a16="http://schemas.microsoft.com/office/drawing/2014/main" id="{2B30B417-7A9B-86D0-C49E-16C5BAE3BB26}"/>
                </a:ext>
              </a:extLst>
            </p:cNvPr>
            <p:cNvGrpSpPr/>
            <p:nvPr/>
          </p:nvGrpSpPr>
          <p:grpSpPr>
            <a:xfrm>
              <a:off x="2313710" y="819128"/>
              <a:ext cx="125779" cy="81891"/>
              <a:chOff x="3185111" y="815340"/>
              <a:chExt cx="125779" cy="81891"/>
            </a:xfrm>
          </p:grpSpPr>
          <p:cxnSp>
            <p:nvCxnSpPr>
              <p:cNvPr id="14" name="Connecteur droit 13">
                <a:extLst>
                  <a:ext uri="{FF2B5EF4-FFF2-40B4-BE49-F238E27FC236}">
                    <a16:creationId xmlns:a16="http://schemas.microsoft.com/office/drawing/2014/main" id="{CBF031D2-97B0-BEBB-1AC5-78D6904F4820}"/>
                  </a:ext>
                </a:extLst>
              </p:cNvPr>
              <p:cNvCxnSpPr>
                <a:cxnSpLocks/>
              </p:cNvCxnSpPr>
              <p:nvPr/>
            </p:nvCxnSpPr>
            <p:spPr>
              <a:xfrm flipH="1">
                <a:off x="3185111" y="856285"/>
                <a:ext cx="125779" cy="0"/>
              </a:xfrm>
              <a:prstGeom prst="line">
                <a:avLst/>
              </a:prstGeom>
              <a:ln cap="rnd">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5" name="Connecteur droit 14">
                <a:extLst>
                  <a:ext uri="{FF2B5EF4-FFF2-40B4-BE49-F238E27FC236}">
                    <a16:creationId xmlns:a16="http://schemas.microsoft.com/office/drawing/2014/main" id="{FAB6DF13-D3A6-43D5-2EB7-F15501F0BD8A}"/>
                  </a:ext>
                </a:extLst>
              </p:cNvPr>
              <p:cNvCxnSpPr>
                <a:cxnSpLocks/>
              </p:cNvCxnSpPr>
              <p:nvPr/>
            </p:nvCxnSpPr>
            <p:spPr>
              <a:xfrm flipH="1" flipV="1">
                <a:off x="3259455" y="815340"/>
                <a:ext cx="49530" cy="39981"/>
              </a:xfrm>
              <a:prstGeom prst="line">
                <a:avLst/>
              </a:prstGeom>
              <a:ln cap="rnd">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6" name="Connecteur droit 15">
                <a:extLst>
                  <a:ext uri="{FF2B5EF4-FFF2-40B4-BE49-F238E27FC236}">
                    <a16:creationId xmlns:a16="http://schemas.microsoft.com/office/drawing/2014/main" id="{E13D36FE-AE06-6791-276B-FCFB49B4E489}"/>
                  </a:ext>
                </a:extLst>
              </p:cNvPr>
              <p:cNvCxnSpPr>
                <a:cxnSpLocks/>
              </p:cNvCxnSpPr>
              <p:nvPr/>
            </p:nvCxnSpPr>
            <p:spPr>
              <a:xfrm flipH="1">
                <a:off x="3259455" y="857250"/>
                <a:ext cx="49530" cy="39981"/>
              </a:xfrm>
              <a:prstGeom prst="line">
                <a:avLst/>
              </a:prstGeom>
              <a:ln cap="rnd">
                <a:solidFill>
                  <a:schemeClr val="accent6"/>
                </a:solidFill>
              </a:ln>
            </p:spPr>
            <p:style>
              <a:lnRef idx="1">
                <a:schemeClr val="accent1"/>
              </a:lnRef>
              <a:fillRef idx="0">
                <a:schemeClr val="accent1"/>
              </a:fillRef>
              <a:effectRef idx="0">
                <a:schemeClr val="accent1"/>
              </a:effectRef>
              <a:fontRef idx="minor">
                <a:schemeClr val="tx1"/>
              </a:fontRef>
            </p:style>
          </p:cxnSp>
        </p:grpSp>
      </p:grpSp>
      <p:sp>
        <p:nvSpPr>
          <p:cNvPr id="5" name="Titre 7">
            <a:extLst>
              <a:ext uri="{FF2B5EF4-FFF2-40B4-BE49-F238E27FC236}">
                <a16:creationId xmlns:a16="http://schemas.microsoft.com/office/drawing/2014/main" id="{D9F3244E-26DD-DDE2-5240-719F3A572D3D}"/>
              </a:ext>
            </a:extLst>
          </p:cNvPr>
          <p:cNvSpPr txBox="1">
            <a:spLocks/>
          </p:cNvSpPr>
          <p:nvPr/>
        </p:nvSpPr>
        <p:spPr>
          <a:xfrm>
            <a:off x="398698" y="1216015"/>
            <a:ext cx="10914139" cy="276999"/>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3600" b="1" i="0" kern="1200">
                <a:solidFill>
                  <a:schemeClr val="bg1"/>
                </a:solidFill>
                <a:latin typeface="Arial" panose="020B0604020202020204" pitchFamily="34" charset="0"/>
                <a:ea typeface="+mj-ea"/>
                <a:cs typeface="+mj-cs"/>
              </a:defRPr>
            </a:lvl1pPr>
          </a:lstStyle>
          <a:p>
            <a:r>
              <a:rPr lang="en-US" sz="2000" dirty="0">
                <a:solidFill>
                  <a:schemeClr val="tx2"/>
                </a:solidFill>
                <a:latin typeface="Lato" panose="020F0502020204030203" pitchFamily="34" charset="0"/>
                <a:ea typeface="Lato" panose="020F0502020204030203" pitchFamily="34" charset="0"/>
                <a:cs typeface="Lato" panose="020F0502020204030203" pitchFamily="34" charset="0"/>
              </a:rPr>
              <a:t>3D-stats on KL IT performance + </a:t>
            </a:r>
            <a:r>
              <a:rPr lang="en-US" sz="2000" dirty="0">
                <a:solidFill>
                  <a:srgbClr val="C00000"/>
                </a:solidFill>
                <a:latin typeface="Lato" panose="020F0502020204030203" pitchFamily="34" charset="0"/>
                <a:ea typeface="Lato" panose="020F0502020204030203" pitchFamily="34" charset="0"/>
                <a:cs typeface="Lato" panose="020F0502020204030203" pitchFamily="34" charset="0"/>
              </a:rPr>
              <a:t>Prevention of major incident impacting EU Start of Day (SOD)</a:t>
            </a:r>
          </a:p>
        </p:txBody>
      </p:sp>
      <p:sp>
        <p:nvSpPr>
          <p:cNvPr id="6" name="TextBox 5">
            <a:extLst>
              <a:ext uri="{FF2B5EF4-FFF2-40B4-BE49-F238E27FC236}">
                <a16:creationId xmlns:a16="http://schemas.microsoft.com/office/drawing/2014/main" id="{E6718BFD-B188-13FA-DF5D-ADAB247327EC}"/>
              </a:ext>
            </a:extLst>
          </p:cNvPr>
          <p:cNvSpPr txBox="1"/>
          <p:nvPr/>
        </p:nvSpPr>
        <p:spPr>
          <a:xfrm>
            <a:off x="2751321" y="4207799"/>
            <a:ext cx="928459" cy="1631216"/>
          </a:xfrm>
          <a:prstGeom prst="rect">
            <a:avLst/>
          </a:prstGeom>
          <a:noFill/>
        </p:spPr>
        <p:txBody>
          <a:bodyPr wrap="none" rtlCol="0">
            <a:spAutoFit/>
          </a:bodyPr>
          <a:lstStyle/>
          <a:p>
            <a:r>
              <a:rPr lang="en-MY" sz="10000" dirty="0">
                <a:solidFill>
                  <a:schemeClr val="bg1">
                    <a:lumMod val="85000"/>
                  </a:schemeClr>
                </a:solidFill>
              </a:rPr>
              <a:t>3</a:t>
            </a:r>
            <a:endParaRPr lang="en-US" sz="10000" dirty="0">
              <a:solidFill>
                <a:schemeClr val="bg1">
                  <a:lumMod val="85000"/>
                </a:schemeClr>
              </a:solidFill>
            </a:endParaRPr>
          </a:p>
        </p:txBody>
      </p:sp>
      <p:sp>
        <p:nvSpPr>
          <p:cNvPr id="17" name="TextBox 16">
            <a:extLst>
              <a:ext uri="{FF2B5EF4-FFF2-40B4-BE49-F238E27FC236}">
                <a16:creationId xmlns:a16="http://schemas.microsoft.com/office/drawing/2014/main" id="{DB7C25FB-8704-E51A-00FD-7CEE9CE1DFF0}"/>
              </a:ext>
            </a:extLst>
          </p:cNvPr>
          <p:cNvSpPr txBox="1"/>
          <p:nvPr/>
        </p:nvSpPr>
        <p:spPr>
          <a:xfrm>
            <a:off x="6093703" y="3280871"/>
            <a:ext cx="316112" cy="246221"/>
          </a:xfrm>
          <a:prstGeom prst="rect">
            <a:avLst/>
          </a:prstGeom>
          <a:noFill/>
        </p:spPr>
        <p:txBody>
          <a:bodyPr wrap="none" rtlCol="0">
            <a:spAutoFit/>
          </a:bodyPr>
          <a:lstStyle/>
          <a:p>
            <a:r>
              <a:rPr lang="en-US" sz="1000" dirty="0">
                <a:solidFill>
                  <a:schemeClr val="bg1"/>
                </a:solidFill>
              </a:rPr>
              <a:t>50</a:t>
            </a:r>
            <a:endParaRPr lang="en-MY" sz="1000" dirty="0">
              <a:solidFill>
                <a:schemeClr val="bg1"/>
              </a:solidFill>
            </a:endParaRPr>
          </a:p>
        </p:txBody>
      </p:sp>
      <p:sp>
        <p:nvSpPr>
          <p:cNvPr id="18" name="TextBox 17">
            <a:extLst>
              <a:ext uri="{FF2B5EF4-FFF2-40B4-BE49-F238E27FC236}">
                <a16:creationId xmlns:a16="http://schemas.microsoft.com/office/drawing/2014/main" id="{EC30C8E8-42E2-D183-5BD0-6C21C1C2BBC5}"/>
              </a:ext>
            </a:extLst>
          </p:cNvPr>
          <p:cNvSpPr txBox="1"/>
          <p:nvPr/>
        </p:nvSpPr>
        <p:spPr>
          <a:xfrm>
            <a:off x="7456798" y="3438164"/>
            <a:ext cx="316112" cy="246221"/>
          </a:xfrm>
          <a:prstGeom prst="rect">
            <a:avLst/>
          </a:prstGeom>
          <a:noFill/>
        </p:spPr>
        <p:txBody>
          <a:bodyPr wrap="none" rtlCol="0">
            <a:spAutoFit/>
          </a:bodyPr>
          <a:lstStyle/>
          <a:p>
            <a:r>
              <a:rPr lang="en-US" sz="1000" dirty="0">
                <a:solidFill>
                  <a:schemeClr val="bg1"/>
                </a:solidFill>
              </a:rPr>
              <a:t>37</a:t>
            </a:r>
            <a:endParaRPr lang="en-MY" sz="1000" dirty="0">
              <a:solidFill>
                <a:schemeClr val="bg1"/>
              </a:solidFill>
            </a:endParaRPr>
          </a:p>
        </p:txBody>
      </p:sp>
      <p:sp>
        <p:nvSpPr>
          <p:cNvPr id="19" name="TextBox 18">
            <a:extLst>
              <a:ext uri="{FF2B5EF4-FFF2-40B4-BE49-F238E27FC236}">
                <a16:creationId xmlns:a16="http://schemas.microsoft.com/office/drawing/2014/main" id="{ED759A2C-F74A-8563-70A5-1F8082EA2E64}"/>
              </a:ext>
            </a:extLst>
          </p:cNvPr>
          <p:cNvSpPr txBox="1"/>
          <p:nvPr/>
        </p:nvSpPr>
        <p:spPr>
          <a:xfrm>
            <a:off x="8539071" y="1646558"/>
            <a:ext cx="928459" cy="1631216"/>
          </a:xfrm>
          <a:prstGeom prst="rect">
            <a:avLst/>
          </a:prstGeom>
          <a:noFill/>
        </p:spPr>
        <p:txBody>
          <a:bodyPr wrap="none" rtlCol="0">
            <a:spAutoFit/>
          </a:bodyPr>
          <a:lstStyle/>
          <a:p>
            <a:r>
              <a:rPr lang="en-MY" sz="10000" dirty="0">
                <a:solidFill>
                  <a:schemeClr val="bg1">
                    <a:lumMod val="85000"/>
                  </a:schemeClr>
                </a:solidFill>
              </a:rPr>
              <a:t>2</a:t>
            </a:r>
            <a:endParaRPr lang="en-US" sz="10000" dirty="0">
              <a:solidFill>
                <a:schemeClr val="bg1">
                  <a:lumMod val="85000"/>
                </a:schemeClr>
              </a:solidFill>
            </a:endParaRPr>
          </a:p>
        </p:txBody>
      </p:sp>
      <p:sp>
        <p:nvSpPr>
          <p:cNvPr id="20" name="TextBox 19">
            <a:extLst>
              <a:ext uri="{FF2B5EF4-FFF2-40B4-BE49-F238E27FC236}">
                <a16:creationId xmlns:a16="http://schemas.microsoft.com/office/drawing/2014/main" id="{95FB8C50-BA4F-BCC6-E055-E1B9FA6BB75D}"/>
              </a:ext>
            </a:extLst>
          </p:cNvPr>
          <p:cNvSpPr txBox="1"/>
          <p:nvPr/>
        </p:nvSpPr>
        <p:spPr>
          <a:xfrm>
            <a:off x="2852563" y="1646558"/>
            <a:ext cx="928459" cy="1631216"/>
          </a:xfrm>
          <a:prstGeom prst="rect">
            <a:avLst/>
          </a:prstGeom>
          <a:noFill/>
        </p:spPr>
        <p:txBody>
          <a:bodyPr wrap="none" rtlCol="0">
            <a:spAutoFit/>
          </a:bodyPr>
          <a:lstStyle/>
          <a:p>
            <a:r>
              <a:rPr lang="en-MY" sz="10000" dirty="0">
                <a:solidFill>
                  <a:schemeClr val="bg1">
                    <a:lumMod val="85000"/>
                  </a:schemeClr>
                </a:solidFill>
              </a:rPr>
              <a:t>1</a:t>
            </a:r>
            <a:endParaRPr lang="en-US" sz="10000" dirty="0">
              <a:solidFill>
                <a:schemeClr val="bg1">
                  <a:lumMod val="85000"/>
                </a:schemeClr>
              </a:solidFill>
            </a:endParaRPr>
          </a:p>
        </p:txBody>
      </p:sp>
      <p:graphicFrame>
        <p:nvGraphicFramePr>
          <p:cNvPr id="21" name="Chart 20">
            <a:extLst>
              <a:ext uri="{FF2B5EF4-FFF2-40B4-BE49-F238E27FC236}">
                <a16:creationId xmlns:a16="http://schemas.microsoft.com/office/drawing/2014/main" id="{F1E44B3F-7475-9C69-E303-642AAFEC1B97}"/>
              </a:ext>
            </a:extLst>
          </p:cNvPr>
          <p:cNvGraphicFramePr>
            <a:graphicFrameLocks/>
          </p:cNvGraphicFramePr>
          <p:nvPr/>
        </p:nvGraphicFramePr>
        <p:xfrm>
          <a:off x="6213300" y="1616468"/>
          <a:ext cx="5580000" cy="2160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2" name="Chart 21">
            <a:extLst>
              <a:ext uri="{FF2B5EF4-FFF2-40B4-BE49-F238E27FC236}">
                <a16:creationId xmlns:a16="http://schemas.microsoft.com/office/drawing/2014/main" id="{D0028B9D-9E9C-BCE5-E9F0-9548FB3DFF5C}"/>
              </a:ext>
            </a:extLst>
          </p:cNvPr>
          <p:cNvGraphicFramePr>
            <a:graphicFrameLocks/>
          </p:cNvGraphicFramePr>
          <p:nvPr/>
        </p:nvGraphicFramePr>
        <p:xfrm>
          <a:off x="6213301" y="4025844"/>
          <a:ext cx="5580000" cy="2159999"/>
        </p:xfrm>
        <a:graphic>
          <a:graphicData uri="http://schemas.openxmlformats.org/drawingml/2006/chart">
            <c:chart xmlns:c="http://schemas.openxmlformats.org/drawingml/2006/chart" xmlns:r="http://schemas.openxmlformats.org/officeDocument/2006/relationships" r:id="rId3"/>
          </a:graphicData>
        </a:graphic>
      </p:graphicFrame>
      <p:sp>
        <p:nvSpPr>
          <p:cNvPr id="23" name="TextBox 22">
            <a:extLst>
              <a:ext uri="{FF2B5EF4-FFF2-40B4-BE49-F238E27FC236}">
                <a16:creationId xmlns:a16="http://schemas.microsoft.com/office/drawing/2014/main" id="{E2FC43DA-1619-3D85-20B8-5F94ED469529}"/>
              </a:ext>
            </a:extLst>
          </p:cNvPr>
          <p:cNvSpPr txBox="1"/>
          <p:nvPr/>
        </p:nvSpPr>
        <p:spPr>
          <a:xfrm>
            <a:off x="7780143" y="3918122"/>
            <a:ext cx="2957861" cy="215444"/>
          </a:xfrm>
          <a:prstGeom prst="rect">
            <a:avLst/>
          </a:prstGeom>
          <a:solidFill>
            <a:srgbClr val="C00000"/>
          </a:solidFill>
          <a:ln w="6350">
            <a:solidFill>
              <a:schemeClr val="bg1"/>
            </a:solidFill>
          </a:ln>
        </p:spPr>
        <p:txBody>
          <a:bodyPr wrap="none">
            <a:spAutoFit/>
          </a:bodyPr>
          <a:lstStyle/>
          <a:p>
            <a:r>
              <a:rPr lang="en-US" sz="800" dirty="0">
                <a:solidFill>
                  <a:schemeClr val="bg1"/>
                </a:solidFill>
                <a:latin typeface="Lato" panose="020F0502020204030203" pitchFamily="34" charset="0"/>
                <a:ea typeface="Lato" panose="020F0502020204030203" pitchFamily="34" charset="0"/>
                <a:cs typeface="Lato" panose="020F0502020204030203" pitchFamily="34" charset="0"/>
              </a:rPr>
              <a:t>Prevention of major incident impacting EU Start of Day (SOD)</a:t>
            </a:r>
            <a:endParaRPr lang="en-US" sz="800" dirty="0">
              <a:solidFill>
                <a:schemeClr val="bg1"/>
              </a:solidFill>
            </a:endParaRPr>
          </a:p>
        </p:txBody>
      </p:sp>
      <p:graphicFrame>
        <p:nvGraphicFramePr>
          <p:cNvPr id="24" name="Chart 23">
            <a:extLst>
              <a:ext uri="{FF2B5EF4-FFF2-40B4-BE49-F238E27FC236}">
                <a16:creationId xmlns:a16="http://schemas.microsoft.com/office/drawing/2014/main" id="{444B19EA-C458-DD4D-8C47-64AC3CBBDAEC}"/>
              </a:ext>
            </a:extLst>
          </p:cNvPr>
          <p:cNvGraphicFramePr>
            <a:graphicFrameLocks/>
          </p:cNvGraphicFramePr>
          <p:nvPr/>
        </p:nvGraphicFramePr>
        <p:xfrm>
          <a:off x="398698" y="4010023"/>
          <a:ext cx="5580000" cy="21600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5" name="Chart 24">
            <a:extLst>
              <a:ext uri="{FF2B5EF4-FFF2-40B4-BE49-F238E27FC236}">
                <a16:creationId xmlns:a16="http://schemas.microsoft.com/office/drawing/2014/main" id="{45FC7DBF-4358-3368-CF0E-93457A968A08}"/>
              </a:ext>
            </a:extLst>
          </p:cNvPr>
          <p:cNvGraphicFramePr>
            <a:graphicFrameLocks/>
          </p:cNvGraphicFramePr>
          <p:nvPr/>
        </p:nvGraphicFramePr>
        <p:xfrm>
          <a:off x="398698" y="1619153"/>
          <a:ext cx="5580000" cy="2160000"/>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8817202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DC16CA-19FB-F6D4-3C10-230564EFBA21}"/>
            </a:ext>
          </a:extLst>
        </p:cNvPr>
        <p:cNvGrpSpPr/>
        <p:nvPr/>
      </p:nvGrpSpPr>
      <p:grpSpPr>
        <a:xfrm>
          <a:off x="0" y="0"/>
          <a:ext cx="0" cy="0"/>
          <a:chOff x="0" y="0"/>
          <a:chExt cx="0" cy="0"/>
        </a:xfrm>
      </p:grpSpPr>
      <p:pic>
        <p:nvPicPr>
          <p:cNvPr id="14" name="Espace réservé pour une image  6">
            <a:extLst>
              <a:ext uri="{FF2B5EF4-FFF2-40B4-BE49-F238E27FC236}">
                <a16:creationId xmlns:a16="http://schemas.microsoft.com/office/drawing/2014/main" id="{29624426-73C2-4AA6-7228-66A424AAB154}"/>
              </a:ext>
            </a:extLst>
          </p:cNvPr>
          <p:cNvPicPr>
            <a:picLocks noChangeAspect="1"/>
          </p:cNvPicPr>
          <p:nvPr/>
        </p:nvPicPr>
        <p:blipFill>
          <a:blip r:embed="rId3" cstate="print">
            <a:extLst>
              <a:ext uri="{28A0092B-C50C-407E-A947-70E740481C1C}">
                <a14:useLocalDpi xmlns:a14="http://schemas.microsoft.com/office/drawing/2010/main"/>
              </a:ext>
            </a:extLst>
          </a:blip>
          <a:srcRect/>
          <a:stretch>
            <a:fillRect/>
          </a:stretch>
        </p:blipFill>
        <p:spPr>
          <a:xfrm>
            <a:off x="7626350" y="415670"/>
            <a:ext cx="4157663" cy="6296025"/>
          </a:xfrm>
          <a:prstGeom prst="rect">
            <a:avLst/>
          </a:prstGeom>
          <a:solidFill>
            <a:prstClr val="white">
              <a:lumMod val="95000"/>
            </a:prstClr>
          </a:solidFill>
        </p:spPr>
      </p:pic>
      <p:sp>
        <p:nvSpPr>
          <p:cNvPr id="9" name="Espace réservé du texte 8">
            <a:extLst>
              <a:ext uri="{FF2B5EF4-FFF2-40B4-BE49-F238E27FC236}">
                <a16:creationId xmlns:a16="http://schemas.microsoft.com/office/drawing/2014/main" id="{7F604CEA-8462-D3EB-DF00-B376E7F407F5}"/>
              </a:ext>
            </a:extLst>
          </p:cNvPr>
          <p:cNvSpPr>
            <a:spLocks noGrp="1"/>
          </p:cNvSpPr>
          <p:nvPr>
            <p:ph type="body" sz="quarter" idx="13"/>
          </p:nvPr>
        </p:nvSpPr>
        <p:spPr>
          <a:xfrm>
            <a:off x="854075" y="1429807"/>
            <a:ext cx="515977" cy="309327"/>
          </a:xfrm>
        </p:spPr>
        <p:txBody>
          <a:bodyPr/>
          <a:lstStyle/>
          <a:p>
            <a:r>
              <a:rPr lang="en-GB" noProof="0" dirty="0"/>
              <a:t>03</a:t>
            </a:r>
          </a:p>
        </p:txBody>
      </p:sp>
      <p:sp>
        <p:nvSpPr>
          <p:cNvPr id="3" name="Espace réservé du numéro de diapositive 2">
            <a:extLst>
              <a:ext uri="{FF2B5EF4-FFF2-40B4-BE49-F238E27FC236}">
                <a16:creationId xmlns:a16="http://schemas.microsoft.com/office/drawing/2014/main" id="{1A248ED6-15C1-463C-8358-C3C03206BAC6}"/>
              </a:ext>
            </a:extLst>
          </p:cNvPr>
          <p:cNvSpPr>
            <a:spLocks noGrp="1"/>
          </p:cNvSpPr>
          <p:nvPr>
            <p:ph type="sldNum" sz="quarter" idx="4294967295"/>
          </p:nvPr>
        </p:nvSpPr>
        <p:spPr>
          <a:xfrm>
            <a:off x="9448800" y="6384925"/>
            <a:ext cx="2743200" cy="365125"/>
          </a:xfrm>
        </p:spPr>
        <p:txBody>
          <a:bodyPr/>
          <a:lstStyle/>
          <a:p>
            <a:fld id="{29BED1D5-2372-4BA3-AEA9-1F7A0F9A5921}" type="slidenum">
              <a:rPr lang="en-GB" noProof="0" smtClean="0"/>
              <a:pPr/>
              <a:t>7</a:t>
            </a:fld>
            <a:endParaRPr lang="en-GB" sz="900" kern="1200" noProof="0" dirty="0">
              <a:solidFill>
                <a:schemeClr val="accent1">
                  <a:lumMod val="75000"/>
                </a:schemeClr>
              </a:solidFill>
              <a:ea typeface="+mn-ea"/>
              <a:cs typeface="+mn-cs"/>
            </a:endParaRPr>
          </a:p>
        </p:txBody>
      </p:sp>
      <p:grpSp>
        <p:nvGrpSpPr>
          <p:cNvPr id="4" name="Groupe 3">
            <a:extLst>
              <a:ext uri="{FF2B5EF4-FFF2-40B4-BE49-F238E27FC236}">
                <a16:creationId xmlns:a16="http://schemas.microsoft.com/office/drawing/2014/main" id="{3830BF5F-D153-3D11-450A-0ED25B6C53F7}"/>
              </a:ext>
            </a:extLst>
          </p:cNvPr>
          <p:cNvGrpSpPr/>
          <p:nvPr/>
        </p:nvGrpSpPr>
        <p:grpSpPr>
          <a:xfrm>
            <a:off x="1370052" y="1430573"/>
            <a:ext cx="309327" cy="309327"/>
            <a:chOff x="2221936" y="705410"/>
            <a:chExt cx="309327" cy="309327"/>
          </a:xfrm>
        </p:grpSpPr>
        <p:sp>
          <p:nvSpPr>
            <p:cNvPr id="5" name="Ellipse 4">
              <a:extLst>
                <a:ext uri="{FF2B5EF4-FFF2-40B4-BE49-F238E27FC236}">
                  <a16:creationId xmlns:a16="http://schemas.microsoft.com/office/drawing/2014/main" id="{AF2242E7-7833-8521-99A3-9C42E0B08F07}"/>
                </a:ext>
              </a:extLst>
            </p:cNvPr>
            <p:cNvSpPr/>
            <p:nvPr/>
          </p:nvSpPr>
          <p:spPr>
            <a:xfrm>
              <a:off x="2221936" y="705410"/>
              <a:ext cx="309327" cy="309327"/>
            </a:xfrm>
            <a:prstGeom prst="ellipse">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b="1" noProof="0" dirty="0">
                <a:latin typeface="Arial" panose="020B0604020202020204" pitchFamily="34" charset="0"/>
              </a:endParaRPr>
            </a:p>
          </p:txBody>
        </p:sp>
        <p:grpSp>
          <p:nvGrpSpPr>
            <p:cNvPr id="6" name="Groupe 5">
              <a:extLst>
                <a:ext uri="{FF2B5EF4-FFF2-40B4-BE49-F238E27FC236}">
                  <a16:creationId xmlns:a16="http://schemas.microsoft.com/office/drawing/2014/main" id="{E57D510B-8EFC-143E-5109-36E12EE40C0E}"/>
                </a:ext>
              </a:extLst>
            </p:cNvPr>
            <p:cNvGrpSpPr/>
            <p:nvPr/>
          </p:nvGrpSpPr>
          <p:grpSpPr>
            <a:xfrm>
              <a:off x="2313710" y="819128"/>
              <a:ext cx="125779" cy="81891"/>
              <a:chOff x="3185111" y="815340"/>
              <a:chExt cx="125779" cy="81891"/>
            </a:xfrm>
          </p:grpSpPr>
          <p:cxnSp>
            <p:nvCxnSpPr>
              <p:cNvPr id="11" name="Connecteur droit 10">
                <a:extLst>
                  <a:ext uri="{FF2B5EF4-FFF2-40B4-BE49-F238E27FC236}">
                    <a16:creationId xmlns:a16="http://schemas.microsoft.com/office/drawing/2014/main" id="{EC4C5504-F79C-6EC2-74BB-1F89A8986840}"/>
                  </a:ext>
                </a:extLst>
              </p:cNvPr>
              <p:cNvCxnSpPr>
                <a:cxnSpLocks/>
              </p:cNvCxnSpPr>
              <p:nvPr/>
            </p:nvCxnSpPr>
            <p:spPr>
              <a:xfrm flipH="1">
                <a:off x="3185111" y="856285"/>
                <a:ext cx="125779" cy="0"/>
              </a:xfrm>
              <a:prstGeom prst="line">
                <a:avLst/>
              </a:prstGeom>
              <a:ln cap="rnd">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Connecteur droit 11">
                <a:extLst>
                  <a:ext uri="{FF2B5EF4-FFF2-40B4-BE49-F238E27FC236}">
                    <a16:creationId xmlns:a16="http://schemas.microsoft.com/office/drawing/2014/main" id="{F780A7A7-E595-AB19-DA1B-93FDC5A069DF}"/>
                  </a:ext>
                </a:extLst>
              </p:cNvPr>
              <p:cNvCxnSpPr>
                <a:cxnSpLocks/>
              </p:cNvCxnSpPr>
              <p:nvPr/>
            </p:nvCxnSpPr>
            <p:spPr>
              <a:xfrm flipH="1" flipV="1">
                <a:off x="3259455" y="815340"/>
                <a:ext cx="49530" cy="39981"/>
              </a:xfrm>
              <a:prstGeom prst="line">
                <a:avLst/>
              </a:prstGeom>
              <a:ln cap="rnd">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Connecteur droit 12">
                <a:extLst>
                  <a:ext uri="{FF2B5EF4-FFF2-40B4-BE49-F238E27FC236}">
                    <a16:creationId xmlns:a16="http://schemas.microsoft.com/office/drawing/2014/main" id="{97854919-419E-81BF-5620-8C9EDE7753F5}"/>
                  </a:ext>
                </a:extLst>
              </p:cNvPr>
              <p:cNvCxnSpPr>
                <a:cxnSpLocks/>
              </p:cNvCxnSpPr>
              <p:nvPr/>
            </p:nvCxnSpPr>
            <p:spPr>
              <a:xfrm flipH="1">
                <a:off x="3259455" y="857250"/>
                <a:ext cx="49530" cy="39981"/>
              </a:xfrm>
              <a:prstGeom prst="line">
                <a:avLst/>
              </a:prstGeom>
              <a:ln cap="rnd">
                <a:solidFill>
                  <a:schemeClr val="bg1"/>
                </a:solidFill>
              </a:ln>
            </p:spPr>
            <p:style>
              <a:lnRef idx="1">
                <a:schemeClr val="accent1"/>
              </a:lnRef>
              <a:fillRef idx="0">
                <a:schemeClr val="accent1"/>
              </a:fillRef>
              <a:effectRef idx="0">
                <a:schemeClr val="accent1"/>
              </a:effectRef>
              <a:fontRef idx="minor">
                <a:schemeClr val="tx1"/>
              </a:fontRef>
            </p:style>
          </p:cxnSp>
        </p:grpSp>
      </p:grpSp>
      <p:sp>
        <p:nvSpPr>
          <p:cNvPr id="7" name="Titre 1">
            <a:extLst>
              <a:ext uri="{FF2B5EF4-FFF2-40B4-BE49-F238E27FC236}">
                <a16:creationId xmlns:a16="http://schemas.microsoft.com/office/drawing/2014/main" id="{6DBEDFC1-4D7B-8827-CED5-5C7C4605FAAC}"/>
              </a:ext>
            </a:extLst>
          </p:cNvPr>
          <p:cNvSpPr txBox="1">
            <a:spLocks/>
          </p:cNvSpPr>
          <p:nvPr/>
        </p:nvSpPr>
        <p:spPr>
          <a:xfrm>
            <a:off x="854074" y="2295208"/>
            <a:ext cx="6269102" cy="1495794"/>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lang="fr-FR" sz="6000" b="1" kern="1200" cap="all" spc="200" baseline="0" smtClean="0">
                <a:solidFill>
                  <a:schemeClr val="accent1"/>
                </a:solidFill>
                <a:latin typeface="Arial" pitchFamily="34" charset="0"/>
                <a:ea typeface="+mn-ea"/>
                <a:cs typeface="+mn-cs"/>
              </a:defRPr>
            </a:lvl1pPr>
          </a:lstStyle>
          <a:p>
            <a:r>
              <a:rPr lang="fr-FR" sz="3600" b="1" i="0" dirty="0">
                <a:solidFill>
                  <a:schemeClr val="bg1"/>
                </a:solidFill>
                <a:latin typeface="Arial" panose="020B0604020202020204" pitchFamily="34" charset="0"/>
              </a:rPr>
              <a:t>AI for Production Support Intelligence (APSI) </a:t>
            </a:r>
          </a:p>
        </p:txBody>
      </p:sp>
      <p:sp>
        <p:nvSpPr>
          <p:cNvPr id="16" name="TextBox 15">
            <a:extLst>
              <a:ext uri="{FF2B5EF4-FFF2-40B4-BE49-F238E27FC236}">
                <a16:creationId xmlns:a16="http://schemas.microsoft.com/office/drawing/2014/main" id="{7210EE9C-9C59-2E11-F2B9-0BD1AC0573A8}"/>
              </a:ext>
            </a:extLst>
          </p:cNvPr>
          <p:cNvSpPr txBox="1"/>
          <p:nvPr/>
        </p:nvSpPr>
        <p:spPr>
          <a:xfrm>
            <a:off x="854075" y="4944377"/>
            <a:ext cx="1650965" cy="369332"/>
          </a:xfrm>
          <a:prstGeom prst="rect">
            <a:avLst/>
          </a:prstGeom>
          <a:noFill/>
        </p:spPr>
        <p:txBody>
          <a:bodyPr wrap="none" rtlCol="0">
            <a:spAutoFit/>
          </a:bodyPr>
          <a:lstStyle/>
          <a:p>
            <a:r>
              <a:rPr lang="en-MY" dirty="0">
                <a:solidFill>
                  <a:schemeClr val="bg1"/>
                </a:solidFill>
              </a:rPr>
              <a:t>Fakhri Yahaya</a:t>
            </a:r>
            <a:endParaRPr lang="en-US" dirty="0">
              <a:solidFill>
                <a:schemeClr val="bg1"/>
              </a:solidFill>
            </a:endParaRPr>
          </a:p>
        </p:txBody>
      </p:sp>
    </p:spTree>
    <p:extLst>
      <p:ext uri="{BB962C8B-B14F-4D97-AF65-F5344CB8AC3E}">
        <p14:creationId xmlns:p14="http://schemas.microsoft.com/office/powerpoint/2010/main" val="15317456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72A6CF-F5D3-5AAD-6017-280CA7D4B8B4}"/>
            </a:ext>
          </a:extLst>
        </p:cNvPr>
        <p:cNvGrpSpPr/>
        <p:nvPr/>
      </p:nvGrpSpPr>
      <p:grpSpPr>
        <a:xfrm>
          <a:off x="0" y="0"/>
          <a:ext cx="0" cy="0"/>
          <a:chOff x="0" y="0"/>
          <a:chExt cx="0" cy="0"/>
        </a:xfrm>
      </p:grpSpPr>
      <p:sp>
        <p:nvSpPr>
          <p:cNvPr id="3" name="Espace réservé du pied de page 2">
            <a:extLst>
              <a:ext uri="{FF2B5EF4-FFF2-40B4-BE49-F238E27FC236}">
                <a16:creationId xmlns:a16="http://schemas.microsoft.com/office/drawing/2014/main" id="{5385E133-A124-657F-D95B-A0FC54E3E97C}"/>
              </a:ext>
            </a:extLst>
          </p:cNvPr>
          <p:cNvSpPr>
            <a:spLocks noGrp="1"/>
          </p:cNvSpPr>
          <p:nvPr>
            <p:ph type="ftr" sz="quarter" idx="10"/>
          </p:nvPr>
        </p:nvSpPr>
        <p:spPr/>
        <p:txBody>
          <a:bodyPr/>
          <a:lstStyle/>
          <a:p>
            <a:pPr algn="l"/>
            <a:r>
              <a:rPr lang="en-GB" noProof="0" dirty="0"/>
              <a:t>Presentation title</a:t>
            </a:r>
          </a:p>
        </p:txBody>
      </p:sp>
      <p:sp>
        <p:nvSpPr>
          <p:cNvPr id="7" name="Espace réservé du numéro de diapositive 6">
            <a:extLst>
              <a:ext uri="{FF2B5EF4-FFF2-40B4-BE49-F238E27FC236}">
                <a16:creationId xmlns:a16="http://schemas.microsoft.com/office/drawing/2014/main" id="{8BD75A4E-981D-AAFD-3048-7B61671093B5}"/>
              </a:ext>
            </a:extLst>
          </p:cNvPr>
          <p:cNvSpPr>
            <a:spLocks noGrp="1"/>
          </p:cNvSpPr>
          <p:nvPr>
            <p:ph type="sldNum" sz="quarter" idx="11"/>
          </p:nvPr>
        </p:nvSpPr>
        <p:spPr/>
        <p:txBody>
          <a:bodyPr/>
          <a:lstStyle/>
          <a:p>
            <a:fld id="{29BED1D5-2372-4BA3-AEA9-1F7A0F9A5921}" type="slidenum">
              <a:rPr lang="en-GB" noProof="0" smtClean="0"/>
              <a:pPr/>
              <a:t>8</a:t>
            </a:fld>
            <a:endParaRPr lang="en-GB" sz="900" kern="1200" noProof="0" dirty="0">
              <a:solidFill>
                <a:schemeClr val="accent1">
                  <a:lumMod val="75000"/>
                </a:schemeClr>
              </a:solidFill>
              <a:ea typeface="+mn-ea"/>
              <a:cs typeface="+mn-cs"/>
            </a:endParaRPr>
          </a:p>
        </p:txBody>
      </p:sp>
      <p:sp>
        <p:nvSpPr>
          <p:cNvPr id="8" name="Titre 7">
            <a:extLst>
              <a:ext uri="{FF2B5EF4-FFF2-40B4-BE49-F238E27FC236}">
                <a16:creationId xmlns:a16="http://schemas.microsoft.com/office/drawing/2014/main" id="{0682C693-F07C-9F59-7D48-2F922EE37AC6}"/>
              </a:ext>
            </a:extLst>
          </p:cNvPr>
          <p:cNvSpPr>
            <a:spLocks noGrp="1"/>
          </p:cNvSpPr>
          <p:nvPr>
            <p:ph type="title"/>
          </p:nvPr>
        </p:nvSpPr>
        <p:spPr/>
        <p:txBody>
          <a:bodyPr/>
          <a:lstStyle/>
          <a:p>
            <a:r>
              <a:rPr lang="en-US" noProof="0" dirty="0"/>
              <a:t>Write the title of your slide here</a:t>
            </a:r>
            <a:endParaRPr lang="en-GB" noProof="0" dirty="0"/>
          </a:p>
        </p:txBody>
      </p:sp>
      <p:sp>
        <p:nvSpPr>
          <p:cNvPr id="9" name="Espace réservé du texte 8">
            <a:extLst>
              <a:ext uri="{FF2B5EF4-FFF2-40B4-BE49-F238E27FC236}">
                <a16:creationId xmlns:a16="http://schemas.microsoft.com/office/drawing/2014/main" id="{A154106C-ABAD-F8C0-EAE0-3EFD3DCEB392}"/>
              </a:ext>
            </a:extLst>
          </p:cNvPr>
          <p:cNvSpPr>
            <a:spLocks noGrp="1"/>
          </p:cNvSpPr>
          <p:nvPr>
            <p:ph type="body" sz="quarter" idx="12"/>
          </p:nvPr>
        </p:nvSpPr>
        <p:spPr>
          <a:xfrm>
            <a:off x="442912" y="735890"/>
            <a:ext cx="5244656" cy="327025"/>
          </a:xfrm>
          <a:solidFill>
            <a:srgbClr val="004652"/>
          </a:solidFill>
        </p:spPr>
        <p:txBody>
          <a:bodyPr/>
          <a:lstStyle/>
          <a:p>
            <a:r>
              <a:rPr lang="en-GB" noProof="0" dirty="0"/>
              <a:t>AI for Production Support Intelligence (APSI)</a:t>
            </a:r>
          </a:p>
        </p:txBody>
      </p:sp>
      <p:grpSp>
        <p:nvGrpSpPr>
          <p:cNvPr id="11" name="Groupe 10">
            <a:extLst>
              <a:ext uri="{FF2B5EF4-FFF2-40B4-BE49-F238E27FC236}">
                <a16:creationId xmlns:a16="http://schemas.microsoft.com/office/drawing/2014/main" id="{CE515823-2718-06A7-BBAD-3BE755DB81CA}"/>
              </a:ext>
            </a:extLst>
          </p:cNvPr>
          <p:cNvGrpSpPr/>
          <p:nvPr/>
        </p:nvGrpSpPr>
        <p:grpSpPr>
          <a:xfrm>
            <a:off x="5744154" y="735890"/>
            <a:ext cx="309327" cy="309327"/>
            <a:chOff x="2221936" y="705410"/>
            <a:chExt cx="309327" cy="309327"/>
          </a:xfrm>
        </p:grpSpPr>
        <p:sp>
          <p:nvSpPr>
            <p:cNvPr id="12" name="Ellipse 11">
              <a:extLst>
                <a:ext uri="{FF2B5EF4-FFF2-40B4-BE49-F238E27FC236}">
                  <a16:creationId xmlns:a16="http://schemas.microsoft.com/office/drawing/2014/main" id="{4302F834-30EE-8DB0-FA5A-ECEAC6E56931}"/>
                </a:ext>
              </a:extLst>
            </p:cNvPr>
            <p:cNvSpPr/>
            <p:nvPr/>
          </p:nvSpPr>
          <p:spPr>
            <a:xfrm>
              <a:off x="2221936" y="705410"/>
              <a:ext cx="309327" cy="309327"/>
            </a:xfrm>
            <a:prstGeom prst="ellipse">
              <a:avLst/>
            </a:prstGeom>
            <a:ln>
              <a:solidFill>
                <a:schemeClr val="accent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b="1" noProof="0" dirty="0">
                <a:latin typeface="Arial" panose="020B0604020202020204" pitchFamily="34" charset="0"/>
              </a:endParaRPr>
            </a:p>
          </p:txBody>
        </p:sp>
        <p:grpSp>
          <p:nvGrpSpPr>
            <p:cNvPr id="13" name="Groupe 12">
              <a:extLst>
                <a:ext uri="{FF2B5EF4-FFF2-40B4-BE49-F238E27FC236}">
                  <a16:creationId xmlns:a16="http://schemas.microsoft.com/office/drawing/2014/main" id="{8F509FD9-59F3-975A-3159-5F49BFDE061F}"/>
                </a:ext>
              </a:extLst>
            </p:cNvPr>
            <p:cNvGrpSpPr/>
            <p:nvPr/>
          </p:nvGrpSpPr>
          <p:grpSpPr>
            <a:xfrm>
              <a:off x="2313710" y="819128"/>
              <a:ext cx="125779" cy="81891"/>
              <a:chOff x="3185111" y="815340"/>
              <a:chExt cx="125779" cy="81891"/>
            </a:xfrm>
          </p:grpSpPr>
          <p:cxnSp>
            <p:nvCxnSpPr>
              <p:cNvPr id="14" name="Connecteur droit 13">
                <a:extLst>
                  <a:ext uri="{FF2B5EF4-FFF2-40B4-BE49-F238E27FC236}">
                    <a16:creationId xmlns:a16="http://schemas.microsoft.com/office/drawing/2014/main" id="{11AAF4E9-0944-9E76-45ED-A3C777AFFFF2}"/>
                  </a:ext>
                </a:extLst>
              </p:cNvPr>
              <p:cNvCxnSpPr>
                <a:cxnSpLocks/>
              </p:cNvCxnSpPr>
              <p:nvPr/>
            </p:nvCxnSpPr>
            <p:spPr>
              <a:xfrm flipH="1">
                <a:off x="3185111" y="856285"/>
                <a:ext cx="125779" cy="0"/>
              </a:xfrm>
              <a:prstGeom prst="line">
                <a:avLst/>
              </a:prstGeom>
              <a:ln cap="rnd">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5" name="Connecteur droit 14">
                <a:extLst>
                  <a:ext uri="{FF2B5EF4-FFF2-40B4-BE49-F238E27FC236}">
                    <a16:creationId xmlns:a16="http://schemas.microsoft.com/office/drawing/2014/main" id="{09358392-F6F9-4F4A-E17C-CED66B42EFE7}"/>
                  </a:ext>
                </a:extLst>
              </p:cNvPr>
              <p:cNvCxnSpPr>
                <a:cxnSpLocks/>
              </p:cNvCxnSpPr>
              <p:nvPr/>
            </p:nvCxnSpPr>
            <p:spPr>
              <a:xfrm flipH="1" flipV="1">
                <a:off x="3259455" y="815340"/>
                <a:ext cx="49530" cy="39981"/>
              </a:xfrm>
              <a:prstGeom prst="line">
                <a:avLst/>
              </a:prstGeom>
              <a:ln cap="rnd">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6" name="Connecteur droit 15">
                <a:extLst>
                  <a:ext uri="{FF2B5EF4-FFF2-40B4-BE49-F238E27FC236}">
                    <a16:creationId xmlns:a16="http://schemas.microsoft.com/office/drawing/2014/main" id="{93B5E81C-1307-8B03-B269-DE858EF2D565}"/>
                  </a:ext>
                </a:extLst>
              </p:cNvPr>
              <p:cNvCxnSpPr>
                <a:cxnSpLocks/>
              </p:cNvCxnSpPr>
              <p:nvPr/>
            </p:nvCxnSpPr>
            <p:spPr>
              <a:xfrm flipH="1">
                <a:off x="3259455" y="857250"/>
                <a:ext cx="49530" cy="39981"/>
              </a:xfrm>
              <a:prstGeom prst="line">
                <a:avLst/>
              </a:prstGeom>
              <a:ln cap="rnd">
                <a:solidFill>
                  <a:schemeClr val="accent6"/>
                </a:solidFill>
              </a:ln>
            </p:spPr>
            <p:style>
              <a:lnRef idx="1">
                <a:schemeClr val="accent1"/>
              </a:lnRef>
              <a:fillRef idx="0">
                <a:schemeClr val="accent1"/>
              </a:fillRef>
              <a:effectRef idx="0">
                <a:schemeClr val="accent1"/>
              </a:effectRef>
              <a:fontRef idx="minor">
                <a:schemeClr val="tx1"/>
              </a:fontRef>
            </p:style>
          </p:cxnSp>
        </p:grpSp>
      </p:grpSp>
      <p:pic>
        <p:nvPicPr>
          <p:cNvPr id="4" name="Picture 3">
            <a:extLst>
              <a:ext uri="{FF2B5EF4-FFF2-40B4-BE49-F238E27FC236}">
                <a16:creationId xmlns:a16="http://schemas.microsoft.com/office/drawing/2014/main" id="{24B54EBE-83C0-A1E9-2A38-33E0A35EEFA2}"/>
              </a:ext>
            </a:extLst>
          </p:cNvPr>
          <p:cNvPicPr>
            <a:picLocks noChangeAspect="1"/>
          </p:cNvPicPr>
          <p:nvPr/>
        </p:nvPicPr>
        <p:blipFill>
          <a:blip r:embed="rId2"/>
          <a:stretch>
            <a:fillRect/>
          </a:stretch>
        </p:blipFill>
        <p:spPr>
          <a:xfrm>
            <a:off x="800681" y="1204655"/>
            <a:ext cx="10268712" cy="5577096"/>
          </a:xfrm>
          <a:prstGeom prst="rect">
            <a:avLst/>
          </a:prstGeom>
        </p:spPr>
      </p:pic>
    </p:spTree>
    <p:extLst>
      <p:ext uri="{BB962C8B-B14F-4D97-AF65-F5344CB8AC3E}">
        <p14:creationId xmlns:p14="http://schemas.microsoft.com/office/powerpoint/2010/main" val="41797857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E524C9-E2BD-6935-10AF-6E3CC7F1EAED}"/>
            </a:ext>
          </a:extLst>
        </p:cNvPr>
        <p:cNvGrpSpPr/>
        <p:nvPr/>
      </p:nvGrpSpPr>
      <p:grpSpPr>
        <a:xfrm>
          <a:off x="0" y="0"/>
          <a:ext cx="0" cy="0"/>
          <a:chOff x="0" y="0"/>
          <a:chExt cx="0" cy="0"/>
        </a:xfrm>
      </p:grpSpPr>
      <p:sp>
        <p:nvSpPr>
          <p:cNvPr id="9" name="Espace réservé du texte 8">
            <a:extLst>
              <a:ext uri="{FF2B5EF4-FFF2-40B4-BE49-F238E27FC236}">
                <a16:creationId xmlns:a16="http://schemas.microsoft.com/office/drawing/2014/main" id="{9C9C29F5-CBED-3221-D476-0A8D020BDB52}"/>
              </a:ext>
            </a:extLst>
          </p:cNvPr>
          <p:cNvSpPr>
            <a:spLocks noGrp="1"/>
          </p:cNvSpPr>
          <p:nvPr>
            <p:ph type="body" sz="quarter" idx="13"/>
          </p:nvPr>
        </p:nvSpPr>
        <p:spPr>
          <a:xfrm>
            <a:off x="854075" y="1429807"/>
            <a:ext cx="515977" cy="309327"/>
          </a:xfrm>
        </p:spPr>
        <p:txBody>
          <a:bodyPr/>
          <a:lstStyle/>
          <a:p>
            <a:r>
              <a:rPr lang="en-GB" noProof="0" dirty="0"/>
              <a:t>0</a:t>
            </a:r>
            <a:r>
              <a:rPr lang="en-GB" dirty="0"/>
              <a:t>4</a:t>
            </a:r>
            <a:endParaRPr lang="en-GB" noProof="0" dirty="0"/>
          </a:p>
        </p:txBody>
      </p:sp>
      <p:sp>
        <p:nvSpPr>
          <p:cNvPr id="3" name="Espace réservé du numéro de diapositive 2">
            <a:extLst>
              <a:ext uri="{FF2B5EF4-FFF2-40B4-BE49-F238E27FC236}">
                <a16:creationId xmlns:a16="http://schemas.microsoft.com/office/drawing/2014/main" id="{4C193690-367A-765B-2276-76D69719FB0E}"/>
              </a:ext>
            </a:extLst>
          </p:cNvPr>
          <p:cNvSpPr>
            <a:spLocks noGrp="1"/>
          </p:cNvSpPr>
          <p:nvPr>
            <p:ph type="sldNum" sz="quarter" idx="4294967295"/>
          </p:nvPr>
        </p:nvSpPr>
        <p:spPr>
          <a:xfrm>
            <a:off x="9448800" y="6384925"/>
            <a:ext cx="2743200" cy="365125"/>
          </a:xfrm>
        </p:spPr>
        <p:txBody>
          <a:bodyPr/>
          <a:lstStyle/>
          <a:p>
            <a:fld id="{29BED1D5-2372-4BA3-AEA9-1F7A0F9A5921}" type="slidenum">
              <a:rPr lang="en-GB" noProof="0" smtClean="0"/>
              <a:pPr/>
              <a:t>9</a:t>
            </a:fld>
            <a:endParaRPr lang="en-GB" sz="900" kern="1200" noProof="0" dirty="0">
              <a:solidFill>
                <a:schemeClr val="accent1">
                  <a:lumMod val="75000"/>
                </a:schemeClr>
              </a:solidFill>
              <a:ea typeface="+mn-ea"/>
              <a:cs typeface="+mn-cs"/>
            </a:endParaRPr>
          </a:p>
        </p:txBody>
      </p:sp>
      <p:grpSp>
        <p:nvGrpSpPr>
          <p:cNvPr id="4" name="Groupe 3">
            <a:extLst>
              <a:ext uri="{FF2B5EF4-FFF2-40B4-BE49-F238E27FC236}">
                <a16:creationId xmlns:a16="http://schemas.microsoft.com/office/drawing/2014/main" id="{72292E1B-0688-99AE-B541-72517A542E44}"/>
              </a:ext>
            </a:extLst>
          </p:cNvPr>
          <p:cNvGrpSpPr/>
          <p:nvPr/>
        </p:nvGrpSpPr>
        <p:grpSpPr>
          <a:xfrm>
            <a:off x="1370052" y="1430573"/>
            <a:ext cx="309327" cy="309327"/>
            <a:chOff x="2221936" y="705410"/>
            <a:chExt cx="309327" cy="309327"/>
          </a:xfrm>
        </p:grpSpPr>
        <p:sp>
          <p:nvSpPr>
            <p:cNvPr id="5" name="Ellipse 4">
              <a:extLst>
                <a:ext uri="{FF2B5EF4-FFF2-40B4-BE49-F238E27FC236}">
                  <a16:creationId xmlns:a16="http://schemas.microsoft.com/office/drawing/2014/main" id="{B8974476-6F2D-E24E-7B2C-5B221933D612}"/>
                </a:ext>
              </a:extLst>
            </p:cNvPr>
            <p:cNvSpPr/>
            <p:nvPr/>
          </p:nvSpPr>
          <p:spPr>
            <a:xfrm>
              <a:off x="2221936" y="705410"/>
              <a:ext cx="309327" cy="309327"/>
            </a:xfrm>
            <a:prstGeom prst="ellipse">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b="1" noProof="0" dirty="0">
                <a:latin typeface="Arial" panose="020B0604020202020204" pitchFamily="34" charset="0"/>
              </a:endParaRPr>
            </a:p>
          </p:txBody>
        </p:sp>
        <p:grpSp>
          <p:nvGrpSpPr>
            <p:cNvPr id="6" name="Groupe 5">
              <a:extLst>
                <a:ext uri="{FF2B5EF4-FFF2-40B4-BE49-F238E27FC236}">
                  <a16:creationId xmlns:a16="http://schemas.microsoft.com/office/drawing/2014/main" id="{D9C44E34-5714-7660-499E-80374E7E7908}"/>
                </a:ext>
              </a:extLst>
            </p:cNvPr>
            <p:cNvGrpSpPr/>
            <p:nvPr/>
          </p:nvGrpSpPr>
          <p:grpSpPr>
            <a:xfrm>
              <a:off x="2313710" y="819128"/>
              <a:ext cx="125779" cy="81891"/>
              <a:chOff x="3185111" y="815340"/>
              <a:chExt cx="125779" cy="81891"/>
            </a:xfrm>
          </p:grpSpPr>
          <p:cxnSp>
            <p:nvCxnSpPr>
              <p:cNvPr id="11" name="Connecteur droit 10">
                <a:extLst>
                  <a:ext uri="{FF2B5EF4-FFF2-40B4-BE49-F238E27FC236}">
                    <a16:creationId xmlns:a16="http://schemas.microsoft.com/office/drawing/2014/main" id="{BE401749-7E41-CC55-5EEF-07E9306BC74A}"/>
                  </a:ext>
                </a:extLst>
              </p:cNvPr>
              <p:cNvCxnSpPr>
                <a:cxnSpLocks/>
              </p:cNvCxnSpPr>
              <p:nvPr/>
            </p:nvCxnSpPr>
            <p:spPr>
              <a:xfrm flipH="1">
                <a:off x="3185111" y="856285"/>
                <a:ext cx="125779" cy="0"/>
              </a:xfrm>
              <a:prstGeom prst="line">
                <a:avLst/>
              </a:prstGeom>
              <a:ln cap="rnd">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Connecteur droit 11">
                <a:extLst>
                  <a:ext uri="{FF2B5EF4-FFF2-40B4-BE49-F238E27FC236}">
                    <a16:creationId xmlns:a16="http://schemas.microsoft.com/office/drawing/2014/main" id="{7C31EBDB-1C1F-248F-6C76-8720B4BBA5F4}"/>
                  </a:ext>
                </a:extLst>
              </p:cNvPr>
              <p:cNvCxnSpPr>
                <a:cxnSpLocks/>
              </p:cNvCxnSpPr>
              <p:nvPr/>
            </p:nvCxnSpPr>
            <p:spPr>
              <a:xfrm flipH="1" flipV="1">
                <a:off x="3259455" y="815340"/>
                <a:ext cx="49530" cy="39981"/>
              </a:xfrm>
              <a:prstGeom prst="line">
                <a:avLst/>
              </a:prstGeom>
              <a:ln cap="rnd">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Connecteur droit 12">
                <a:extLst>
                  <a:ext uri="{FF2B5EF4-FFF2-40B4-BE49-F238E27FC236}">
                    <a16:creationId xmlns:a16="http://schemas.microsoft.com/office/drawing/2014/main" id="{BC9CEF57-17B9-EB7B-8874-138C27D78016}"/>
                  </a:ext>
                </a:extLst>
              </p:cNvPr>
              <p:cNvCxnSpPr>
                <a:cxnSpLocks/>
              </p:cNvCxnSpPr>
              <p:nvPr/>
            </p:nvCxnSpPr>
            <p:spPr>
              <a:xfrm flipH="1">
                <a:off x="3259455" y="857250"/>
                <a:ext cx="49530" cy="39981"/>
              </a:xfrm>
              <a:prstGeom prst="line">
                <a:avLst/>
              </a:prstGeom>
              <a:ln cap="rnd">
                <a:solidFill>
                  <a:schemeClr val="bg1"/>
                </a:solidFill>
              </a:ln>
            </p:spPr>
            <p:style>
              <a:lnRef idx="1">
                <a:schemeClr val="accent1"/>
              </a:lnRef>
              <a:fillRef idx="0">
                <a:schemeClr val="accent1"/>
              </a:fillRef>
              <a:effectRef idx="0">
                <a:schemeClr val="accent1"/>
              </a:effectRef>
              <a:fontRef idx="minor">
                <a:schemeClr val="tx1"/>
              </a:fontRef>
            </p:style>
          </p:cxnSp>
        </p:grpSp>
      </p:grpSp>
      <p:sp>
        <p:nvSpPr>
          <p:cNvPr id="7" name="Titre 1">
            <a:extLst>
              <a:ext uri="{FF2B5EF4-FFF2-40B4-BE49-F238E27FC236}">
                <a16:creationId xmlns:a16="http://schemas.microsoft.com/office/drawing/2014/main" id="{D3A870E7-1DC8-D0F9-3978-F012BE1131FA}"/>
              </a:ext>
            </a:extLst>
          </p:cNvPr>
          <p:cNvSpPr txBox="1">
            <a:spLocks/>
          </p:cNvSpPr>
          <p:nvPr/>
        </p:nvSpPr>
        <p:spPr>
          <a:xfrm>
            <a:off x="854074" y="2295208"/>
            <a:ext cx="4531741" cy="1107996"/>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lang="fr-FR" sz="6000" b="1" kern="1200" cap="all" spc="200" baseline="0" smtClean="0">
                <a:solidFill>
                  <a:schemeClr val="accent1"/>
                </a:solidFill>
                <a:latin typeface="Arial" pitchFamily="34" charset="0"/>
                <a:ea typeface="+mn-ea"/>
                <a:cs typeface="+mn-cs"/>
              </a:defRPr>
            </a:lvl1pPr>
          </a:lstStyle>
          <a:p>
            <a:r>
              <a:rPr lang="fr-FR" sz="4000" b="1" i="0" dirty="0">
                <a:solidFill>
                  <a:schemeClr val="bg1"/>
                </a:solidFill>
                <a:latin typeface="Arial" panose="020B0604020202020204" pitchFamily="34" charset="0"/>
              </a:rPr>
              <a:t>New </a:t>
            </a:r>
            <a:r>
              <a:rPr lang="fr-FR" sz="4000" b="1" i="0" dirty="0" err="1">
                <a:solidFill>
                  <a:schemeClr val="bg1"/>
                </a:solidFill>
                <a:latin typeface="Arial" panose="020B0604020202020204" pitchFamily="34" charset="0"/>
              </a:rPr>
              <a:t>joinerS</a:t>
            </a:r>
            <a:r>
              <a:rPr lang="fr-FR" sz="4000" b="1" i="0" dirty="0">
                <a:solidFill>
                  <a:schemeClr val="bg1"/>
                </a:solidFill>
                <a:latin typeface="Arial" panose="020B0604020202020204" pitchFamily="34" charset="0"/>
              </a:rPr>
              <a:t> introduction</a:t>
            </a:r>
          </a:p>
        </p:txBody>
      </p:sp>
      <p:pic>
        <p:nvPicPr>
          <p:cNvPr id="10" name="Espace réservé pour une image  14">
            <a:extLst>
              <a:ext uri="{FF2B5EF4-FFF2-40B4-BE49-F238E27FC236}">
                <a16:creationId xmlns:a16="http://schemas.microsoft.com/office/drawing/2014/main" id="{19EFCCB1-8A18-DFF3-8DB4-A6AAF774742B}"/>
              </a:ext>
            </a:extLst>
          </p:cNvPr>
          <p:cNvPicPr>
            <a:picLocks noGrp="1" noChangeAspect="1"/>
          </p:cNvPicPr>
          <p:nvPr>
            <p:ph type="pic" sz="quarter" idx="14"/>
          </p:nvPr>
        </p:nvPicPr>
        <p:blipFill>
          <a:blip r:embed="rId3" cstate="print">
            <a:extLst>
              <a:ext uri="{28A0092B-C50C-407E-A947-70E740481C1C}">
                <a14:useLocalDpi xmlns:a14="http://schemas.microsoft.com/office/drawing/2010/main"/>
              </a:ext>
            </a:extLst>
          </a:blip>
          <a:srcRect l="21" r="21"/>
          <a:stretch>
            <a:fillRect/>
          </a:stretch>
        </p:blipFill>
        <p:spPr>
          <a:xfrm>
            <a:off x="7644638" y="280987"/>
            <a:ext cx="4157663" cy="6296025"/>
          </a:xfrm>
          <a:prstGeom prst="rect">
            <a:avLst/>
          </a:prstGeom>
          <a:solidFill>
            <a:prstClr val="white">
              <a:lumMod val="95000"/>
            </a:prstClr>
          </a:solidFill>
        </p:spPr>
      </p:pic>
    </p:spTree>
    <p:extLst>
      <p:ext uri="{BB962C8B-B14F-4D97-AF65-F5344CB8AC3E}">
        <p14:creationId xmlns:p14="http://schemas.microsoft.com/office/powerpoint/2010/main" val="22552326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D46249-965D-56F0-843A-B744E671E1F5}"/>
            </a:ext>
          </a:extLst>
        </p:cNvPr>
        <p:cNvGrpSpPr/>
        <p:nvPr/>
      </p:nvGrpSpPr>
      <p:grpSpPr>
        <a:xfrm>
          <a:off x="0" y="0"/>
          <a:ext cx="0" cy="0"/>
          <a:chOff x="0" y="0"/>
          <a:chExt cx="0" cy="0"/>
        </a:xfrm>
      </p:grpSpPr>
      <p:sp>
        <p:nvSpPr>
          <p:cNvPr id="3" name="Espace réservé du pied de page 2">
            <a:extLst>
              <a:ext uri="{FF2B5EF4-FFF2-40B4-BE49-F238E27FC236}">
                <a16:creationId xmlns:a16="http://schemas.microsoft.com/office/drawing/2014/main" id="{1239CC05-2502-D3A9-F79E-2946D895DA26}"/>
              </a:ext>
            </a:extLst>
          </p:cNvPr>
          <p:cNvSpPr>
            <a:spLocks noGrp="1"/>
          </p:cNvSpPr>
          <p:nvPr>
            <p:ph type="ftr" sz="quarter" idx="10"/>
          </p:nvPr>
        </p:nvSpPr>
        <p:spPr/>
        <p:txBody>
          <a:bodyPr/>
          <a:lstStyle/>
          <a:p>
            <a:pPr algn="l"/>
            <a:r>
              <a:rPr lang="en-GB" noProof="0" dirty="0"/>
              <a:t>Presentation title</a:t>
            </a:r>
          </a:p>
        </p:txBody>
      </p:sp>
      <p:sp>
        <p:nvSpPr>
          <p:cNvPr id="7" name="Espace réservé du numéro de diapositive 6">
            <a:extLst>
              <a:ext uri="{FF2B5EF4-FFF2-40B4-BE49-F238E27FC236}">
                <a16:creationId xmlns:a16="http://schemas.microsoft.com/office/drawing/2014/main" id="{8BBCD192-D5AC-E84B-9122-001CD38DC4C6}"/>
              </a:ext>
            </a:extLst>
          </p:cNvPr>
          <p:cNvSpPr>
            <a:spLocks noGrp="1"/>
          </p:cNvSpPr>
          <p:nvPr>
            <p:ph type="sldNum" sz="quarter" idx="11"/>
          </p:nvPr>
        </p:nvSpPr>
        <p:spPr/>
        <p:txBody>
          <a:bodyPr/>
          <a:lstStyle/>
          <a:p>
            <a:fld id="{29BED1D5-2372-4BA3-AEA9-1F7A0F9A5921}" type="slidenum">
              <a:rPr lang="en-GB" noProof="0" smtClean="0"/>
              <a:pPr/>
              <a:t>10</a:t>
            </a:fld>
            <a:endParaRPr lang="en-GB" sz="900" kern="1200" noProof="0" dirty="0">
              <a:solidFill>
                <a:schemeClr val="accent1">
                  <a:lumMod val="75000"/>
                </a:schemeClr>
              </a:solidFill>
              <a:ea typeface="+mn-ea"/>
              <a:cs typeface="+mn-cs"/>
            </a:endParaRPr>
          </a:p>
        </p:txBody>
      </p:sp>
      <p:sp>
        <p:nvSpPr>
          <p:cNvPr id="9" name="Espace réservé du texte 8">
            <a:extLst>
              <a:ext uri="{FF2B5EF4-FFF2-40B4-BE49-F238E27FC236}">
                <a16:creationId xmlns:a16="http://schemas.microsoft.com/office/drawing/2014/main" id="{A2149798-4460-E8F5-20A8-2F64E4AB86EC}"/>
              </a:ext>
            </a:extLst>
          </p:cNvPr>
          <p:cNvSpPr>
            <a:spLocks noGrp="1"/>
          </p:cNvSpPr>
          <p:nvPr>
            <p:ph type="body" sz="quarter" idx="12"/>
          </p:nvPr>
        </p:nvSpPr>
        <p:spPr>
          <a:xfrm>
            <a:off x="442912" y="735890"/>
            <a:ext cx="2931223" cy="327025"/>
          </a:xfrm>
          <a:solidFill>
            <a:srgbClr val="004652"/>
          </a:solidFill>
        </p:spPr>
        <p:txBody>
          <a:bodyPr/>
          <a:lstStyle/>
          <a:p>
            <a:r>
              <a:rPr lang="en-GB" noProof="0" dirty="0"/>
              <a:t>New joiners October 2026</a:t>
            </a:r>
          </a:p>
        </p:txBody>
      </p:sp>
      <p:grpSp>
        <p:nvGrpSpPr>
          <p:cNvPr id="11" name="Groupe 10">
            <a:extLst>
              <a:ext uri="{FF2B5EF4-FFF2-40B4-BE49-F238E27FC236}">
                <a16:creationId xmlns:a16="http://schemas.microsoft.com/office/drawing/2014/main" id="{7E8D274F-2539-D411-645D-C523C368DFD9}"/>
              </a:ext>
            </a:extLst>
          </p:cNvPr>
          <p:cNvGrpSpPr/>
          <p:nvPr/>
        </p:nvGrpSpPr>
        <p:grpSpPr>
          <a:xfrm>
            <a:off x="3476442" y="735890"/>
            <a:ext cx="309327" cy="309327"/>
            <a:chOff x="2221936" y="705410"/>
            <a:chExt cx="309327" cy="309327"/>
          </a:xfrm>
        </p:grpSpPr>
        <p:sp>
          <p:nvSpPr>
            <p:cNvPr id="12" name="Ellipse 11">
              <a:extLst>
                <a:ext uri="{FF2B5EF4-FFF2-40B4-BE49-F238E27FC236}">
                  <a16:creationId xmlns:a16="http://schemas.microsoft.com/office/drawing/2014/main" id="{8C343543-5660-B98F-0B4F-F6742F7BDDCE}"/>
                </a:ext>
              </a:extLst>
            </p:cNvPr>
            <p:cNvSpPr/>
            <p:nvPr/>
          </p:nvSpPr>
          <p:spPr>
            <a:xfrm>
              <a:off x="2221936" y="705410"/>
              <a:ext cx="309327" cy="309327"/>
            </a:xfrm>
            <a:prstGeom prst="ellipse">
              <a:avLst/>
            </a:prstGeom>
            <a:ln>
              <a:solidFill>
                <a:schemeClr val="accent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b="1" noProof="0" dirty="0">
                <a:latin typeface="Arial" panose="020B0604020202020204" pitchFamily="34" charset="0"/>
              </a:endParaRPr>
            </a:p>
          </p:txBody>
        </p:sp>
        <p:grpSp>
          <p:nvGrpSpPr>
            <p:cNvPr id="13" name="Groupe 12">
              <a:extLst>
                <a:ext uri="{FF2B5EF4-FFF2-40B4-BE49-F238E27FC236}">
                  <a16:creationId xmlns:a16="http://schemas.microsoft.com/office/drawing/2014/main" id="{69602D73-0D11-8543-5ED5-BBC397D16E84}"/>
                </a:ext>
              </a:extLst>
            </p:cNvPr>
            <p:cNvGrpSpPr/>
            <p:nvPr/>
          </p:nvGrpSpPr>
          <p:grpSpPr>
            <a:xfrm>
              <a:off x="2313710" y="819128"/>
              <a:ext cx="125779" cy="81891"/>
              <a:chOff x="3185111" y="815340"/>
              <a:chExt cx="125779" cy="81891"/>
            </a:xfrm>
          </p:grpSpPr>
          <p:cxnSp>
            <p:nvCxnSpPr>
              <p:cNvPr id="14" name="Connecteur droit 13">
                <a:extLst>
                  <a:ext uri="{FF2B5EF4-FFF2-40B4-BE49-F238E27FC236}">
                    <a16:creationId xmlns:a16="http://schemas.microsoft.com/office/drawing/2014/main" id="{AD15FC3D-AD18-B6EA-8E45-3EA0695E1B0E}"/>
                  </a:ext>
                </a:extLst>
              </p:cNvPr>
              <p:cNvCxnSpPr>
                <a:cxnSpLocks/>
              </p:cNvCxnSpPr>
              <p:nvPr/>
            </p:nvCxnSpPr>
            <p:spPr>
              <a:xfrm flipH="1">
                <a:off x="3185111" y="856285"/>
                <a:ext cx="125779" cy="0"/>
              </a:xfrm>
              <a:prstGeom prst="line">
                <a:avLst/>
              </a:prstGeom>
              <a:ln cap="rnd">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5" name="Connecteur droit 14">
                <a:extLst>
                  <a:ext uri="{FF2B5EF4-FFF2-40B4-BE49-F238E27FC236}">
                    <a16:creationId xmlns:a16="http://schemas.microsoft.com/office/drawing/2014/main" id="{EEE9B15B-F220-5947-D1F5-7F5C17BEF766}"/>
                  </a:ext>
                </a:extLst>
              </p:cNvPr>
              <p:cNvCxnSpPr>
                <a:cxnSpLocks/>
              </p:cNvCxnSpPr>
              <p:nvPr/>
            </p:nvCxnSpPr>
            <p:spPr>
              <a:xfrm flipH="1" flipV="1">
                <a:off x="3259455" y="815340"/>
                <a:ext cx="49530" cy="39981"/>
              </a:xfrm>
              <a:prstGeom prst="line">
                <a:avLst/>
              </a:prstGeom>
              <a:ln cap="rnd">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6" name="Connecteur droit 15">
                <a:extLst>
                  <a:ext uri="{FF2B5EF4-FFF2-40B4-BE49-F238E27FC236}">
                    <a16:creationId xmlns:a16="http://schemas.microsoft.com/office/drawing/2014/main" id="{E3A6BE4A-9BB2-6AE7-E9AA-1FE2F98D0356}"/>
                  </a:ext>
                </a:extLst>
              </p:cNvPr>
              <p:cNvCxnSpPr>
                <a:cxnSpLocks/>
              </p:cNvCxnSpPr>
              <p:nvPr/>
            </p:nvCxnSpPr>
            <p:spPr>
              <a:xfrm flipH="1">
                <a:off x="3259455" y="857250"/>
                <a:ext cx="49530" cy="39981"/>
              </a:xfrm>
              <a:prstGeom prst="line">
                <a:avLst/>
              </a:prstGeom>
              <a:ln cap="rnd">
                <a:solidFill>
                  <a:schemeClr val="accent6"/>
                </a:solidFill>
              </a:ln>
            </p:spPr>
            <p:style>
              <a:lnRef idx="1">
                <a:schemeClr val="accent1"/>
              </a:lnRef>
              <a:fillRef idx="0">
                <a:schemeClr val="accent1"/>
              </a:fillRef>
              <a:effectRef idx="0">
                <a:schemeClr val="accent1"/>
              </a:effectRef>
              <a:fontRef idx="minor">
                <a:schemeClr val="tx1"/>
              </a:fontRef>
            </p:style>
          </p:cxnSp>
        </p:grpSp>
      </p:grpSp>
      <p:graphicFrame>
        <p:nvGraphicFramePr>
          <p:cNvPr id="17" name="Diagram 16">
            <a:extLst>
              <a:ext uri="{FF2B5EF4-FFF2-40B4-BE49-F238E27FC236}">
                <a16:creationId xmlns:a16="http://schemas.microsoft.com/office/drawing/2014/main" id="{D80D88EF-DF01-FA5D-104E-A2344C32AB11}"/>
              </a:ext>
            </a:extLst>
          </p:cNvPr>
          <p:cNvGraphicFramePr/>
          <p:nvPr>
            <p:extLst>
              <p:ext uri="{D42A27DB-BD31-4B8C-83A1-F6EECF244321}">
                <p14:modId xmlns:p14="http://schemas.microsoft.com/office/powerpoint/2010/main" val="1542314185"/>
              </p:ext>
            </p:extLst>
          </p:nvPr>
        </p:nvGraphicFramePr>
        <p:xfrm>
          <a:off x="2053216" y="1184640"/>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457792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999"/>
                                          </p:stCondLst>
                                        </p:cTn>
                                        <p:tgtEl>
                                          <p:spTgt spid="17">
                                            <p:graphicEl>
                                              <a:dgm id="{26BA245F-56A4-45ED-A78A-E102E87C6BAB}"/>
                                            </p:graphicEl>
                                          </p:spTgt>
                                        </p:tgtEl>
                                        <p:attrNameLst>
                                          <p:attrName>style.visibility</p:attrName>
                                        </p:attrNameLst>
                                      </p:cBhvr>
                                      <p:to>
                                        <p:strVal val="visible"/>
                                      </p:to>
                                    </p:set>
                                  </p:childTnLst>
                                </p:cTn>
                              </p:par>
                              <p:par>
                                <p:cTn id="7" presetID="2" presetClass="entr" presetSubtype="4" fill="hold" grpId="1" nodeType="withEffect">
                                  <p:stCondLst>
                                    <p:cond delay="0"/>
                                  </p:stCondLst>
                                  <p:childTnLst>
                                    <p:set>
                                      <p:cBhvr>
                                        <p:cTn id="8" dur="1" fill="hold">
                                          <p:stCondLst>
                                            <p:cond delay="0"/>
                                          </p:stCondLst>
                                        </p:cTn>
                                        <p:tgtEl>
                                          <p:spTgt spid="17">
                                            <p:graphicEl>
                                              <a:dgm id="{1A6AB42E-7350-4EA5-B7FC-E5F8E943251C}"/>
                                            </p:graphicEl>
                                          </p:spTgt>
                                        </p:tgtEl>
                                        <p:attrNameLst>
                                          <p:attrName>style.visibility</p:attrName>
                                        </p:attrNameLst>
                                      </p:cBhvr>
                                      <p:to>
                                        <p:strVal val="visible"/>
                                      </p:to>
                                    </p:set>
                                    <p:anim calcmode="lin" valueType="num">
                                      <p:cBhvr additive="base">
                                        <p:cTn id="9" dur="1000" fill="hold"/>
                                        <p:tgtEl>
                                          <p:spTgt spid="17">
                                            <p:graphicEl>
                                              <a:dgm id="{1A6AB42E-7350-4EA5-B7FC-E5F8E943251C}"/>
                                            </p:graphicEl>
                                          </p:spTgt>
                                        </p:tgtEl>
                                        <p:attrNameLst>
                                          <p:attrName>ppt_x</p:attrName>
                                        </p:attrNameLst>
                                      </p:cBhvr>
                                      <p:tavLst>
                                        <p:tav tm="0">
                                          <p:val>
                                            <p:strVal val="#ppt_x"/>
                                          </p:val>
                                        </p:tav>
                                        <p:tav tm="100000">
                                          <p:val>
                                            <p:strVal val="#ppt_x"/>
                                          </p:val>
                                        </p:tav>
                                      </p:tavLst>
                                    </p:anim>
                                    <p:anim calcmode="lin" valueType="num">
                                      <p:cBhvr additive="base">
                                        <p:cTn id="10" dur="1000" fill="hold"/>
                                        <p:tgtEl>
                                          <p:spTgt spid="17">
                                            <p:graphicEl>
                                              <a:dgm id="{1A6AB42E-7350-4EA5-B7FC-E5F8E943251C}"/>
                                            </p:graphicEl>
                                          </p:spTgt>
                                        </p:tgtEl>
                                        <p:attrNameLst>
                                          <p:attrName>ppt_y</p:attrName>
                                        </p:attrNameLst>
                                      </p:cBhvr>
                                      <p:tavLst>
                                        <p:tav tm="0">
                                          <p:val>
                                            <p:strVal val="1+#ppt_h/2"/>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1" nodeType="clickEffect">
                                  <p:stCondLst>
                                    <p:cond delay="0"/>
                                  </p:stCondLst>
                                  <p:childTnLst>
                                    <p:set>
                                      <p:cBhvr>
                                        <p:cTn id="14" dur="1" fill="hold">
                                          <p:stCondLst>
                                            <p:cond delay="999"/>
                                          </p:stCondLst>
                                        </p:cTn>
                                        <p:tgtEl>
                                          <p:spTgt spid="17">
                                            <p:graphicEl>
                                              <a:dgm id="{DDA7BD51-9460-4785-B31F-33FDDBDE5B8A}"/>
                                            </p:graphicEl>
                                          </p:spTgt>
                                        </p:tgtEl>
                                        <p:attrNameLst>
                                          <p:attrName>style.visibility</p:attrName>
                                        </p:attrNameLst>
                                      </p:cBhvr>
                                      <p:to>
                                        <p:strVal val="visible"/>
                                      </p:to>
                                    </p:set>
                                  </p:childTnLst>
                                </p:cTn>
                              </p:par>
                              <p:par>
                                <p:cTn id="15" presetID="2" presetClass="entr" presetSubtype="4" fill="hold" grpId="1" nodeType="withEffect">
                                  <p:stCondLst>
                                    <p:cond delay="0"/>
                                  </p:stCondLst>
                                  <p:childTnLst>
                                    <p:set>
                                      <p:cBhvr>
                                        <p:cTn id="16" dur="1" fill="hold">
                                          <p:stCondLst>
                                            <p:cond delay="0"/>
                                          </p:stCondLst>
                                        </p:cTn>
                                        <p:tgtEl>
                                          <p:spTgt spid="17">
                                            <p:graphicEl>
                                              <a:dgm id="{4EABB47F-99F6-4DF7-A827-371EDB51B3CF}"/>
                                            </p:graphicEl>
                                          </p:spTgt>
                                        </p:tgtEl>
                                        <p:attrNameLst>
                                          <p:attrName>style.visibility</p:attrName>
                                        </p:attrNameLst>
                                      </p:cBhvr>
                                      <p:to>
                                        <p:strVal val="visible"/>
                                      </p:to>
                                    </p:set>
                                    <p:anim calcmode="lin" valueType="num">
                                      <p:cBhvr additive="base">
                                        <p:cTn id="17" dur="1000" fill="hold"/>
                                        <p:tgtEl>
                                          <p:spTgt spid="17">
                                            <p:graphicEl>
                                              <a:dgm id="{4EABB47F-99F6-4DF7-A827-371EDB51B3CF}"/>
                                            </p:graphicEl>
                                          </p:spTgt>
                                        </p:tgtEl>
                                        <p:attrNameLst>
                                          <p:attrName>ppt_x</p:attrName>
                                        </p:attrNameLst>
                                      </p:cBhvr>
                                      <p:tavLst>
                                        <p:tav tm="0">
                                          <p:val>
                                            <p:strVal val="#ppt_x"/>
                                          </p:val>
                                        </p:tav>
                                        <p:tav tm="100000">
                                          <p:val>
                                            <p:strVal val="#ppt_x"/>
                                          </p:val>
                                        </p:tav>
                                      </p:tavLst>
                                    </p:anim>
                                    <p:anim calcmode="lin" valueType="num">
                                      <p:cBhvr additive="base">
                                        <p:cTn id="18" dur="1000" fill="hold"/>
                                        <p:tgtEl>
                                          <p:spTgt spid="17">
                                            <p:graphicEl>
                                              <a:dgm id="{4EABB47F-99F6-4DF7-A827-371EDB51B3CF}"/>
                                            </p:graphic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1" nodeType="clickEffect">
                                  <p:stCondLst>
                                    <p:cond delay="0"/>
                                  </p:stCondLst>
                                  <p:childTnLst>
                                    <p:set>
                                      <p:cBhvr>
                                        <p:cTn id="22" dur="1" fill="hold">
                                          <p:stCondLst>
                                            <p:cond delay="999"/>
                                          </p:stCondLst>
                                        </p:cTn>
                                        <p:tgtEl>
                                          <p:spTgt spid="17">
                                            <p:graphicEl>
                                              <a:dgm id="{06A01AE9-5874-4C65-BE5E-2BB2DFA312EC}"/>
                                            </p:graphicEl>
                                          </p:spTgt>
                                        </p:tgtEl>
                                        <p:attrNameLst>
                                          <p:attrName>style.visibility</p:attrName>
                                        </p:attrNameLst>
                                      </p:cBhvr>
                                      <p:to>
                                        <p:strVal val="visible"/>
                                      </p:to>
                                    </p:set>
                                  </p:childTnLst>
                                </p:cTn>
                              </p:par>
                              <p:par>
                                <p:cTn id="23" presetID="2" presetClass="entr" presetSubtype="4" fill="hold" grpId="1" nodeType="withEffect">
                                  <p:stCondLst>
                                    <p:cond delay="0"/>
                                  </p:stCondLst>
                                  <p:childTnLst>
                                    <p:set>
                                      <p:cBhvr>
                                        <p:cTn id="24" dur="1" fill="hold">
                                          <p:stCondLst>
                                            <p:cond delay="0"/>
                                          </p:stCondLst>
                                        </p:cTn>
                                        <p:tgtEl>
                                          <p:spTgt spid="17">
                                            <p:graphicEl>
                                              <a:dgm id="{5BF64F50-C325-478B-9DDC-A40D23DA0C2A}"/>
                                            </p:graphicEl>
                                          </p:spTgt>
                                        </p:tgtEl>
                                        <p:attrNameLst>
                                          <p:attrName>style.visibility</p:attrName>
                                        </p:attrNameLst>
                                      </p:cBhvr>
                                      <p:to>
                                        <p:strVal val="visible"/>
                                      </p:to>
                                    </p:set>
                                    <p:anim calcmode="lin" valueType="num">
                                      <p:cBhvr additive="base">
                                        <p:cTn id="25" dur="1000" fill="hold"/>
                                        <p:tgtEl>
                                          <p:spTgt spid="17">
                                            <p:graphicEl>
                                              <a:dgm id="{5BF64F50-C325-478B-9DDC-A40D23DA0C2A}"/>
                                            </p:graphicEl>
                                          </p:spTgt>
                                        </p:tgtEl>
                                        <p:attrNameLst>
                                          <p:attrName>ppt_x</p:attrName>
                                        </p:attrNameLst>
                                      </p:cBhvr>
                                      <p:tavLst>
                                        <p:tav tm="0">
                                          <p:val>
                                            <p:strVal val="#ppt_x"/>
                                          </p:val>
                                        </p:tav>
                                        <p:tav tm="100000">
                                          <p:val>
                                            <p:strVal val="#ppt_x"/>
                                          </p:val>
                                        </p:tav>
                                      </p:tavLst>
                                    </p:anim>
                                    <p:anim calcmode="lin" valueType="num">
                                      <p:cBhvr additive="base">
                                        <p:cTn id="26" dur="1000" fill="hold"/>
                                        <p:tgtEl>
                                          <p:spTgt spid="17">
                                            <p:graphicEl>
                                              <a:dgm id="{5BF64F50-C325-478B-9DDC-A40D23DA0C2A}"/>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7" grpId="1" uiExpand="1">
        <p:bldSub>
          <a:bldDgm bld="one"/>
        </p:bldSub>
      </p:bldGraphic>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9DA77-10FA-2F70-711C-1724BEE98851}"/>
            </a:ext>
          </a:extLst>
        </p:cNvPr>
        <p:cNvGrpSpPr/>
        <p:nvPr/>
      </p:nvGrpSpPr>
      <p:grpSpPr>
        <a:xfrm>
          <a:off x="0" y="0"/>
          <a:ext cx="0" cy="0"/>
          <a:chOff x="0" y="0"/>
          <a:chExt cx="0" cy="0"/>
        </a:xfrm>
      </p:grpSpPr>
      <p:pic>
        <p:nvPicPr>
          <p:cNvPr id="16" name="Espace réservé pour une image  19">
            <a:extLst>
              <a:ext uri="{FF2B5EF4-FFF2-40B4-BE49-F238E27FC236}">
                <a16:creationId xmlns:a16="http://schemas.microsoft.com/office/drawing/2014/main" id="{AC3DE6DD-1A4C-738D-C368-D2CFDA7D3036}"/>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7644638" y="369951"/>
            <a:ext cx="4157663" cy="6296025"/>
          </a:xfrm>
          <a:prstGeom prst="rect">
            <a:avLst/>
          </a:prstGeom>
          <a:solidFill>
            <a:prstClr val="white">
              <a:lumMod val="95000"/>
            </a:prstClr>
          </a:solidFill>
        </p:spPr>
      </p:pic>
      <p:sp>
        <p:nvSpPr>
          <p:cNvPr id="9" name="Espace réservé du texte 8">
            <a:extLst>
              <a:ext uri="{FF2B5EF4-FFF2-40B4-BE49-F238E27FC236}">
                <a16:creationId xmlns:a16="http://schemas.microsoft.com/office/drawing/2014/main" id="{EED5D8E3-9FBE-E496-A3A1-A8AB50B7F07C}"/>
              </a:ext>
            </a:extLst>
          </p:cNvPr>
          <p:cNvSpPr>
            <a:spLocks noGrp="1"/>
          </p:cNvSpPr>
          <p:nvPr>
            <p:ph type="body" sz="quarter" idx="13"/>
          </p:nvPr>
        </p:nvSpPr>
        <p:spPr>
          <a:xfrm>
            <a:off x="854075" y="1429807"/>
            <a:ext cx="515977" cy="309327"/>
          </a:xfrm>
        </p:spPr>
        <p:txBody>
          <a:bodyPr/>
          <a:lstStyle/>
          <a:p>
            <a:r>
              <a:rPr lang="en-GB" noProof="0" dirty="0"/>
              <a:t>05</a:t>
            </a:r>
          </a:p>
        </p:txBody>
      </p:sp>
      <p:sp>
        <p:nvSpPr>
          <p:cNvPr id="3" name="Espace réservé du numéro de diapositive 2">
            <a:extLst>
              <a:ext uri="{FF2B5EF4-FFF2-40B4-BE49-F238E27FC236}">
                <a16:creationId xmlns:a16="http://schemas.microsoft.com/office/drawing/2014/main" id="{69411D3F-742F-D80B-8538-FEDB09EB46A6}"/>
              </a:ext>
            </a:extLst>
          </p:cNvPr>
          <p:cNvSpPr>
            <a:spLocks noGrp="1"/>
          </p:cNvSpPr>
          <p:nvPr>
            <p:ph type="sldNum" sz="quarter" idx="4294967295"/>
          </p:nvPr>
        </p:nvSpPr>
        <p:spPr>
          <a:xfrm>
            <a:off x="9448800" y="6384925"/>
            <a:ext cx="2743200" cy="365125"/>
          </a:xfrm>
        </p:spPr>
        <p:txBody>
          <a:bodyPr/>
          <a:lstStyle/>
          <a:p>
            <a:fld id="{29BED1D5-2372-4BA3-AEA9-1F7A0F9A5921}" type="slidenum">
              <a:rPr lang="en-GB" noProof="0" smtClean="0"/>
              <a:pPr/>
              <a:t>11</a:t>
            </a:fld>
            <a:endParaRPr lang="en-GB" sz="900" kern="1200" noProof="0" dirty="0">
              <a:solidFill>
                <a:schemeClr val="accent1">
                  <a:lumMod val="75000"/>
                </a:schemeClr>
              </a:solidFill>
              <a:ea typeface="+mn-ea"/>
              <a:cs typeface="+mn-cs"/>
            </a:endParaRPr>
          </a:p>
        </p:txBody>
      </p:sp>
      <p:grpSp>
        <p:nvGrpSpPr>
          <p:cNvPr id="4" name="Groupe 3">
            <a:extLst>
              <a:ext uri="{FF2B5EF4-FFF2-40B4-BE49-F238E27FC236}">
                <a16:creationId xmlns:a16="http://schemas.microsoft.com/office/drawing/2014/main" id="{25B2EE1D-0783-60A7-17CA-5C95435FE96A}"/>
              </a:ext>
            </a:extLst>
          </p:cNvPr>
          <p:cNvGrpSpPr/>
          <p:nvPr/>
        </p:nvGrpSpPr>
        <p:grpSpPr>
          <a:xfrm>
            <a:off x="1370052" y="1430573"/>
            <a:ext cx="309327" cy="309327"/>
            <a:chOff x="2221936" y="705410"/>
            <a:chExt cx="309327" cy="309327"/>
          </a:xfrm>
        </p:grpSpPr>
        <p:sp>
          <p:nvSpPr>
            <p:cNvPr id="5" name="Ellipse 4">
              <a:extLst>
                <a:ext uri="{FF2B5EF4-FFF2-40B4-BE49-F238E27FC236}">
                  <a16:creationId xmlns:a16="http://schemas.microsoft.com/office/drawing/2014/main" id="{CA976D36-A945-980B-D99C-F831820903D5}"/>
                </a:ext>
              </a:extLst>
            </p:cNvPr>
            <p:cNvSpPr/>
            <p:nvPr/>
          </p:nvSpPr>
          <p:spPr>
            <a:xfrm>
              <a:off x="2221936" y="705410"/>
              <a:ext cx="309327" cy="309327"/>
            </a:xfrm>
            <a:prstGeom prst="ellipse">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b="1" noProof="0" dirty="0">
                <a:latin typeface="Arial" panose="020B0604020202020204" pitchFamily="34" charset="0"/>
              </a:endParaRPr>
            </a:p>
          </p:txBody>
        </p:sp>
        <p:grpSp>
          <p:nvGrpSpPr>
            <p:cNvPr id="6" name="Groupe 5">
              <a:extLst>
                <a:ext uri="{FF2B5EF4-FFF2-40B4-BE49-F238E27FC236}">
                  <a16:creationId xmlns:a16="http://schemas.microsoft.com/office/drawing/2014/main" id="{D57E1B99-1D7E-5592-A3A2-371386DB4A27}"/>
                </a:ext>
              </a:extLst>
            </p:cNvPr>
            <p:cNvGrpSpPr/>
            <p:nvPr/>
          </p:nvGrpSpPr>
          <p:grpSpPr>
            <a:xfrm>
              <a:off x="2313710" y="819128"/>
              <a:ext cx="125779" cy="81891"/>
              <a:chOff x="3185111" y="815340"/>
              <a:chExt cx="125779" cy="81891"/>
            </a:xfrm>
          </p:grpSpPr>
          <p:cxnSp>
            <p:nvCxnSpPr>
              <p:cNvPr id="11" name="Connecteur droit 10">
                <a:extLst>
                  <a:ext uri="{FF2B5EF4-FFF2-40B4-BE49-F238E27FC236}">
                    <a16:creationId xmlns:a16="http://schemas.microsoft.com/office/drawing/2014/main" id="{5DAC7B3E-33EC-302D-1FE6-4286C262567E}"/>
                  </a:ext>
                </a:extLst>
              </p:cNvPr>
              <p:cNvCxnSpPr>
                <a:cxnSpLocks/>
              </p:cNvCxnSpPr>
              <p:nvPr/>
            </p:nvCxnSpPr>
            <p:spPr>
              <a:xfrm flipH="1">
                <a:off x="3185111" y="856285"/>
                <a:ext cx="125779" cy="0"/>
              </a:xfrm>
              <a:prstGeom prst="line">
                <a:avLst/>
              </a:prstGeom>
              <a:ln cap="rnd">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Connecteur droit 11">
                <a:extLst>
                  <a:ext uri="{FF2B5EF4-FFF2-40B4-BE49-F238E27FC236}">
                    <a16:creationId xmlns:a16="http://schemas.microsoft.com/office/drawing/2014/main" id="{10DB1946-6358-BB76-2460-C1348785345E}"/>
                  </a:ext>
                </a:extLst>
              </p:cNvPr>
              <p:cNvCxnSpPr>
                <a:cxnSpLocks/>
              </p:cNvCxnSpPr>
              <p:nvPr/>
            </p:nvCxnSpPr>
            <p:spPr>
              <a:xfrm flipH="1" flipV="1">
                <a:off x="3259455" y="815340"/>
                <a:ext cx="49530" cy="39981"/>
              </a:xfrm>
              <a:prstGeom prst="line">
                <a:avLst/>
              </a:prstGeom>
              <a:ln cap="rnd">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Connecteur droit 12">
                <a:extLst>
                  <a:ext uri="{FF2B5EF4-FFF2-40B4-BE49-F238E27FC236}">
                    <a16:creationId xmlns:a16="http://schemas.microsoft.com/office/drawing/2014/main" id="{85DA344B-F539-6F72-17A6-80B370E79BAF}"/>
                  </a:ext>
                </a:extLst>
              </p:cNvPr>
              <p:cNvCxnSpPr>
                <a:cxnSpLocks/>
              </p:cNvCxnSpPr>
              <p:nvPr/>
            </p:nvCxnSpPr>
            <p:spPr>
              <a:xfrm flipH="1">
                <a:off x="3259455" y="857250"/>
                <a:ext cx="49530" cy="39981"/>
              </a:xfrm>
              <a:prstGeom prst="line">
                <a:avLst/>
              </a:prstGeom>
              <a:ln cap="rnd">
                <a:solidFill>
                  <a:schemeClr val="bg1"/>
                </a:solidFill>
              </a:ln>
            </p:spPr>
            <p:style>
              <a:lnRef idx="1">
                <a:schemeClr val="accent1"/>
              </a:lnRef>
              <a:fillRef idx="0">
                <a:schemeClr val="accent1"/>
              </a:fillRef>
              <a:effectRef idx="0">
                <a:schemeClr val="accent1"/>
              </a:effectRef>
              <a:fontRef idx="minor">
                <a:schemeClr val="tx1"/>
              </a:fontRef>
            </p:style>
          </p:cxnSp>
        </p:grpSp>
      </p:grpSp>
      <p:sp>
        <p:nvSpPr>
          <p:cNvPr id="7" name="Titre 1">
            <a:extLst>
              <a:ext uri="{FF2B5EF4-FFF2-40B4-BE49-F238E27FC236}">
                <a16:creationId xmlns:a16="http://schemas.microsoft.com/office/drawing/2014/main" id="{1285A718-A26C-33F5-5A77-3E8B0A645627}"/>
              </a:ext>
            </a:extLst>
          </p:cNvPr>
          <p:cNvSpPr txBox="1">
            <a:spLocks/>
          </p:cNvSpPr>
          <p:nvPr/>
        </p:nvSpPr>
        <p:spPr>
          <a:xfrm>
            <a:off x="854075" y="2631566"/>
            <a:ext cx="6698869" cy="886397"/>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lang="fr-FR" sz="6000" b="1" kern="1200" cap="all" spc="200" baseline="0" smtClean="0">
                <a:solidFill>
                  <a:schemeClr val="accent1"/>
                </a:solidFill>
                <a:latin typeface="Arial" pitchFamily="34" charset="0"/>
                <a:ea typeface="+mn-ea"/>
                <a:cs typeface="+mn-cs"/>
              </a:defRPr>
            </a:lvl1pPr>
          </a:lstStyle>
          <a:p>
            <a:r>
              <a:rPr lang="en-US" sz="3200" b="1" i="0" dirty="0">
                <a:solidFill>
                  <a:schemeClr val="bg1"/>
                </a:solidFill>
                <a:latin typeface="Arial" panose="020B0604020202020204" pitchFamily="34" charset="0"/>
              </a:rPr>
              <a:t>CACEIS API GATEWAY - Tech Ecosystems Solutions</a:t>
            </a:r>
            <a:endParaRPr lang="fr-FR" sz="3200" b="1" i="0" dirty="0">
              <a:solidFill>
                <a:schemeClr val="bg1"/>
              </a:solidFill>
              <a:latin typeface="Arial" panose="020B0604020202020204" pitchFamily="34" charset="0"/>
            </a:endParaRPr>
          </a:p>
        </p:txBody>
      </p:sp>
      <p:sp>
        <p:nvSpPr>
          <p:cNvPr id="17" name="TextBox 16">
            <a:extLst>
              <a:ext uri="{FF2B5EF4-FFF2-40B4-BE49-F238E27FC236}">
                <a16:creationId xmlns:a16="http://schemas.microsoft.com/office/drawing/2014/main" id="{75A04739-6835-0388-A11A-1FD1809DC315}"/>
              </a:ext>
            </a:extLst>
          </p:cNvPr>
          <p:cNvSpPr txBox="1"/>
          <p:nvPr/>
        </p:nvSpPr>
        <p:spPr>
          <a:xfrm>
            <a:off x="854075" y="4944377"/>
            <a:ext cx="2775119" cy="369332"/>
          </a:xfrm>
          <a:prstGeom prst="rect">
            <a:avLst/>
          </a:prstGeom>
          <a:noFill/>
        </p:spPr>
        <p:txBody>
          <a:bodyPr wrap="none" rtlCol="0">
            <a:spAutoFit/>
          </a:bodyPr>
          <a:lstStyle/>
          <a:p>
            <a:r>
              <a:rPr lang="en-MY" dirty="0">
                <a:solidFill>
                  <a:schemeClr val="bg1"/>
                </a:solidFill>
              </a:rPr>
              <a:t>Samantha Dharmarathna</a:t>
            </a:r>
            <a:endParaRPr lang="en-US" dirty="0">
              <a:solidFill>
                <a:schemeClr val="bg1"/>
              </a:solidFill>
            </a:endParaRPr>
          </a:p>
        </p:txBody>
      </p:sp>
    </p:spTree>
    <p:extLst>
      <p:ext uri="{BB962C8B-B14F-4D97-AF65-F5344CB8AC3E}">
        <p14:creationId xmlns:p14="http://schemas.microsoft.com/office/powerpoint/2010/main" val="12609628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A6DC91-4E2E-FFAD-FF62-26793E62ED7F}"/>
            </a:ext>
          </a:extLst>
        </p:cNvPr>
        <p:cNvGrpSpPr/>
        <p:nvPr/>
      </p:nvGrpSpPr>
      <p:grpSpPr>
        <a:xfrm>
          <a:off x="0" y="0"/>
          <a:ext cx="0" cy="0"/>
          <a:chOff x="0" y="0"/>
          <a:chExt cx="0" cy="0"/>
        </a:xfrm>
      </p:grpSpPr>
      <p:sp>
        <p:nvSpPr>
          <p:cNvPr id="3" name="Espace réservé du pied de page 2">
            <a:extLst>
              <a:ext uri="{FF2B5EF4-FFF2-40B4-BE49-F238E27FC236}">
                <a16:creationId xmlns:a16="http://schemas.microsoft.com/office/drawing/2014/main" id="{200700EE-5370-3C25-26A6-553019099086}"/>
              </a:ext>
            </a:extLst>
          </p:cNvPr>
          <p:cNvSpPr>
            <a:spLocks noGrp="1"/>
          </p:cNvSpPr>
          <p:nvPr>
            <p:ph type="ftr" sz="quarter" idx="10"/>
          </p:nvPr>
        </p:nvSpPr>
        <p:spPr/>
        <p:txBody>
          <a:bodyPr/>
          <a:lstStyle/>
          <a:p>
            <a:pPr algn="l"/>
            <a:r>
              <a:rPr lang="en-GB" noProof="0" dirty="0"/>
              <a:t>Presentation title</a:t>
            </a:r>
          </a:p>
        </p:txBody>
      </p:sp>
      <p:sp>
        <p:nvSpPr>
          <p:cNvPr id="7" name="Espace réservé du numéro de diapositive 6">
            <a:extLst>
              <a:ext uri="{FF2B5EF4-FFF2-40B4-BE49-F238E27FC236}">
                <a16:creationId xmlns:a16="http://schemas.microsoft.com/office/drawing/2014/main" id="{E1DA778B-E13D-C65D-A8BC-5C0F7FAEDC4E}"/>
              </a:ext>
            </a:extLst>
          </p:cNvPr>
          <p:cNvSpPr>
            <a:spLocks noGrp="1"/>
          </p:cNvSpPr>
          <p:nvPr>
            <p:ph type="sldNum" sz="quarter" idx="11"/>
          </p:nvPr>
        </p:nvSpPr>
        <p:spPr/>
        <p:txBody>
          <a:bodyPr/>
          <a:lstStyle/>
          <a:p>
            <a:fld id="{29BED1D5-2372-4BA3-AEA9-1F7A0F9A5921}" type="slidenum">
              <a:rPr lang="en-GB" noProof="0" smtClean="0"/>
              <a:pPr/>
              <a:t>12</a:t>
            </a:fld>
            <a:endParaRPr lang="en-GB" sz="900" kern="1200" noProof="0" dirty="0">
              <a:solidFill>
                <a:schemeClr val="accent1">
                  <a:lumMod val="75000"/>
                </a:schemeClr>
              </a:solidFill>
              <a:ea typeface="+mn-ea"/>
              <a:cs typeface="+mn-cs"/>
            </a:endParaRPr>
          </a:p>
        </p:txBody>
      </p:sp>
      <p:sp>
        <p:nvSpPr>
          <p:cNvPr id="10" name="Espace réservé du texte 9">
            <a:extLst>
              <a:ext uri="{FF2B5EF4-FFF2-40B4-BE49-F238E27FC236}">
                <a16:creationId xmlns:a16="http://schemas.microsoft.com/office/drawing/2014/main" id="{E565FFEB-512C-A01D-77B9-137E4DD16196}"/>
              </a:ext>
            </a:extLst>
          </p:cNvPr>
          <p:cNvSpPr>
            <a:spLocks noGrp="1"/>
          </p:cNvSpPr>
          <p:nvPr>
            <p:ph type="body" sz="quarter" idx="13"/>
          </p:nvPr>
        </p:nvSpPr>
        <p:spPr>
          <a:xfrm>
            <a:off x="6980289" y="1543367"/>
            <a:ext cx="4367225" cy="3232171"/>
          </a:xfrm>
        </p:spPr>
        <p:txBody>
          <a:bodyPr/>
          <a:lstStyle/>
          <a:p>
            <a:r>
              <a:rPr lang="en-US" u="sng" dirty="0">
                <a:solidFill>
                  <a:schemeClr val="tx2"/>
                </a:solidFill>
              </a:rPr>
              <a:t>TASKS PERFORMED</a:t>
            </a:r>
            <a:endParaRPr lang="en-US" dirty="0">
              <a:solidFill>
                <a:schemeClr val="tx2"/>
              </a:solidFill>
            </a:endParaRPr>
          </a:p>
          <a:p>
            <a:pPr marL="285750" indent="-285750">
              <a:buFont typeface="Arial" panose="020B0604020202020204" pitchFamily="34" charset="0"/>
              <a:buChar char="•"/>
            </a:pPr>
            <a:r>
              <a:rPr lang="en-US" dirty="0">
                <a:solidFill>
                  <a:schemeClr val="tx2"/>
                </a:solidFill>
              </a:rPr>
              <a:t>Implement Webhook monitoring dashboard</a:t>
            </a:r>
          </a:p>
          <a:p>
            <a:pPr marL="285750" indent="-285750">
              <a:buFont typeface="Arial" panose="020B0604020202020204" pitchFamily="34" charset="0"/>
              <a:buChar char="•"/>
            </a:pPr>
            <a:r>
              <a:rPr lang="en-US" dirty="0">
                <a:solidFill>
                  <a:schemeClr val="tx2"/>
                </a:solidFill>
              </a:rPr>
              <a:t>Onboard new APIs</a:t>
            </a:r>
          </a:p>
          <a:p>
            <a:pPr marL="285750" indent="-285750">
              <a:buFont typeface="Arial" panose="020B0604020202020204" pitchFamily="34" charset="0"/>
              <a:buChar char="•"/>
            </a:pPr>
            <a:r>
              <a:rPr lang="en-US" dirty="0">
                <a:solidFill>
                  <a:schemeClr val="tx2"/>
                </a:solidFill>
              </a:rPr>
              <a:t>Fixing technical issues related to APIs</a:t>
            </a:r>
          </a:p>
          <a:p>
            <a:endParaRPr lang="en-US" dirty="0">
              <a:solidFill>
                <a:schemeClr val="tx2"/>
              </a:solidFill>
            </a:endParaRPr>
          </a:p>
        </p:txBody>
      </p:sp>
      <p:sp>
        <p:nvSpPr>
          <p:cNvPr id="8" name="Titre 7">
            <a:extLst>
              <a:ext uri="{FF2B5EF4-FFF2-40B4-BE49-F238E27FC236}">
                <a16:creationId xmlns:a16="http://schemas.microsoft.com/office/drawing/2014/main" id="{6F354A6E-DED8-CD2E-7B2E-3863DAD79EF9}"/>
              </a:ext>
            </a:extLst>
          </p:cNvPr>
          <p:cNvSpPr>
            <a:spLocks noGrp="1"/>
          </p:cNvSpPr>
          <p:nvPr>
            <p:ph type="title"/>
          </p:nvPr>
        </p:nvSpPr>
        <p:spPr>
          <a:xfrm>
            <a:off x="433375" y="777223"/>
            <a:ext cx="10914139" cy="443198"/>
          </a:xfrm>
        </p:spPr>
        <p:txBody>
          <a:bodyPr/>
          <a:lstStyle/>
          <a:p>
            <a:r>
              <a:rPr lang="en-US" sz="3200" noProof="0" dirty="0">
                <a:solidFill>
                  <a:schemeClr val="accent1"/>
                </a:solidFill>
              </a:rPr>
              <a:t>Skill &amp; Tasks</a:t>
            </a:r>
            <a:endParaRPr lang="en-GB" sz="3200" noProof="0" dirty="0">
              <a:solidFill>
                <a:schemeClr val="accent1"/>
              </a:solidFill>
            </a:endParaRPr>
          </a:p>
        </p:txBody>
      </p:sp>
      <p:sp>
        <p:nvSpPr>
          <p:cNvPr id="5" name="Espace réservé du texte 9">
            <a:extLst>
              <a:ext uri="{FF2B5EF4-FFF2-40B4-BE49-F238E27FC236}">
                <a16:creationId xmlns:a16="http://schemas.microsoft.com/office/drawing/2014/main" id="{2AD0F6D9-6ED5-2294-ECA9-95DF03A76237}"/>
              </a:ext>
            </a:extLst>
          </p:cNvPr>
          <p:cNvSpPr txBox="1">
            <a:spLocks/>
          </p:cNvSpPr>
          <p:nvPr/>
        </p:nvSpPr>
        <p:spPr>
          <a:xfrm>
            <a:off x="1044346" y="1543366"/>
            <a:ext cx="4367225" cy="4473385"/>
          </a:xfrm>
          <a:prstGeom prst="rect">
            <a:avLst/>
          </a:prstGeom>
        </p:spPr>
        <p:txBody>
          <a:bodyPr vert="horz" lIns="72000" tIns="0" rIns="0" bIns="0" rtlCol="0">
            <a:noAutofit/>
          </a:bodyPr>
          <a:lstStyle>
            <a:lvl1pPr marL="0" indent="0" algn="l" defTabSz="72000" rtl="0" eaLnBrk="1" latinLnBrk="0" hangingPunct="1">
              <a:lnSpc>
                <a:spcPct val="120000"/>
              </a:lnSpc>
              <a:spcBef>
                <a:spcPts val="800"/>
              </a:spcBef>
              <a:spcAft>
                <a:spcPts val="800"/>
              </a:spcAft>
              <a:buFont typeface="Arial" panose="020B0604020202020204" pitchFamily="34" charset="0"/>
              <a:buNone/>
              <a:defRPr sz="1400" b="1" i="0" kern="1200">
                <a:solidFill>
                  <a:schemeClr val="bg1"/>
                </a:solidFill>
                <a:latin typeface="Arial" panose="020B0604020202020204" pitchFamily="34" charset="0"/>
                <a:ea typeface="+mn-ea"/>
                <a:cs typeface="+mn-cs"/>
              </a:defRPr>
            </a:lvl1pPr>
            <a:lvl2pPr marL="285750" indent="-285750" algn="l" defTabSz="72000" rtl="0" eaLnBrk="1" latinLnBrk="0" hangingPunct="1">
              <a:lnSpc>
                <a:spcPct val="90000"/>
              </a:lnSpc>
              <a:spcBef>
                <a:spcPts val="500"/>
              </a:spcBef>
              <a:spcAft>
                <a:spcPts val="500"/>
              </a:spcAft>
              <a:buClr>
                <a:schemeClr val="tx2"/>
              </a:buClr>
              <a:buFont typeface="Wingdings" panose="05000000000000000000" pitchFamily="2" charset="2"/>
              <a:buChar char="§"/>
              <a:defRPr sz="1400" b="0" i="0" kern="1200">
                <a:solidFill>
                  <a:schemeClr val="bg1">
                    <a:lumMod val="95000"/>
                  </a:schemeClr>
                </a:solidFill>
                <a:latin typeface="Arial" panose="020B0604020202020204" pitchFamily="34" charset="0"/>
                <a:ea typeface="+mn-ea"/>
                <a:cs typeface="+mn-cs"/>
              </a:defRPr>
            </a:lvl2pPr>
            <a:lvl3pPr marL="449263" indent="-228600" algn="l" defTabSz="72000" rtl="0" eaLnBrk="1" latinLnBrk="0" hangingPunct="1">
              <a:lnSpc>
                <a:spcPct val="90000"/>
              </a:lnSpc>
              <a:spcBef>
                <a:spcPts val="400"/>
              </a:spcBef>
              <a:buFont typeface="Wingdings" panose="05000000000000000000" pitchFamily="2" charset="2"/>
              <a:buChar char="§"/>
              <a:defRPr sz="1200" b="0" i="0" kern="1200">
                <a:solidFill>
                  <a:schemeClr val="bg1"/>
                </a:solidFill>
                <a:latin typeface="Arial" panose="020B0604020202020204" pitchFamily="34" charset="0"/>
                <a:ea typeface="+mn-ea"/>
                <a:cs typeface="+mn-cs"/>
              </a:defRPr>
            </a:lvl3pPr>
            <a:lvl4pPr marL="625475" indent="-152400" algn="l" defTabSz="72000" rtl="0" eaLnBrk="1" latinLnBrk="0" hangingPunct="1">
              <a:lnSpc>
                <a:spcPct val="90000"/>
              </a:lnSpc>
              <a:spcBef>
                <a:spcPts val="500"/>
              </a:spcBef>
              <a:buFont typeface="Wingdings" panose="05000000000000000000" pitchFamily="2" charset="2"/>
              <a:buChar char="§"/>
              <a:defRPr sz="1000" b="0" i="0" kern="1200">
                <a:solidFill>
                  <a:schemeClr val="bg1"/>
                </a:solidFill>
                <a:latin typeface="Arial" panose="020B0604020202020204" pitchFamily="34" charset="0"/>
                <a:ea typeface="+mn-ea"/>
                <a:cs typeface="+mn-cs"/>
              </a:defRPr>
            </a:lvl4pPr>
            <a:lvl5pPr marL="0" indent="0" algn="l" defTabSz="72000" rtl="0" eaLnBrk="1" latinLnBrk="0" hangingPunct="1">
              <a:lnSpc>
                <a:spcPct val="90000"/>
              </a:lnSpc>
              <a:spcBef>
                <a:spcPts val="800"/>
              </a:spcBef>
              <a:buFontTx/>
              <a:buNone/>
              <a:defRPr sz="1000" b="0" i="0" kern="1200">
                <a:solidFill>
                  <a:schemeClr val="bg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u="sng" dirty="0">
                <a:solidFill>
                  <a:schemeClr val="tx2"/>
                </a:solidFill>
              </a:rPr>
              <a:t>CORE SKILLS</a:t>
            </a:r>
            <a:endParaRPr lang="en-US" dirty="0">
              <a:solidFill>
                <a:schemeClr val="tx2"/>
              </a:solidFill>
            </a:endParaRPr>
          </a:p>
          <a:p>
            <a:pPr marL="285750" indent="-285750">
              <a:buFont typeface="Arial" panose="020B0604020202020204" pitchFamily="34" charset="0"/>
              <a:buChar char="•"/>
            </a:pPr>
            <a:r>
              <a:rPr lang="en-US" dirty="0">
                <a:solidFill>
                  <a:schemeClr val="tx2"/>
                </a:solidFill>
              </a:rPr>
              <a:t>Java/ J2EE</a:t>
            </a:r>
          </a:p>
          <a:p>
            <a:pPr marL="285750" indent="-285750">
              <a:buFont typeface="Arial" panose="020B0604020202020204" pitchFamily="34" charset="0"/>
              <a:buChar char="•"/>
            </a:pPr>
            <a:r>
              <a:rPr lang="en-US" dirty="0">
                <a:solidFill>
                  <a:schemeClr val="tx2"/>
                </a:solidFill>
              </a:rPr>
              <a:t>DB (Oracle, SQL Server, MY SQL, Dynamo DB)</a:t>
            </a:r>
          </a:p>
          <a:p>
            <a:pPr marL="285750" indent="-285750">
              <a:buFont typeface="Arial" panose="020B0604020202020204" pitchFamily="34" charset="0"/>
              <a:buChar char="•"/>
            </a:pPr>
            <a:r>
              <a:rPr lang="en-US" dirty="0">
                <a:solidFill>
                  <a:schemeClr val="tx2"/>
                </a:solidFill>
              </a:rPr>
              <a:t>React</a:t>
            </a:r>
          </a:p>
          <a:p>
            <a:pPr marL="285750" indent="-285750">
              <a:buFont typeface="Arial" panose="020B0604020202020204" pitchFamily="34" charset="0"/>
              <a:buChar char="•"/>
            </a:pPr>
            <a:r>
              <a:rPr lang="en-US" dirty="0">
                <a:solidFill>
                  <a:schemeClr val="tx2"/>
                </a:solidFill>
              </a:rPr>
              <a:t>React Native</a:t>
            </a:r>
          </a:p>
          <a:p>
            <a:pPr marL="285750" indent="-285750">
              <a:buFont typeface="Arial" panose="020B0604020202020204" pitchFamily="34" charset="0"/>
              <a:buChar char="•"/>
            </a:pPr>
            <a:r>
              <a:rPr lang="en-US" dirty="0">
                <a:solidFill>
                  <a:schemeClr val="tx2"/>
                </a:solidFill>
              </a:rPr>
              <a:t>Crystal Report/ Jasper Report</a:t>
            </a:r>
          </a:p>
          <a:p>
            <a:pPr marL="285750" indent="-285750">
              <a:buFont typeface="Arial" panose="020B0604020202020204" pitchFamily="34" charset="0"/>
              <a:buChar char="•"/>
            </a:pPr>
            <a:r>
              <a:rPr lang="en-US" dirty="0">
                <a:solidFill>
                  <a:schemeClr val="tx2"/>
                </a:solidFill>
              </a:rPr>
              <a:t>AWS</a:t>
            </a:r>
          </a:p>
          <a:p>
            <a:pPr marL="285750" indent="-285750">
              <a:buFont typeface="Arial" panose="020B0604020202020204" pitchFamily="34" charset="0"/>
              <a:buChar char="•"/>
            </a:pPr>
            <a:r>
              <a:rPr lang="en-US" dirty="0">
                <a:solidFill>
                  <a:schemeClr val="tx2"/>
                </a:solidFill>
              </a:rPr>
              <a:t>CI/CD</a:t>
            </a:r>
          </a:p>
          <a:p>
            <a:pPr marL="285750" indent="-285750">
              <a:buFont typeface="Arial" panose="020B0604020202020204" pitchFamily="34" charset="0"/>
              <a:buChar char="•"/>
            </a:pPr>
            <a:r>
              <a:rPr lang="en-US" dirty="0">
                <a:solidFill>
                  <a:schemeClr val="tx2"/>
                </a:solidFill>
              </a:rPr>
              <a:t>System Analysis and Design</a:t>
            </a:r>
          </a:p>
          <a:p>
            <a:pPr marL="285750" indent="-285750">
              <a:buFont typeface="Arial" panose="020B0604020202020204" pitchFamily="34" charset="0"/>
              <a:buChar char="•"/>
            </a:pPr>
            <a:r>
              <a:rPr lang="en-US" dirty="0">
                <a:solidFill>
                  <a:schemeClr val="tx2"/>
                </a:solidFill>
              </a:rPr>
              <a:t>Software Architecture</a:t>
            </a:r>
          </a:p>
        </p:txBody>
      </p:sp>
    </p:spTree>
    <p:extLst>
      <p:ext uri="{BB962C8B-B14F-4D97-AF65-F5344CB8AC3E}">
        <p14:creationId xmlns:p14="http://schemas.microsoft.com/office/powerpoint/2010/main" val="40053482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E9F66D-9B14-6B14-3CD9-B928D11D1AD1}"/>
            </a:ext>
          </a:extLst>
        </p:cNvPr>
        <p:cNvGrpSpPr/>
        <p:nvPr/>
      </p:nvGrpSpPr>
      <p:grpSpPr>
        <a:xfrm>
          <a:off x="0" y="0"/>
          <a:ext cx="0" cy="0"/>
          <a:chOff x="0" y="0"/>
          <a:chExt cx="0" cy="0"/>
        </a:xfrm>
      </p:grpSpPr>
      <p:sp>
        <p:nvSpPr>
          <p:cNvPr id="3" name="Espace réservé du pied de page 2">
            <a:extLst>
              <a:ext uri="{FF2B5EF4-FFF2-40B4-BE49-F238E27FC236}">
                <a16:creationId xmlns:a16="http://schemas.microsoft.com/office/drawing/2014/main" id="{0DE3FA61-6FF1-719D-0291-ACB23E3966B0}"/>
              </a:ext>
            </a:extLst>
          </p:cNvPr>
          <p:cNvSpPr>
            <a:spLocks noGrp="1"/>
          </p:cNvSpPr>
          <p:nvPr>
            <p:ph type="ftr" sz="quarter" idx="10"/>
          </p:nvPr>
        </p:nvSpPr>
        <p:spPr/>
        <p:txBody>
          <a:bodyPr/>
          <a:lstStyle/>
          <a:p>
            <a:pPr algn="l"/>
            <a:r>
              <a:rPr lang="en-GB" noProof="0" dirty="0"/>
              <a:t>Presentation title</a:t>
            </a:r>
          </a:p>
        </p:txBody>
      </p:sp>
      <p:sp>
        <p:nvSpPr>
          <p:cNvPr id="7" name="Espace réservé du numéro de diapositive 6">
            <a:extLst>
              <a:ext uri="{FF2B5EF4-FFF2-40B4-BE49-F238E27FC236}">
                <a16:creationId xmlns:a16="http://schemas.microsoft.com/office/drawing/2014/main" id="{20AC0272-2259-A9DB-84F7-DF2C4A2E5010}"/>
              </a:ext>
            </a:extLst>
          </p:cNvPr>
          <p:cNvSpPr>
            <a:spLocks noGrp="1"/>
          </p:cNvSpPr>
          <p:nvPr>
            <p:ph type="sldNum" sz="quarter" idx="11"/>
          </p:nvPr>
        </p:nvSpPr>
        <p:spPr/>
        <p:txBody>
          <a:bodyPr/>
          <a:lstStyle/>
          <a:p>
            <a:fld id="{29BED1D5-2372-4BA3-AEA9-1F7A0F9A5921}" type="slidenum">
              <a:rPr lang="en-GB" noProof="0" smtClean="0"/>
              <a:pPr/>
              <a:t>13</a:t>
            </a:fld>
            <a:endParaRPr lang="en-GB" sz="900" kern="1200" noProof="0" dirty="0">
              <a:solidFill>
                <a:schemeClr val="accent1">
                  <a:lumMod val="75000"/>
                </a:schemeClr>
              </a:solidFill>
              <a:ea typeface="+mn-ea"/>
              <a:cs typeface="+mn-cs"/>
            </a:endParaRPr>
          </a:p>
        </p:txBody>
      </p:sp>
      <p:sp>
        <p:nvSpPr>
          <p:cNvPr id="10" name="Espace réservé du texte 9">
            <a:extLst>
              <a:ext uri="{FF2B5EF4-FFF2-40B4-BE49-F238E27FC236}">
                <a16:creationId xmlns:a16="http://schemas.microsoft.com/office/drawing/2014/main" id="{6F5CF148-D901-D35E-DB20-72289F33467A}"/>
              </a:ext>
            </a:extLst>
          </p:cNvPr>
          <p:cNvSpPr>
            <a:spLocks noGrp="1"/>
          </p:cNvSpPr>
          <p:nvPr>
            <p:ph type="body" sz="quarter" idx="13"/>
          </p:nvPr>
        </p:nvSpPr>
        <p:spPr>
          <a:xfrm>
            <a:off x="433375" y="1723877"/>
            <a:ext cx="11350638" cy="4549923"/>
          </a:xfrm>
        </p:spPr>
        <p:txBody>
          <a:bodyPr/>
          <a:lstStyle/>
          <a:p>
            <a:r>
              <a:rPr lang="en-US" dirty="0">
                <a:solidFill>
                  <a:schemeClr val="tx2"/>
                </a:solidFill>
              </a:rPr>
              <a:t>It is an API manager based on WSO2 APIM and IDP product.</a:t>
            </a:r>
          </a:p>
          <a:p>
            <a:r>
              <a:rPr lang="en-US" dirty="0">
                <a:solidFill>
                  <a:schemeClr val="tx2"/>
                </a:solidFill>
              </a:rPr>
              <a:t>The API Manager is designed to expose and secure business APIs, enabling clients and partners to access services through a secure and highly available infrastructure.</a:t>
            </a:r>
          </a:p>
          <a:p>
            <a:r>
              <a:rPr lang="en-US" dirty="0">
                <a:solidFill>
                  <a:schemeClr val="tx2"/>
                </a:solidFill>
              </a:rPr>
              <a:t>1. Client credentials grant type/ Authorization code grant type</a:t>
            </a:r>
          </a:p>
          <a:p>
            <a:r>
              <a:rPr lang="en-US" dirty="0">
                <a:solidFill>
                  <a:schemeClr val="tx2"/>
                </a:solidFill>
              </a:rPr>
              <a:t>2. API level policies</a:t>
            </a:r>
          </a:p>
          <a:p>
            <a:pPr marL="742950" lvl="1">
              <a:buFont typeface="Wingdings" panose="05000000000000000000" pitchFamily="2" charset="2"/>
              <a:buChar char="ü"/>
            </a:pPr>
            <a:r>
              <a:rPr lang="en-US" b="1" dirty="0">
                <a:solidFill>
                  <a:schemeClr val="tx2"/>
                </a:solidFill>
              </a:rPr>
              <a:t>Rate limiting</a:t>
            </a:r>
          </a:p>
          <a:p>
            <a:pPr marL="742950" lvl="1">
              <a:buFont typeface="Wingdings" panose="05000000000000000000" pitchFamily="2" charset="2"/>
              <a:buChar char="ü"/>
            </a:pPr>
            <a:r>
              <a:rPr lang="en-US" b="1" dirty="0">
                <a:solidFill>
                  <a:schemeClr val="tx2"/>
                </a:solidFill>
              </a:rPr>
              <a:t>Response caching. Reduced backend queries</a:t>
            </a:r>
          </a:p>
          <a:p>
            <a:pPr marL="742950" lvl="1">
              <a:buFont typeface="Wingdings" panose="05000000000000000000" pitchFamily="2" charset="2"/>
              <a:buChar char="ü"/>
            </a:pPr>
            <a:r>
              <a:rPr lang="en-US" b="1" dirty="0">
                <a:solidFill>
                  <a:schemeClr val="tx2"/>
                </a:solidFill>
              </a:rPr>
              <a:t>Schema Validation - Enable the request and response validation against the </a:t>
            </a:r>
            <a:r>
              <a:rPr lang="en-US" b="1" dirty="0" err="1">
                <a:solidFill>
                  <a:schemeClr val="tx2"/>
                </a:solidFill>
              </a:rPr>
              <a:t>OpenAPI</a:t>
            </a:r>
            <a:r>
              <a:rPr lang="en-US" b="1" dirty="0">
                <a:solidFill>
                  <a:schemeClr val="tx2"/>
                </a:solidFill>
              </a:rPr>
              <a:t> definition</a:t>
            </a:r>
          </a:p>
          <a:p>
            <a:pPr marL="742950" lvl="1">
              <a:buFont typeface="Wingdings" panose="05000000000000000000" pitchFamily="2" charset="2"/>
              <a:buChar char="ü"/>
            </a:pPr>
            <a:r>
              <a:rPr lang="en-US" b="1" dirty="0">
                <a:solidFill>
                  <a:schemeClr val="tx2"/>
                </a:solidFill>
              </a:rPr>
              <a:t>Backend Throughput - Limits the total number of calls the API Manager is allowed to make to the backend</a:t>
            </a:r>
          </a:p>
          <a:p>
            <a:pPr marL="0" lvl="1" indent="0">
              <a:buNone/>
            </a:pPr>
            <a:r>
              <a:rPr lang="en-US" b="1" dirty="0">
                <a:solidFill>
                  <a:schemeClr val="tx2"/>
                </a:solidFill>
              </a:rPr>
              <a:t>3. Configure Alerts</a:t>
            </a:r>
          </a:p>
          <a:p>
            <a:r>
              <a:rPr lang="en-US" dirty="0">
                <a:solidFill>
                  <a:schemeClr val="tx2"/>
                </a:solidFill>
              </a:rPr>
              <a:t>4. CORS configuration</a:t>
            </a:r>
          </a:p>
          <a:p>
            <a:pPr lvl="4"/>
            <a:endParaRPr lang="en-GB" noProof="0" dirty="0"/>
          </a:p>
        </p:txBody>
      </p:sp>
      <p:sp>
        <p:nvSpPr>
          <p:cNvPr id="8" name="Titre 7">
            <a:extLst>
              <a:ext uri="{FF2B5EF4-FFF2-40B4-BE49-F238E27FC236}">
                <a16:creationId xmlns:a16="http://schemas.microsoft.com/office/drawing/2014/main" id="{45D59BA1-17F9-7455-D50E-11723CB68E33}"/>
              </a:ext>
            </a:extLst>
          </p:cNvPr>
          <p:cNvSpPr>
            <a:spLocks noGrp="1"/>
          </p:cNvSpPr>
          <p:nvPr>
            <p:ph type="title"/>
          </p:nvPr>
        </p:nvSpPr>
        <p:spPr>
          <a:xfrm>
            <a:off x="433375" y="777223"/>
            <a:ext cx="10914139" cy="443198"/>
          </a:xfrm>
        </p:spPr>
        <p:txBody>
          <a:bodyPr/>
          <a:lstStyle/>
          <a:p>
            <a:r>
              <a:rPr lang="en-US" sz="3200" noProof="0" dirty="0">
                <a:solidFill>
                  <a:schemeClr val="accent1"/>
                </a:solidFill>
              </a:rPr>
              <a:t>CACEIS API Gateway</a:t>
            </a:r>
            <a:endParaRPr lang="en-GB" sz="3200" noProof="0" dirty="0">
              <a:solidFill>
                <a:schemeClr val="accent1"/>
              </a:solidFill>
            </a:endParaRPr>
          </a:p>
        </p:txBody>
      </p:sp>
    </p:spTree>
    <p:extLst>
      <p:ext uri="{BB962C8B-B14F-4D97-AF65-F5344CB8AC3E}">
        <p14:creationId xmlns:p14="http://schemas.microsoft.com/office/powerpoint/2010/main" val="809768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1BF2AE1-08E5-8D08-AB2F-677EDFD7E12F}"/>
              </a:ext>
            </a:extLst>
          </p:cNvPr>
          <p:cNvSpPr>
            <a:spLocks noGrp="1"/>
          </p:cNvSpPr>
          <p:nvPr>
            <p:ph type="ftr" sz="quarter" idx="10"/>
          </p:nvPr>
        </p:nvSpPr>
        <p:spPr/>
        <p:txBody>
          <a:bodyPr/>
          <a:lstStyle/>
          <a:p>
            <a:r>
              <a:rPr lang="fr-FR"/>
              <a:t>Presentation title</a:t>
            </a:r>
            <a:endParaRPr lang="fr-FR" dirty="0"/>
          </a:p>
        </p:txBody>
      </p:sp>
      <p:sp>
        <p:nvSpPr>
          <p:cNvPr id="3" name="Slide Number Placeholder 2">
            <a:extLst>
              <a:ext uri="{FF2B5EF4-FFF2-40B4-BE49-F238E27FC236}">
                <a16:creationId xmlns:a16="http://schemas.microsoft.com/office/drawing/2014/main" id="{A9F0CD08-6204-FCDF-EE3F-D8E286273ACC}"/>
              </a:ext>
            </a:extLst>
          </p:cNvPr>
          <p:cNvSpPr>
            <a:spLocks noGrp="1"/>
          </p:cNvSpPr>
          <p:nvPr>
            <p:ph type="sldNum" sz="quarter" idx="11"/>
          </p:nvPr>
        </p:nvSpPr>
        <p:spPr/>
        <p:txBody>
          <a:bodyPr/>
          <a:lstStyle/>
          <a:p>
            <a:fld id="{29BED1D5-2372-4BA3-AEA9-1F7A0F9A5921}" type="slidenum">
              <a:rPr lang="fr-FR" smtClean="0"/>
              <a:pPr/>
              <a:t>14</a:t>
            </a:fld>
            <a:endParaRPr lang="fr-FR"/>
          </a:p>
        </p:txBody>
      </p:sp>
      <p:sp>
        <p:nvSpPr>
          <p:cNvPr id="5" name="Title 4">
            <a:extLst>
              <a:ext uri="{FF2B5EF4-FFF2-40B4-BE49-F238E27FC236}">
                <a16:creationId xmlns:a16="http://schemas.microsoft.com/office/drawing/2014/main" id="{FF928AA3-040D-4317-9902-F916D8381432}"/>
              </a:ext>
            </a:extLst>
          </p:cNvPr>
          <p:cNvSpPr>
            <a:spLocks noGrp="1"/>
          </p:cNvSpPr>
          <p:nvPr>
            <p:ph type="title"/>
          </p:nvPr>
        </p:nvSpPr>
        <p:spPr/>
        <p:txBody>
          <a:bodyPr/>
          <a:lstStyle/>
          <a:p>
            <a:r>
              <a:rPr lang="en-MY" dirty="0"/>
              <a:t>Applications </a:t>
            </a:r>
            <a:endParaRPr lang="en-US" dirty="0"/>
          </a:p>
        </p:txBody>
      </p:sp>
      <p:sp>
        <p:nvSpPr>
          <p:cNvPr id="9" name="Espace réservé du texte 9">
            <a:extLst>
              <a:ext uri="{FF2B5EF4-FFF2-40B4-BE49-F238E27FC236}">
                <a16:creationId xmlns:a16="http://schemas.microsoft.com/office/drawing/2014/main" id="{D2395B92-B34E-0A6F-7515-F06BF78E3A29}"/>
              </a:ext>
            </a:extLst>
          </p:cNvPr>
          <p:cNvSpPr>
            <a:spLocks noGrp="1"/>
          </p:cNvSpPr>
          <p:nvPr>
            <p:ph type="body" sz="quarter" idx="13"/>
          </p:nvPr>
        </p:nvSpPr>
        <p:spPr>
          <a:xfrm>
            <a:off x="412159" y="1349705"/>
            <a:ext cx="11350638" cy="4549923"/>
          </a:xfrm>
        </p:spPr>
        <p:txBody>
          <a:bodyPr/>
          <a:lstStyle/>
          <a:p>
            <a:r>
              <a:rPr lang="en-US" dirty="0">
                <a:solidFill>
                  <a:schemeClr val="tx2"/>
                </a:solidFill>
              </a:rPr>
              <a:t>RTM is an internal system developed by TAI team. It is used to monitor the status of the services.</a:t>
            </a:r>
          </a:p>
          <a:p>
            <a:pPr lvl="4"/>
            <a:endParaRPr lang="en-GB" noProof="0" dirty="0"/>
          </a:p>
        </p:txBody>
      </p:sp>
      <p:sp>
        <p:nvSpPr>
          <p:cNvPr id="10" name="Titre 7">
            <a:extLst>
              <a:ext uri="{FF2B5EF4-FFF2-40B4-BE49-F238E27FC236}">
                <a16:creationId xmlns:a16="http://schemas.microsoft.com/office/drawing/2014/main" id="{BA65ED9D-FAF5-39DE-E31C-878E52BAFA32}"/>
              </a:ext>
            </a:extLst>
          </p:cNvPr>
          <p:cNvSpPr txBox="1">
            <a:spLocks/>
          </p:cNvSpPr>
          <p:nvPr/>
        </p:nvSpPr>
        <p:spPr>
          <a:xfrm>
            <a:off x="433375" y="777223"/>
            <a:ext cx="10914139" cy="4431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3600" b="1" i="0" kern="1200">
                <a:solidFill>
                  <a:schemeClr val="bg1"/>
                </a:solidFill>
                <a:latin typeface="Arial" panose="020B0604020202020204" pitchFamily="34" charset="0"/>
                <a:ea typeface="+mj-ea"/>
                <a:cs typeface="+mj-cs"/>
              </a:defRPr>
            </a:lvl1pPr>
          </a:lstStyle>
          <a:p>
            <a:r>
              <a:rPr lang="en-MY" sz="3200" dirty="0">
                <a:solidFill>
                  <a:schemeClr val="accent1"/>
                </a:solidFill>
              </a:rPr>
              <a:t>RTM – IT Lines</a:t>
            </a:r>
            <a:endParaRPr lang="en-GB" sz="3200" dirty="0">
              <a:solidFill>
                <a:schemeClr val="accent1"/>
              </a:solidFill>
            </a:endParaRPr>
          </a:p>
        </p:txBody>
      </p:sp>
      <p:pic>
        <p:nvPicPr>
          <p:cNvPr id="12" name="Picture 11">
            <a:extLst>
              <a:ext uri="{FF2B5EF4-FFF2-40B4-BE49-F238E27FC236}">
                <a16:creationId xmlns:a16="http://schemas.microsoft.com/office/drawing/2014/main" id="{0CC5449F-C17B-567C-C103-E287EF2AD87B}"/>
              </a:ext>
            </a:extLst>
          </p:cNvPr>
          <p:cNvPicPr>
            <a:picLocks noChangeAspect="1"/>
          </p:cNvPicPr>
          <p:nvPr/>
        </p:nvPicPr>
        <p:blipFill>
          <a:blip r:embed="rId2"/>
          <a:stretch>
            <a:fillRect/>
          </a:stretch>
        </p:blipFill>
        <p:spPr>
          <a:xfrm>
            <a:off x="502919" y="1765274"/>
            <a:ext cx="8851753" cy="4487810"/>
          </a:xfrm>
          <a:prstGeom prst="rect">
            <a:avLst/>
          </a:prstGeom>
        </p:spPr>
      </p:pic>
    </p:spTree>
    <p:extLst>
      <p:ext uri="{BB962C8B-B14F-4D97-AF65-F5344CB8AC3E}">
        <p14:creationId xmlns:p14="http://schemas.microsoft.com/office/powerpoint/2010/main" val="3997969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848EE5-F481-0928-5B29-7FD2FBF7D949}"/>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BEB5B93E-8A26-77F2-E260-A15AB5BB0A14}"/>
              </a:ext>
            </a:extLst>
          </p:cNvPr>
          <p:cNvSpPr>
            <a:spLocks noGrp="1"/>
          </p:cNvSpPr>
          <p:nvPr>
            <p:ph type="ftr" sz="quarter" idx="10"/>
          </p:nvPr>
        </p:nvSpPr>
        <p:spPr/>
        <p:txBody>
          <a:bodyPr/>
          <a:lstStyle/>
          <a:p>
            <a:r>
              <a:rPr lang="fr-FR"/>
              <a:t>Presentation title</a:t>
            </a:r>
            <a:endParaRPr lang="fr-FR" dirty="0"/>
          </a:p>
        </p:txBody>
      </p:sp>
      <p:sp>
        <p:nvSpPr>
          <p:cNvPr id="3" name="Slide Number Placeholder 2">
            <a:extLst>
              <a:ext uri="{FF2B5EF4-FFF2-40B4-BE49-F238E27FC236}">
                <a16:creationId xmlns:a16="http://schemas.microsoft.com/office/drawing/2014/main" id="{D4880B2B-420D-0850-0D73-AF5DF64B0360}"/>
              </a:ext>
            </a:extLst>
          </p:cNvPr>
          <p:cNvSpPr>
            <a:spLocks noGrp="1"/>
          </p:cNvSpPr>
          <p:nvPr>
            <p:ph type="sldNum" sz="quarter" idx="11"/>
          </p:nvPr>
        </p:nvSpPr>
        <p:spPr/>
        <p:txBody>
          <a:bodyPr/>
          <a:lstStyle/>
          <a:p>
            <a:fld id="{29BED1D5-2372-4BA3-AEA9-1F7A0F9A5921}" type="slidenum">
              <a:rPr lang="fr-FR" smtClean="0"/>
              <a:pPr/>
              <a:t>15</a:t>
            </a:fld>
            <a:endParaRPr lang="fr-FR"/>
          </a:p>
        </p:txBody>
      </p:sp>
      <p:sp>
        <p:nvSpPr>
          <p:cNvPr id="5" name="Title 4">
            <a:extLst>
              <a:ext uri="{FF2B5EF4-FFF2-40B4-BE49-F238E27FC236}">
                <a16:creationId xmlns:a16="http://schemas.microsoft.com/office/drawing/2014/main" id="{7416A1F7-5DF5-FE62-65D8-30107EEAB3BE}"/>
              </a:ext>
            </a:extLst>
          </p:cNvPr>
          <p:cNvSpPr>
            <a:spLocks noGrp="1"/>
          </p:cNvSpPr>
          <p:nvPr>
            <p:ph type="title"/>
          </p:nvPr>
        </p:nvSpPr>
        <p:spPr/>
        <p:txBody>
          <a:bodyPr/>
          <a:lstStyle/>
          <a:p>
            <a:r>
              <a:rPr lang="en-MY" dirty="0"/>
              <a:t>Applications </a:t>
            </a:r>
            <a:endParaRPr lang="en-US" dirty="0"/>
          </a:p>
        </p:txBody>
      </p:sp>
      <p:sp>
        <p:nvSpPr>
          <p:cNvPr id="9" name="Espace réservé du texte 9">
            <a:extLst>
              <a:ext uri="{FF2B5EF4-FFF2-40B4-BE49-F238E27FC236}">
                <a16:creationId xmlns:a16="http://schemas.microsoft.com/office/drawing/2014/main" id="{CA6DFD8D-556D-86E4-9882-B82ECCBE6633}"/>
              </a:ext>
            </a:extLst>
          </p:cNvPr>
          <p:cNvSpPr>
            <a:spLocks noGrp="1"/>
          </p:cNvSpPr>
          <p:nvPr>
            <p:ph type="body" sz="quarter" idx="13"/>
          </p:nvPr>
        </p:nvSpPr>
        <p:spPr>
          <a:xfrm>
            <a:off x="433375" y="1396270"/>
            <a:ext cx="11350638" cy="4549923"/>
          </a:xfrm>
        </p:spPr>
        <p:txBody>
          <a:bodyPr/>
          <a:lstStyle/>
          <a:p>
            <a:pPr lvl="4"/>
            <a:endParaRPr lang="en-GB" noProof="0" dirty="0"/>
          </a:p>
        </p:txBody>
      </p:sp>
      <p:sp>
        <p:nvSpPr>
          <p:cNvPr id="10" name="Titre 7">
            <a:extLst>
              <a:ext uri="{FF2B5EF4-FFF2-40B4-BE49-F238E27FC236}">
                <a16:creationId xmlns:a16="http://schemas.microsoft.com/office/drawing/2014/main" id="{5C7046C8-8913-6367-4111-EDFCBE5E755F}"/>
              </a:ext>
            </a:extLst>
          </p:cNvPr>
          <p:cNvSpPr txBox="1">
            <a:spLocks/>
          </p:cNvSpPr>
          <p:nvPr/>
        </p:nvSpPr>
        <p:spPr>
          <a:xfrm>
            <a:off x="433375" y="777223"/>
            <a:ext cx="10914139" cy="4431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3600" b="1" i="0" kern="1200">
                <a:solidFill>
                  <a:schemeClr val="bg1"/>
                </a:solidFill>
                <a:latin typeface="Arial" panose="020B0604020202020204" pitchFamily="34" charset="0"/>
                <a:ea typeface="+mj-ea"/>
                <a:cs typeface="+mj-cs"/>
              </a:defRPr>
            </a:lvl1pPr>
          </a:lstStyle>
          <a:p>
            <a:r>
              <a:rPr lang="en-MY" sz="3200" dirty="0">
                <a:solidFill>
                  <a:schemeClr val="accent1"/>
                </a:solidFill>
              </a:rPr>
              <a:t>RTM - Probes</a:t>
            </a:r>
            <a:endParaRPr lang="en-GB" sz="3200" dirty="0">
              <a:solidFill>
                <a:schemeClr val="accent1"/>
              </a:solidFill>
            </a:endParaRPr>
          </a:p>
        </p:txBody>
      </p:sp>
      <p:pic>
        <p:nvPicPr>
          <p:cNvPr id="6" name="Picture 5">
            <a:extLst>
              <a:ext uri="{FF2B5EF4-FFF2-40B4-BE49-F238E27FC236}">
                <a16:creationId xmlns:a16="http://schemas.microsoft.com/office/drawing/2014/main" id="{ECF3F207-93EB-2106-3A25-9358F4D74DF7}"/>
              </a:ext>
            </a:extLst>
          </p:cNvPr>
          <p:cNvPicPr>
            <a:picLocks noChangeAspect="1"/>
          </p:cNvPicPr>
          <p:nvPr/>
        </p:nvPicPr>
        <p:blipFill>
          <a:blip r:embed="rId2"/>
          <a:stretch>
            <a:fillRect/>
          </a:stretch>
        </p:blipFill>
        <p:spPr>
          <a:xfrm>
            <a:off x="433374" y="1471311"/>
            <a:ext cx="9414713" cy="4712402"/>
          </a:xfrm>
          <a:prstGeom prst="rect">
            <a:avLst/>
          </a:prstGeom>
        </p:spPr>
      </p:pic>
    </p:spTree>
    <p:extLst>
      <p:ext uri="{BB962C8B-B14F-4D97-AF65-F5344CB8AC3E}">
        <p14:creationId xmlns:p14="http://schemas.microsoft.com/office/powerpoint/2010/main" val="41321351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655859-D6EA-0388-0B82-1378A839EACC}"/>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40874189-EE7D-9EE5-3EB2-11028678D84D}"/>
              </a:ext>
            </a:extLst>
          </p:cNvPr>
          <p:cNvSpPr>
            <a:spLocks noGrp="1"/>
          </p:cNvSpPr>
          <p:nvPr>
            <p:ph type="ftr" sz="quarter" idx="10"/>
          </p:nvPr>
        </p:nvSpPr>
        <p:spPr/>
        <p:txBody>
          <a:bodyPr/>
          <a:lstStyle/>
          <a:p>
            <a:r>
              <a:rPr lang="fr-FR"/>
              <a:t>Presentation title</a:t>
            </a:r>
            <a:endParaRPr lang="fr-FR" dirty="0"/>
          </a:p>
        </p:txBody>
      </p:sp>
      <p:sp>
        <p:nvSpPr>
          <p:cNvPr id="3" name="Slide Number Placeholder 2">
            <a:extLst>
              <a:ext uri="{FF2B5EF4-FFF2-40B4-BE49-F238E27FC236}">
                <a16:creationId xmlns:a16="http://schemas.microsoft.com/office/drawing/2014/main" id="{610BEEDD-F2AC-1B67-E3E5-22F6EFCE55D7}"/>
              </a:ext>
            </a:extLst>
          </p:cNvPr>
          <p:cNvSpPr>
            <a:spLocks noGrp="1"/>
          </p:cNvSpPr>
          <p:nvPr>
            <p:ph type="sldNum" sz="quarter" idx="11"/>
          </p:nvPr>
        </p:nvSpPr>
        <p:spPr/>
        <p:txBody>
          <a:bodyPr/>
          <a:lstStyle/>
          <a:p>
            <a:fld id="{29BED1D5-2372-4BA3-AEA9-1F7A0F9A5921}" type="slidenum">
              <a:rPr lang="fr-FR" smtClean="0"/>
              <a:pPr/>
              <a:t>16</a:t>
            </a:fld>
            <a:endParaRPr lang="fr-FR"/>
          </a:p>
        </p:txBody>
      </p:sp>
      <p:sp>
        <p:nvSpPr>
          <p:cNvPr id="5" name="Title 4">
            <a:extLst>
              <a:ext uri="{FF2B5EF4-FFF2-40B4-BE49-F238E27FC236}">
                <a16:creationId xmlns:a16="http://schemas.microsoft.com/office/drawing/2014/main" id="{0E8EA93D-920A-9EDE-415E-637913FCF8F3}"/>
              </a:ext>
            </a:extLst>
          </p:cNvPr>
          <p:cNvSpPr>
            <a:spLocks noGrp="1"/>
          </p:cNvSpPr>
          <p:nvPr>
            <p:ph type="title"/>
          </p:nvPr>
        </p:nvSpPr>
        <p:spPr/>
        <p:txBody>
          <a:bodyPr/>
          <a:lstStyle/>
          <a:p>
            <a:r>
              <a:rPr lang="en-MY" dirty="0"/>
              <a:t>Applications </a:t>
            </a:r>
            <a:endParaRPr lang="en-US" dirty="0"/>
          </a:p>
        </p:txBody>
      </p:sp>
      <p:sp>
        <p:nvSpPr>
          <p:cNvPr id="9" name="Espace réservé du texte 9">
            <a:extLst>
              <a:ext uri="{FF2B5EF4-FFF2-40B4-BE49-F238E27FC236}">
                <a16:creationId xmlns:a16="http://schemas.microsoft.com/office/drawing/2014/main" id="{EB5FC9A5-03B0-22F3-733C-30F0E9A93D28}"/>
              </a:ext>
            </a:extLst>
          </p:cNvPr>
          <p:cNvSpPr>
            <a:spLocks noGrp="1"/>
          </p:cNvSpPr>
          <p:nvPr>
            <p:ph type="body" sz="quarter" idx="13"/>
          </p:nvPr>
        </p:nvSpPr>
        <p:spPr>
          <a:xfrm>
            <a:off x="433375" y="1723877"/>
            <a:ext cx="11350638" cy="4549923"/>
          </a:xfrm>
        </p:spPr>
        <p:txBody>
          <a:bodyPr/>
          <a:lstStyle/>
          <a:p>
            <a:pPr lvl="4"/>
            <a:endParaRPr lang="en-GB" noProof="0" dirty="0"/>
          </a:p>
        </p:txBody>
      </p:sp>
      <p:sp>
        <p:nvSpPr>
          <p:cNvPr id="10" name="Titre 7">
            <a:extLst>
              <a:ext uri="{FF2B5EF4-FFF2-40B4-BE49-F238E27FC236}">
                <a16:creationId xmlns:a16="http://schemas.microsoft.com/office/drawing/2014/main" id="{CB7298DE-342F-942E-4E3F-E401AB8953CF}"/>
              </a:ext>
            </a:extLst>
          </p:cNvPr>
          <p:cNvSpPr txBox="1">
            <a:spLocks/>
          </p:cNvSpPr>
          <p:nvPr/>
        </p:nvSpPr>
        <p:spPr>
          <a:xfrm>
            <a:off x="433375" y="777223"/>
            <a:ext cx="10914139" cy="4431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3600" b="1" i="0" kern="1200">
                <a:solidFill>
                  <a:schemeClr val="bg1"/>
                </a:solidFill>
                <a:latin typeface="Arial" panose="020B0604020202020204" pitchFamily="34" charset="0"/>
                <a:ea typeface="+mj-ea"/>
                <a:cs typeface="+mj-cs"/>
              </a:defRPr>
            </a:lvl1pPr>
          </a:lstStyle>
          <a:p>
            <a:r>
              <a:rPr lang="en-MY" sz="3200" dirty="0">
                <a:solidFill>
                  <a:schemeClr val="accent1"/>
                </a:solidFill>
              </a:rPr>
              <a:t>WHM Monitoring</a:t>
            </a:r>
            <a:endParaRPr lang="en-GB" sz="3200" dirty="0">
              <a:solidFill>
                <a:schemeClr val="accent1"/>
              </a:solidFill>
            </a:endParaRPr>
          </a:p>
        </p:txBody>
      </p:sp>
      <p:pic>
        <p:nvPicPr>
          <p:cNvPr id="7" name="Picture 6">
            <a:extLst>
              <a:ext uri="{FF2B5EF4-FFF2-40B4-BE49-F238E27FC236}">
                <a16:creationId xmlns:a16="http://schemas.microsoft.com/office/drawing/2014/main" id="{658A062B-13FF-BD1B-AB29-8466A2799832}"/>
              </a:ext>
            </a:extLst>
          </p:cNvPr>
          <p:cNvPicPr>
            <a:picLocks noChangeAspect="1"/>
          </p:cNvPicPr>
          <p:nvPr/>
        </p:nvPicPr>
        <p:blipFill>
          <a:blip r:embed="rId2"/>
          <a:stretch>
            <a:fillRect/>
          </a:stretch>
        </p:blipFill>
        <p:spPr>
          <a:xfrm>
            <a:off x="448055" y="1296611"/>
            <a:ext cx="9912421" cy="4977189"/>
          </a:xfrm>
          <a:prstGeom prst="rect">
            <a:avLst/>
          </a:prstGeom>
        </p:spPr>
      </p:pic>
    </p:spTree>
    <p:extLst>
      <p:ext uri="{BB962C8B-B14F-4D97-AF65-F5344CB8AC3E}">
        <p14:creationId xmlns:p14="http://schemas.microsoft.com/office/powerpoint/2010/main" val="31613201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90C541-A368-962A-2637-73D23E1ADF3E}"/>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3F39CDDF-F03D-61B1-066F-4369E51D699C}"/>
              </a:ext>
            </a:extLst>
          </p:cNvPr>
          <p:cNvSpPr>
            <a:spLocks noGrp="1"/>
          </p:cNvSpPr>
          <p:nvPr>
            <p:ph type="ftr" sz="quarter" idx="10"/>
          </p:nvPr>
        </p:nvSpPr>
        <p:spPr/>
        <p:txBody>
          <a:bodyPr/>
          <a:lstStyle/>
          <a:p>
            <a:r>
              <a:rPr lang="fr-FR"/>
              <a:t>Presentation title</a:t>
            </a:r>
            <a:endParaRPr lang="fr-FR" dirty="0"/>
          </a:p>
        </p:txBody>
      </p:sp>
      <p:sp>
        <p:nvSpPr>
          <p:cNvPr id="3" name="Slide Number Placeholder 2">
            <a:extLst>
              <a:ext uri="{FF2B5EF4-FFF2-40B4-BE49-F238E27FC236}">
                <a16:creationId xmlns:a16="http://schemas.microsoft.com/office/drawing/2014/main" id="{6D2C094B-A989-9842-6C55-912833E03D11}"/>
              </a:ext>
            </a:extLst>
          </p:cNvPr>
          <p:cNvSpPr>
            <a:spLocks noGrp="1"/>
          </p:cNvSpPr>
          <p:nvPr>
            <p:ph type="sldNum" sz="quarter" idx="11"/>
          </p:nvPr>
        </p:nvSpPr>
        <p:spPr/>
        <p:txBody>
          <a:bodyPr/>
          <a:lstStyle/>
          <a:p>
            <a:fld id="{29BED1D5-2372-4BA3-AEA9-1F7A0F9A5921}" type="slidenum">
              <a:rPr lang="fr-FR" smtClean="0"/>
              <a:pPr/>
              <a:t>17</a:t>
            </a:fld>
            <a:endParaRPr lang="fr-FR"/>
          </a:p>
        </p:txBody>
      </p:sp>
      <p:sp>
        <p:nvSpPr>
          <p:cNvPr id="5" name="Title 4">
            <a:extLst>
              <a:ext uri="{FF2B5EF4-FFF2-40B4-BE49-F238E27FC236}">
                <a16:creationId xmlns:a16="http://schemas.microsoft.com/office/drawing/2014/main" id="{835A88EC-5910-864F-3C66-E1BB55A17938}"/>
              </a:ext>
            </a:extLst>
          </p:cNvPr>
          <p:cNvSpPr>
            <a:spLocks noGrp="1"/>
          </p:cNvSpPr>
          <p:nvPr>
            <p:ph type="title"/>
          </p:nvPr>
        </p:nvSpPr>
        <p:spPr/>
        <p:txBody>
          <a:bodyPr/>
          <a:lstStyle/>
          <a:p>
            <a:r>
              <a:rPr lang="en-MY" dirty="0"/>
              <a:t>Applications </a:t>
            </a:r>
            <a:endParaRPr lang="en-US" dirty="0"/>
          </a:p>
        </p:txBody>
      </p:sp>
      <p:sp>
        <p:nvSpPr>
          <p:cNvPr id="9" name="Espace réservé du texte 9">
            <a:extLst>
              <a:ext uri="{FF2B5EF4-FFF2-40B4-BE49-F238E27FC236}">
                <a16:creationId xmlns:a16="http://schemas.microsoft.com/office/drawing/2014/main" id="{E41E92C1-5F06-2A3C-366B-C0DD060D2B8C}"/>
              </a:ext>
            </a:extLst>
          </p:cNvPr>
          <p:cNvSpPr>
            <a:spLocks noGrp="1"/>
          </p:cNvSpPr>
          <p:nvPr>
            <p:ph type="body" sz="quarter" idx="13"/>
          </p:nvPr>
        </p:nvSpPr>
        <p:spPr>
          <a:xfrm>
            <a:off x="433375" y="1723877"/>
            <a:ext cx="11350638" cy="4549923"/>
          </a:xfrm>
        </p:spPr>
        <p:txBody>
          <a:bodyPr/>
          <a:lstStyle/>
          <a:p>
            <a:pPr lvl="4"/>
            <a:endParaRPr lang="en-GB" noProof="0" dirty="0"/>
          </a:p>
        </p:txBody>
      </p:sp>
      <p:sp>
        <p:nvSpPr>
          <p:cNvPr id="10" name="Titre 7">
            <a:extLst>
              <a:ext uri="{FF2B5EF4-FFF2-40B4-BE49-F238E27FC236}">
                <a16:creationId xmlns:a16="http://schemas.microsoft.com/office/drawing/2014/main" id="{DE65D31A-95E4-3986-E1CC-621BFCD75AEC}"/>
              </a:ext>
            </a:extLst>
          </p:cNvPr>
          <p:cNvSpPr txBox="1">
            <a:spLocks/>
          </p:cNvSpPr>
          <p:nvPr/>
        </p:nvSpPr>
        <p:spPr>
          <a:xfrm>
            <a:off x="433375" y="777223"/>
            <a:ext cx="10914139" cy="4431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3600" b="1" i="0" kern="1200">
                <a:solidFill>
                  <a:schemeClr val="bg1"/>
                </a:solidFill>
                <a:latin typeface="Arial" panose="020B0604020202020204" pitchFamily="34" charset="0"/>
                <a:ea typeface="+mj-ea"/>
                <a:cs typeface="+mj-cs"/>
              </a:defRPr>
            </a:lvl1pPr>
          </a:lstStyle>
          <a:p>
            <a:r>
              <a:rPr lang="en-MY" sz="3200" dirty="0">
                <a:solidFill>
                  <a:schemeClr val="accent1"/>
                </a:solidFill>
              </a:rPr>
              <a:t>WHM Monitoring</a:t>
            </a:r>
            <a:endParaRPr lang="en-GB" sz="3200" dirty="0">
              <a:solidFill>
                <a:schemeClr val="accent1"/>
              </a:solidFill>
            </a:endParaRPr>
          </a:p>
        </p:txBody>
      </p:sp>
      <p:pic>
        <p:nvPicPr>
          <p:cNvPr id="6" name="Picture 5">
            <a:extLst>
              <a:ext uri="{FF2B5EF4-FFF2-40B4-BE49-F238E27FC236}">
                <a16:creationId xmlns:a16="http://schemas.microsoft.com/office/drawing/2014/main" id="{D30899BF-E08F-A0EC-3CE4-3DD7D04F782E}"/>
              </a:ext>
            </a:extLst>
          </p:cNvPr>
          <p:cNvPicPr>
            <a:picLocks noChangeAspect="1"/>
          </p:cNvPicPr>
          <p:nvPr/>
        </p:nvPicPr>
        <p:blipFill>
          <a:blip r:embed="rId2"/>
          <a:stretch>
            <a:fillRect/>
          </a:stretch>
        </p:blipFill>
        <p:spPr>
          <a:xfrm>
            <a:off x="441981" y="1294530"/>
            <a:ext cx="10338795" cy="5089273"/>
          </a:xfrm>
          <a:prstGeom prst="rect">
            <a:avLst/>
          </a:prstGeom>
        </p:spPr>
      </p:pic>
    </p:spTree>
    <p:extLst>
      <p:ext uri="{BB962C8B-B14F-4D97-AF65-F5344CB8AC3E}">
        <p14:creationId xmlns:p14="http://schemas.microsoft.com/office/powerpoint/2010/main" val="14487493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122FD-4E8A-D1C0-841C-F2C00F34237E}"/>
            </a:ext>
          </a:extLst>
        </p:cNvPr>
        <p:cNvGrpSpPr/>
        <p:nvPr/>
      </p:nvGrpSpPr>
      <p:grpSpPr>
        <a:xfrm>
          <a:off x="0" y="0"/>
          <a:ext cx="0" cy="0"/>
          <a:chOff x="0" y="0"/>
          <a:chExt cx="0" cy="0"/>
        </a:xfrm>
      </p:grpSpPr>
      <p:sp>
        <p:nvSpPr>
          <p:cNvPr id="3" name="Espace réservé du pied de page 2">
            <a:extLst>
              <a:ext uri="{FF2B5EF4-FFF2-40B4-BE49-F238E27FC236}">
                <a16:creationId xmlns:a16="http://schemas.microsoft.com/office/drawing/2014/main" id="{E683C22C-743B-CABE-6E90-D51B695EB093}"/>
              </a:ext>
            </a:extLst>
          </p:cNvPr>
          <p:cNvSpPr>
            <a:spLocks noGrp="1"/>
          </p:cNvSpPr>
          <p:nvPr>
            <p:ph type="ftr" sz="quarter" idx="10"/>
          </p:nvPr>
        </p:nvSpPr>
        <p:spPr/>
        <p:txBody>
          <a:bodyPr/>
          <a:lstStyle/>
          <a:p>
            <a:pPr algn="l"/>
            <a:r>
              <a:rPr lang="en-GB" noProof="0" dirty="0"/>
              <a:t>Presentation title</a:t>
            </a:r>
          </a:p>
        </p:txBody>
      </p:sp>
      <p:sp>
        <p:nvSpPr>
          <p:cNvPr id="7" name="Espace réservé du numéro de diapositive 6">
            <a:extLst>
              <a:ext uri="{FF2B5EF4-FFF2-40B4-BE49-F238E27FC236}">
                <a16:creationId xmlns:a16="http://schemas.microsoft.com/office/drawing/2014/main" id="{5EAB2D77-5525-1AE8-D102-B52D05BF8186}"/>
              </a:ext>
            </a:extLst>
          </p:cNvPr>
          <p:cNvSpPr>
            <a:spLocks noGrp="1"/>
          </p:cNvSpPr>
          <p:nvPr>
            <p:ph type="sldNum" sz="quarter" idx="11"/>
          </p:nvPr>
        </p:nvSpPr>
        <p:spPr/>
        <p:txBody>
          <a:bodyPr/>
          <a:lstStyle/>
          <a:p>
            <a:fld id="{29BED1D5-2372-4BA3-AEA9-1F7A0F9A5921}" type="slidenum">
              <a:rPr lang="en-GB" noProof="0" smtClean="0"/>
              <a:pPr/>
              <a:t>18</a:t>
            </a:fld>
            <a:endParaRPr lang="en-GB" sz="900" kern="1200" noProof="0" dirty="0">
              <a:solidFill>
                <a:schemeClr val="accent1">
                  <a:lumMod val="75000"/>
                </a:schemeClr>
              </a:solidFill>
              <a:ea typeface="+mn-ea"/>
              <a:cs typeface="+mn-cs"/>
            </a:endParaRPr>
          </a:p>
        </p:txBody>
      </p:sp>
      <p:sp>
        <p:nvSpPr>
          <p:cNvPr id="10" name="Espace réservé du texte 9">
            <a:extLst>
              <a:ext uri="{FF2B5EF4-FFF2-40B4-BE49-F238E27FC236}">
                <a16:creationId xmlns:a16="http://schemas.microsoft.com/office/drawing/2014/main" id="{E08F28D9-BCDF-74A8-6283-DC182D1914DC}"/>
              </a:ext>
            </a:extLst>
          </p:cNvPr>
          <p:cNvSpPr>
            <a:spLocks noGrp="1"/>
          </p:cNvSpPr>
          <p:nvPr>
            <p:ph type="body" sz="quarter" idx="13"/>
          </p:nvPr>
        </p:nvSpPr>
        <p:spPr>
          <a:xfrm>
            <a:off x="497383" y="1650725"/>
            <a:ext cx="11350638" cy="4283731"/>
          </a:xfrm>
        </p:spPr>
        <p:txBody>
          <a:bodyPr/>
          <a:lstStyle/>
          <a:p>
            <a:pPr marL="285750" indent="-285750">
              <a:lnSpc>
                <a:spcPct val="100000"/>
              </a:lnSpc>
              <a:spcBef>
                <a:spcPts val="0"/>
              </a:spcBef>
              <a:spcAft>
                <a:spcPts val="0"/>
              </a:spcAft>
              <a:buFont typeface="Arial" panose="020B0604020202020204" pitchFamily="34" charset="0"/>
              <a:buChar char="•"/>
            </a:pPr>
            <a:r>
              <a:rPr lang="en-US" sz="1800" u="sng" dirty="0">
                <a:solidFill>
                  <a:schemeClr val="tx2"/>
                </a:solidFill>
              </a:rPr>
              <a:t>Prepare</a:t>
            </a:r>
            <a:r>
              <a:rPr lang="en-US" dirty="0">
                <a:solidFill>
                  <a:schemeClr val="tx2"/>
                </a:solidFill>
              </a:rPr>
              <a:t> – Prepare the necessary API details, documentation, and backend configurations.</a:t>
            </a:r>
          </a:p>
          <a:p>
            <a:pPr marL="285750" indent="-285750">
              <a:lnSpc>
                <a:spcPct val="100000"/>
              </a:lnSpc>
              <a:spcBef>
                <a:spcPts val="0"/>
              </a:spcBef>
              <a:spcAft>
                <a:spcPts val="0"/>
              </a:spcAft>
              <a:buFont typeface="Arial" panose="020B0604020202020204" pitchFamily="34" charset="0"/>
              <a:buChar char="•"/>
            </a:pPr>
            <a:endParaRPr lang="en-US" dirty="0">
              <a:solidFill>
                <a:schemeClr val="tx2"/>
              </a:solidFill>
            </a:endParaRPr>
          </a:p>
          <a:p>
            <a:pPr marL="285750" indent="-285750">
              <a:lnSpc>
                <a:spcPct val="100000"/>
              </a:lnSpc>
              <a:spcBef>
                <a:spcPts val="0"/>
              </a:spcBef>
              <a:spcAft>
                <a:spcPts val="0"/>
              </a:spcAft>
              <a:buFont typeface="Arial" panose="020B0604020202020204" pitchFamily="34" charset="0"/>
              <a:buChar char="•"/>
            </a:pPr>
            <a:endParaRPr lang="en-US" dirty="0">
              <a:solidFill>
                <a:schemeClr val="tx2"/>
              </a:solidFill>
            </a:endParaRPr>
          </a:p>
          <a:p>
            <a:pPr marL="285750" indent="-285750">
              <a:lnSpc>
                <a:spcPct val="100000"/>
              </a:lnSpc>
              <a:spcBef>
                <a:spcPts val="0"/>
              </a:spcBef>
              <a:spcAft>
                <a:spcPts val="0"/>
              </a:spcAft>
              <a:buFont typeface="Arial" panose="020B0604020202020204" pitchFamily="34" charset="0"/>
              <a:buChar char="•"/>
            </a:pPr>
            <a:r>
              <a:rPr lang="en-US" sz="1800" u="sng" dirty="0">
                <a:solidFill>
                  <a:schemeClr val="tx2"/>
                </a:solidFill>
              </a:rPr>
              <a:t>Fill the Form</a:t>
            </a:r>
            <a:r>
              <a:rPr lang="en-US" sz="1800" dirty="0">
                <a:solidFill>
                  <a:schemeClr val="tx2"/>
                </a:solidFill>
              </a:rPr>
              <a:t> - </a:t>
            </a:r>
            <a:r>
              <a:rPr lang="en-US" dirty="0">
                <a:solidFill>
                  <a:schemeClr val="tx2"/>
                </a:solidFill>
              </a:rPr>
              <a:t>Complete the integration form provided by the API Manager team with all relevant API details.</a:t>
            </a:r>
          </a:p>
          <a:p>
            <a:pPr marL="285750" indent="-285750">
              <a:lnSpc>
                <a:spcPct val="100000"/>
              </a:lnSpc>
              <a:spcBef>
                <a:spcPts val="0"/>
              </a:spcBef>
              <a:spcAft>
                <a:spcPts val="0"/>
              </a:spcAft>
              <a:buFont typeface="Arial" panose="020B0604020202020204" pitchFamily="34" charset="0"/>
              <a:buChar char="•"/>
            </a:pPr>
            <a:endParaRPr lang="en-US" dirty="0">
              <a:solidFill>
                <a:schemeClr val="tx2"/>
              </a:solidFill>
            </a:endParaRPr>
          </a:p>
          <a:p>
            <a:pPr marL="285750" indent="-285750">
              <a:lnSpc>
                <a:spcPct val="100000"/>
              </a:lnSpc>
              <a:spcBef>
                <a:spcPts val="0"/>
              </a:spcBef>
              <a:spcAft>
                <a:spcPts val="0"/>
              </a:spcAft>
              <a:buFont typeface="Arial" panose="020B0604020202020204" pitchFamily="34" charset="0"/>
              <a:buChar char="•"/>
            </a:pPr>
            <a:endParaRPr lang="en-US" dirty="0">
              <a:solidFill>
                <a:schemeClr val="tx2"/>
              </a:solidFill>
            </a:endParaRPr>
          </a:p>
          <a:p>
            <a:pPr marL="285750" indent="-285750">
              <a:lnSpc>
                <a:spcPct val="100000"/>
              </a:lnSpc>
              <a:spcBef>
                <a:spcPts val="0"/>
              </a:spcBef>
              <a:spcAft>
                <a:spcPts val="0"/>
              </a:spcAft>
              <a:buFont typeface="Arial" panose="020B0604020202020204" pitchFamily="34" charset="0"/>
              <a:buChar char="•"/>
            </a:pPr>
            <a:r>
              <a:rPr lang="en-US" sz="1800" u="sng" dirty="0">
                <a:solidFill>
                  <a:schemeClr val="tx2"/>
                </a:solidFill>
              </a:rPr>
              <a:t>Send Swaggers </a:t>
            </a:r>
            <a:r>
              <a:rPr lang="en-US" sz="1800" dirty="0">
                <a:solidFill>
                  <a:schemeClr val="tx2"/>
                </a:solidFill>
              </a:rPr>
              <a:t>- </a:t>
            </a:r>
            <a:r>
              <a:rPr lang="en-US" dirty="0">
                <a:solidFill>
                  <a:schemeClr val="tx2"/>
                </a:solidFill>
              </a:rPr>
              <a:t>Submit the Swagger definitions (YAML or JSON files) for the API</a:t>
            </a:r>
          </a:p>
          <a:p>
            <a:pPr marL="285750" indent="-285750">
              <a:lnSpc>
                <a:spcPct val="100000"/>
              </a:lnSpc>
              <a:spcBef>
                <a:spcPts val="0"/>
              </a:spcBef>
              <a:spcAft>
                <a:spcPts val="0"/>
              </a:spcAft>
              <a:buFont typeface="Arial" panose="020B0604020202020204" pitchFamily="34" charset="0"/>
              <a:buChar char="•"/>
            </a:pPr>
            <a:endParaRPr lang="en-US" dirty="0">
              <a:solidFill>
                <a:schemeClr val="tx2"/>
              </a:solidFill>
            </a:endParaRPr>
          </a:p>
          <a:p>
            <a:pPr marL="285750" indent="-285750">
              <a:lnSpc>
                <a:spcPct val="100000"/>
              </a:lnSpc>
              <a:spcBef>
                <a:spcPts val="0"/>
              </a:spcBef>
              <a:spcAft>
                <a:spcPts val="0"/>
              </a:spcAft>
              <a:buFont typeface="Arial" panose="020B0604020202020204" pitchFamily="34" charset="0"/>
              <a:buChar char="•"/>
            </a:pPr>
            <a:endParaRPr lang="en-US" dirty="0">
              <a:solidFill>
                <a:schemeClr val="tx2"/>
              </a:solidFill>
            </a:endParaRPr>
          </a:p>
          <a:p>
            <a:pPr marL="285750" indent="-285750">
              <a:lnSpc>
                <a:spcPct val="100000"/>
              </a:lnSpc>
              <a:spcBef>
                <a:spcPts val="0"/>
              </a:spcBef>
              <a:spcAft>
                <a:spcPts val="0"/>
              </a:spcAft>
              <a:buFont typeface="Arial" panose="020B0604020202020204" pitchFamily="34" charset="0"/>
              <a:buChar char="•"/>
            </a:pPr>
            <a:r>
              <a:rPr lang="en-US" sz="1800" u="sng" dirty="0">
                <a:solidFill>
                  <a:schemeClr val="tx2"/>
                </a:solidFill>
              </a:rPr>
              <a:t>Check Definition and Swagger (TAI)</a:t>
            </a:r>
            <a:r>
              <a:rPr lang="en-US" sz="1800" dirty="0">
                <a:solidFill>
                  <a:schemeClr val="tx2"/>
                </a:solidFill>
              </a:rPr>
              <a:t> - </a:t>
            </a:r>
            <a:r>
              <a:rPr lang="en-US" dirty="0">
                <a:solidFill>
                  <a:schemeClr val="tx2"/>
                </a:solidFill>
              </a:rPr>
              <a:t>Validate the provided definitions and ensure the Swagger files meet the required standards.</a:t>
            </a:r>
          </a:p>
          <a:p>
            <a:pPr marL="285750" indent="-285750">
              <a:lnSpc>
                <a:spcPct val="100000"/>
              </a:lnSpc>
              <a:spcBef>
                <a:spcPts val="0"/>
              </a:spcBef>
              <a:spcAft>
                <a:spcPts val="0"/>
              </a:spcAft>
              <a:buFont typeface="Arial" panose="020B0604020202020204" pitchFamily="34" charset="0"/>
              <a:buChar char="•"/>
            </a:pPr>
            <a:endParaRPr lang="en-US" dirty="0">
              <a:solidFill>
                <a:schemeClr val="tx2"/>
              </a:solidFill>
            </a:endParaRPr>
          </a:p>
          <a:p>
            <a:pPr marL="285750" indent="-285750">
              <a:lnSpc>
                <a:spcPct val="100000"/>
              </a:lnSpc>
              <a:spcBef>
                <a:spcPts val="0"/>
              </a:spcBef>
              <a:spcAft>
                <a:spcPts val="0"/>
              </a:spcAft>
              <a:buFont typeface="Arial" panose="020B0604020202020204" pitchFamily="34" charset="0"/>
              <a:buChar char="•"/>
            </a:pPr>
            <a:endParaRPr lang="en-US" dirty="0">
              <a:solidFill>
                <a:schemeClr val="tx2"/>
              </a:solidFill>
            </a:endParaRPr>
          </a:p>
          <a:p>
            <a:pPr marL="285750" indent="-285750">
              <a:lnSpc>
                <a:spcPct val="100000"/>
              </a:lnSpc>
              <a:spcBef>
                <a:spcPts val="0"/>
              </a:spcBef>
              <a:spcAft>
                <a:spcPts val="0"/>
              </a:spcAft>
              <a:buFont typeface="Arial" panose="020B0604020202020204" pitchFamily="34" charset="0"/>
              <a:buChar char="•"/>
            </a:pPr>
            <a:r>
              <a:rPr lang="en-US" sz="1800" u="sng" dirty="0">
                <a:solidFill>
                  <a:schemeClr val="tx2"/>
                </a:solidFill>
              </a:rPr>
              <a:t>Open Flows (TAI)</a:t>
            </a:r>
            <a:r>
              <a:rPr lang="en-US" sz="1800" dirty="0">
                <a:solidFill>
                  <a:schemeClr val="tx2"/>
                </a:solidFill>
              </a:rPr>
              <a:t> - </a:t>
            </a:r>
            <a:r>
              <a:rPr lang="en-US" dirty="0">
                <a:solidFill>
                  <a:schemeClr val="tx2"/>
                </a:solidFill>
              </a:rPr>
              <a:t>Configure and test the API workflows in the Test Acceptance Infrastructure (TAI).</a:t>
            </a:r>
          </a:p>
          <a:p>
            <a:pPr marL="285750" indent="-285750">
              <a:lnSpc>
                <a:spcPct val="100000"/>
              </a:lnSpc>
              <a:spcBef>
                <a:spcPts val="0"/>
              </a:spcBef>
              <a:spcAft>
                <a:spcPts val="0"/>
              </a:spcAft>
              <a:buFont typeface="Arial" panose="020B0604020202020204" pitchFamily="34" charset="0"/>
              <a:buChar char="•"/>
            </a:pPr>
            <a:endParaRPr lang="en-US" dirty="0">
              <a:solidFill>
                <a:schemeClr val="tx2"/>
              </a:solidFill>
            </a:endParaRPr>
          </a:p>
          <a:p>
            <a:pPr marL="285750" indent="-285750">
              <a:lnSpc>
                <a:spcPct val="100000"/>
              </a:lnSpc>
              <a:spcBef>
                <a:spcPts val="0"/>
              </a:spcBef>
              <a:spcAft>
                <a:spcPts val="0"/>
              </a:spcAft>
              <a:buFont typeface="Arial" panose="020B0604020202020204" pitchFamily="34" charset="0"/>
              <a:buChar char="•"/>
            </a:pPr>
            <a:endParaRPr lang="en-US" dirty="0">
              <a:solidFill>
                <a:schemeClr val="tx2"/>
              </a:solidFill>
            </a:endParaRPr>
          </a:p>
          <a:p>
            <a:pPr marL="285750" indent="-285750">
              <a:lnSpc>
                <a:spcPct val="100000"/>
              </a:lnSpc>
              <a:spcBef>
                <a:spcPts val="0"/>
              </a:spcBef>
              <a:spcAft>
                <a:spcPts val="0"/>
              </a:spcAft>
              <a:buFont typeface="Arial" panose="020B0604020202020204" pitchFamily="34" charset="0"/>
              <a:buChar char="•"/>
            </a:pPr>
            <a:r>
              <a:rPr lang="en-US" sz="1800" u="sng" dirty="0">
                <a:solidFill>
                  <a:schemeClr val="tx2"/>
                </a:solidFill>
              </a:rPr>
              <a:t>Deploy And Publish API (TAI)</a:t>
            </a:r>
            <a:r>
              <a:rPr lang="en-US" sz="1800" dirty="0">
                <a:solidFill>
                  <a:schemeClr val="tx2"/>
                </a:solidFill>
              </a:rPr>
              <a:t> - </a:t>
            </a:r>
            <a:r>
              <a:rPr lang="en-US" dirty="0">
                <a:solidFill>
                  <a:schemeClr val="tx2"/>
                </a:solidFill>
              </a:rPr>
              <a:t>Deploy the API in the TAI PRE-PRODCUTION environment for further testing and evaluation.</a:t>
            </a:r>
          </a:p>
        </p:txBody>
      </p:sp>
      <p:sp>
        <p:nvSpPr>
          <p:cNvPr id="8" name="Titre 7">
            <a:extLst>
              <a:ext uri="{FF2B5EF4-FFF2-40B4-BE49-F238E27FC236}">
                <a16:creationId xmlns:a16="http://schemas.microsoft.com/office/drawing/2014/main" id="{70E51B90-850F-D8A8-74AF-4B63510506A1}"/>
              </a:ext>
            </a:extLst>
          </p:cNvPr>
          <p:cNvSpPr>
            <a:spLocks noGrp="1"/>
          </p:cNvSpPr>
          <p:nvPr>
            <p:ph type="title"/>
          </p:nvPr>
        </p:nvSpPr>
        <p:spPr>
          <a:xfrm>
            <a:off x="433375" y="777223"/>
            <a:ext cx="10914139" cy="443198"/>
          </a:xfrm>
        </p:spPr>
        <p:txBody>
          <a:bodyPr/>
          <a:lstStyle/>
          <a:p>
            <a:r>
              <a:rPr lang="en-US" sz="3200" noProof="0" dirty="0">
                <a:solidFill>
                  <a:schemeClr val="accent1"/>
                </a:solidFill>
              </a:rPr>
              <a:t>Onboarding New APIs</a:t>
            </a:r>
          </a:p>
        </p:txBody>
      </p:sp>
    </p:spTree>
    <p:extLst>
      <p:ext uri="{BB962C8B-B14F-4D97-AF65-F5344CB8AC3E}">
        <p14:creationId xmlns:p14="http://schemas.microsoft.com/office/powerpoint/2010/main" val="42011140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16611-0D4A-E388-501F-819E663A73C7}"/>
            </a:ext>
          </a:extLst>
        </p:cNvPr>
        <p:cNvGrpSpPr/>
        <p:nvPr/>
      </p:nvGrpSpPr>
      <p:grpSpPr>
        <a:xfrm>
          <a:off x="0" y="0"/>
          <a:ext cx="0" cy="0"/>
          <a:chOff x="0" y="0"/>
          <a:chExt cx="0" cy="0"/>
        </a:xfrm>
      </p:grpSpPr>
      <p:pic>
        <p:nvPicPr>
          <p:cNvPr id="14" name="Espace réservé pour une image  6">
            <a:extLst>
              <a:ext uri="{FF2B5EF4-FFF2-40B4-BE49-F238E27FC236}">
                <a16:creationId xmlns:a16="http://schemas.microsoft.com/office/drawing/2014/main" id="{04D1AE3C-BECE-2E5D-53B0-46EF040F140D}"/>
              </a:ext>
            </a:extLst>
          </p:cNvPr>
          <p:cNvPicPr>
            <a:picLocks noChangeAspect="1"/>
          </p:cNvPicPr>
          <p:nvPr/>
        </p:nvPicPr>
        <p:blipFill>
          <a:blip r:embed="rId3" cstate="print">
            <a:extLst>
              <a:ext uri="{28A0092B-C50C-407E-A947-70E740481C1C}">
                <a14:useLocalDpi xmlns:a14="http://schemas.microsoft.com/office/drawing/2010/main"/>
              </a:ext>
            </a:extLst>
          </a:blip>
          <a:srcRect/>
          <a:stretch>
            <a:fillRect/>
          </a:stretch>
        </p:blipFill>
        <p:spPr>
          <a:xfrm>
            <a:off x="7626350" y="415670"/>
            <a:ext cx="4157663" cy="6296025"/>
          </a:xfrm>
          <a:prstGeom prst="rect">
            <a:avLst/>
          </a:prstGeom>
          <a:solidFill>
            <a:prstClr val="white">
              <a:lumMod val="95000"/>
            </a:prstClr>
          </a:solidFill>
        </p:spPr>
      </p:pic>
      <p:sp>
        <p:nvSpPr>
          <p:cNvPr id="9" name="Espace réservé du texte 8">
            <a:extLst>
              <a:ext uri="{FF2B5EF4-FFF2-40B4-BE49-F238E27FC236}">
                <a16:creationId xmlns:a16="http://schemas.microsoft.com/office/drawing/2014/main" id="{31592B35-3550-BF4B-ACA3-A899DF078748}"/>
              </a:ext>
            </a:extLst>
          </p:cNvPr>
          <p:cNvSpPr>
            <a:spLocks noGrp="1"/>
          </p:cNvSpPr>
          <p:nvPr>
            <p:ph type="body" sz="quarter" idx="13"/>
          </p:nvPr>
        </p:nvSpPr>
        <p:spPr>
          <a:xfrm>
            <a:off x="854075" y="1429807"/>
            <a:ext cx="515977" cy="309327"/>
          </a:xfrm>
        </p:spPr>
        <p:txBody>
          <a:bodyPr/>
          <a:lstStyle/>
          <a:p>
            <a:r>
              <a:rPr lang="en-GB" noProof="0" dirty="0"/>
              <a:t>06</a:t>
            </a:r>
          </a:p>
        </p:txBody>
      </p:sp>
      <p:sp>
        <p:nvSpPr>
          <p:cNvPr id="3" name="Espace réservé du numéro de diapositive 2">
            <a:extLst>
              <a:ext uri="{FF2B5EF4-FFF2-40B4-BE49-F238E27FC236}">
                <a16:creationId xmlns:a16="http://schemas.microsoft.com/office/drawing/2014/main" id="{19C45586-A264-D36C-E969-024F7B5F3292}"/>
              </a:ext>
            </a:extLst>
          </p:cNvPr>
          <p:cNvSpPr>
            <a:spLocks noGrp="1"/>
          </p:cNvSpPr>
          <p:nvPr>
            <p:ph type="sldNum" sz="quarter" idx="4294967295"/>
          </p:nvPr>
        </p:nvSpPr>
        <p:spPr>
          <a:xfrm>
            <a:off x="9448800" y="6384925"/>
            <a:ext cx="2743200" cy="365125"/>
          </a:xfrm>
        </p:spPr>
        <p:txBody>
          <a:bodyPr/>
          <a:lstStyle/>
          <a:p>
            <a:fld id="{29BED1D5-2372-4BA3-AEA9-1F7A0F9A5921}" type="slidenum">
              <a:rPr lang="en-GB" noProof="0" smtClean="0"/>
              <a:pPr/>
              <a:t>19</a:t>
            </a:fld>
            <a:endParaRPr lang="en-GB" sz="900" kern="1200" noProof="0" dirty="0">
              <a:solidFill>
                <a:schemeClr val="accent1">
                  <a:lumMod val="75000"/>
                </a:schemeClr>
              </a:solidFill>
              <a:ea typeface="+mn-ea"/>
              <a:cs typeface="+mn-cs"/>
            </a:endParaRPr>
          </a:p>
        </p:txBody>
      </p:sp>
      <p:grpSp>
        <p:nvGrpSpPr>
          <p:cNvPr id="4" name="Groupe 3">
            <a:extLst>
              <a:ext uri="{FF2B5EF4-FFF2-40B4-BE49-F238E27FC236}">
                <a16:creationId xmlns:a16="http://schemas.microsoft.com/office/drawing/2014/main" id="{17166942-286B-545B-F300-8E4D82240D84}"/>
              </a:ext>
            </a:extLst>
          </p:cNvPr>
          <p:cNvGrpSpPr/>
          <p:nvPr/>
        </p:nvGrpSpPr>
        <p:grpSpPr>
          <a:xfrm>
            <a:off x="1370052" y="1430573"/>
            <a:ext cx="309327" cy="309327"/>
            <a:chOff x="2221936" y="705410"/>
            <a:chExt cx="309327" cy="309327"/>
          </a:xfrm>
        </p:grpSpPr>
        <p:sp>
          <p:nvSpPr>
            <p:cNvPr id="5" name="Ellipse 4">
              <a:extLst>
                <a:ext uri="{FF2B5EF4-FFF2-40B4-BE49-F238E27FC236}">
                  <a16:creationId xmlns:a16="http://schemas.microsoft.com/office/drawing/2014/main" id="{5961F31D-41F4-FF10-8049-78BB6B23F2F7}"/>
                </a:ext>
              </a:extLst>
            </p:cNvPr>
            <p:cNvSpPr/>
            <p:nvPr/>
          </p:nvSpPr>
          <p:spPr>
            <a:xfrm>
              <a:off x="2221936" y="705410"/>
              <a:ext cx="309327" cy="309327"/>
            </a:xfrm>
            <a:prstGeom prst="ellipse">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b="1" noProof="0" dirty="0">
                <a:latin typeface="Arial" panose="020B0604020202020204" pitchFamily="34" charset="0"/>
              </a:endParaRPr>
            </a:p>
          </p:txBody>
        </p:sp>
        <p:grpSp>
          <p:nvGrpSpPr>
            <p:cNvPr id="6" name="Groupe 5">
              <a:extLst>
                <a:ext uri="{FF2B5EF4-FFF2-40B4-BE49-F238E27FC236}">
                  <a16:creationId xmlns:a16="http://schemas.microsoft.com/office/drawing/2014/main" id="{D772073E-5B55-C7FE-D9D5-84CAA157EB7A}"/>
                </a:ext>
              </a:extLst>
            </p:cNvPr>
            <p:cNvGrpSpPr/>
            <p:nvPr/>
          </p:nvGrpSpPr>
          <p:grpSpPr>
            <a:xfrm>
              <a:off x="2313710" y="819128"/>
              <a:ext cx="125779" cy="81891"/>
              <a:chOff x="3185111" y="815340"/>
              <a:chExt cx="125779" cy="81891"/>
            </a:xfrm>
          </p:grpSpPr>
          <p:cxnSp>
            <p:nvCxnSpPr>
              <p:cNvPr id="11" name="Connecteur droit 10">
                <a:extLst>
                  <a:ext uri="{FF2B5EF4-FFF2-40B4-BE49-F238E27FC236}">
                    <a16:creationId xmlns:a16="http://schemas.microsoft.com/office/drawing/2014/main" id="{FCFD8515-9867-A07B-065C-39451AAA40BF}"/>
                  </a:ext>
                </a:extLst>
              </p:cNvPr>
              <p:cNvCxnSpPr>
                <a:cxnSpLocks/>
              </p:cNvCxnSpPr>
              <p:nvPr/>
            </p:nvCxnSpPr>
            <p:spPr>
              <a:xfrm flipH="1">
                <a:off x="3185111" y="856285"/>
                <a:ext cx="125779" cy="0"/>
              </a:xfrm>
              <a:prstGeom prst="line">
                <a:avLst/>
              </a:prstGeom>
              <a:ln cap="rnd">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Connecteur droit 11">
                <a:extLst>
                  <a:ext uri="{FF2B5EF4-FFF2-40B4-BE49-F238E27FC236}">
                    <a16:creationId xmlns:a16="http://schemas.microsoft.com/office/drawing/2014/main" id="{E4AB1337-9450-1930-6C1E-84D4B9DC83D9}"/>
                  </a:ext>
                </a:extLst>
              </p:cNvPr>
              <p:cNvCxnSpPr>
                <a:cxnSpLocks/>
              </p:cNvCxnSpPr>
              <p:nvPr/>
            </p:nvCxnSpPr>
            <p:spPr>
              <a:xfrm flipH="1" flipV="1">
                <a:off x="3259455" y="815340"/>
                <a:ext cx="49530" cy="39981"/>
              </a:xfrm>
              <a:prstGeom prst="line">
                <a:avLst/>
              </a:prstGeom>
              <a:ln cap="rnd">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Connecteur droit 12">
                <a:extLst>
                  <a:ext uri="{FF2B5EF4-FFF2-40B4-BE49-F238E27FC236}">
                    <a16:creationId xmlns:a16="http://schemas.microsoft.com/office/drawing/2014/main" id="{D3AD5963-998A-73CF-76F1-3230FCDF0A5F}"/>
                  </a:ext>
                </a:extLst>
              </p:cNvPr>
              <p:cNvCxnSpPr>
                <a:cxnSpLocks/>
              </p:cNvCxnSpPr>
              <p:nvPr/>
            </p:nvCxnSpPr>
            <p:spPr>
              <a:xfrm flipH="1">
                <a:off x="3259455" y="857250"/>
                <a:ext cx="49530" cy="39981"/>
              </a:xfrm>
              <a:prstGeom prst="line">
                <a:avLst/>
              </a:prstGeom>
              <a:ln cap="rnd">
                <a:solidFill>
                  <a:schemeClr val="bg1"/>
                </a:solidFill>
              </a:ln>
            </p:spPr>
            <p:style>
              <a:lnRef idx="1">
                <a:schemeClr val="accent1"/>
              </a:lnRef>
              <a:fillRef idx="0">
                <a:schemeClr val="accent1"/>
              </a:fillRef>
              <a:effectRef idx="0">
                <a:schemeClr val="accent1"/>
              </a:effectRef>
              <a:fontRef idx="minor">
                <a:schemeClr val="tx1"/>
              </a:fontRef>
            </p:style>
          </p:cxnSp>
        </p:grpSp>
      </p:grpSp>
      <p:sp>
        <p:nvSpPr>
          <p:cNvPr id="7" name="Titre 1">
            <a:extLst>
              <a:ext uri="{FF2B5EF4-FFF2-40B4-BE49-F238E27FC236}">
                <a16:creationId xmlns:a16="http://schemas.microsoft.com/office/drawing/2014/main" id="{F925B612-4B59-6654-094C-5533DCF05E59}"/>
              </a:ext>
            </a:extLst>
          </p:cNvPr>
          <p:cNvSpPr txBox="1">
            <a:spLocks/>
          </p:cNvSpPr>
          <p:nvPr/>
        </p:nvSpPr>
        <p:spPr>
          <a:xfrm>
            <a:off x="854075" y="2566486"/>
            <a:ext cx="6269102" cy="997196"/>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lang="fr-FR" sz="6000" b="1" kern="1200" cap="all" spc="200" baseline="0" smtClean="0">
                <a:solidFill>
                  <a:schemeClr val="accent1"/>
                </a:solidFill>
                <a:latin typeface="Arial" pitchFamily="34" charset="0"/>
                <a:ea typeface="+mn-ea"/>
                <a:cs typeface="+mn-cs"/>
              </a:defRPr>
            </a:lvl1pPr>
          </a:lstStyle>
          <a:p>
            <a:r>
              <a:rPr lang="fr-FR" sz="3600" b="1" i="0" dirty="0" err="1">
                <a:solidFill>
                  <a:schemeClr val="bg1"/>
                </a:solidFill>
                <a:latin typeface="Arial" panose="020B0604020202020204" pitchFamily="34" charset="0"/>
              </a:rPr>
              <a:t>Atlassian</a:t>
            </a:r>
            <a:r>
              <a:rPr lang="fr-FR" sz="3600" b="1" i="0" dirty="0">
                <a:solidFill>
                  <a:schemeClr val="bg1"/>
                </a:solidFill>
                <a:latin typeface="Arial" panose="020B0604020202020204" pitchFamily="34" charset="0"/>
              </a:rPr>
              <a:t> Administration</a:t>
            </a:r>
          </a:p>
        </p:txBody>
      </p:sp>
      <p:sp>
        <p:nvSpPr>
          <p:cNvPr id="16" name="TextBox 15">
            <a:extLst>
              <a:ext uri="{FF2B5EF4-FFF2-40B4-BE49-F238E27FC236}">
                <a16:creationId xmlns:a16="http://schemas.microsoft.com/office/drawing/2014/main" id="{DE605BB4-86D4-1966-3D6C-8311E68C0E8A}"/>
              </a:ext>
            </a:extLst>
          </p:cNvPr>
          <p:cNvSpPr txBox="1"/>
          <p:nvPr/>
        </p:nvSpPr>
        <p:spPr>
          <a:xfrm>
            <a:off x="854075" y="4944377"/>
            <a:ext cx="1373196" cy="369332"/>
          </a:xfrm>
          <a:prstGeom prst="rect">
            <a:avLst/>
          </a:prstGeom>
          <a:noFill/>
        </p:spPr>
        <p:txBody>
          <a:bodyPr wrap="none" rtlCol="0">
            <a:spAutoFit/>
          </a:bodyPr>
          <a:lstStyle/>
          <a:p>
            <a:r>
              <a:rPr lang="en-MY" dirty="0">
                <a:solidFill>
                  <a:schemeClr val="bg1"/>
                </a:solidFill>
              </a:rPr>
              <a:t>Mervyn Toh</a:t>
            </a:r>
            <a:endParaRPr lang="en-US" dirty="0">
              <a:solidFill>
                <a:schemeClr val="bg1"/>
              </a:solidFill>
            </a:endParaRPr>
          </a:p>
        </p:txBody>
      </p:sp>
    </p:spTree>
    <p:extLst>
      <p:ext uri="{BB962C8B-B14F-4D97-AF65-F5344CB8AC3E}">
        <p14:creationId xmlns:p14="http://schemas.microsoft.com/office/powerpoint/2010/main" val="41124150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5AA4B5-A61B-EC82-D26D-EFB067345A03}"/>
            </a:ext>
          </a:extLst>
        </p:cNvPr>
        <p:cNvGrpSpPr/>
        <p:nvPr/>
      </p:nvGrpSpPr>
      <p:grpSpPr>
        <a:xfrm>
          <a:off x="0" y="0"/>
          <a:ext cx="0" cy="0"/>
          <a:chOff x="0" y="0"/>
          <a:chExt cx="0" cy="0"/>
        </a:xfrm>
      </p:grpSpPr>
      <p:sp>
        <p:nvSpPr>
          <p:cNvPr id="3" name="Espace réservé du pied de page 2">
            <a:extLst>
              <a:ext uri="{FF2B5EF4-FFF2-40B4-BE49-F238E27FC236}">
                <a16:creationId xmlns:a16="http://schemas.microsoft.com/office/drawing/2014/main" id="{1D24A306-1F04-7233-4285-0B623DFEB8A9}"/>
              </a:ext>
            </a:extLst>
          </p:cNvPr>
          <p:cNvSpPr>
            <a:spLocks noGrp="1"/>
          </p:cNvSpPr>
          <p:nvPr>
            <p:ph type="ftr" sz="quarter" idx="10"/>
          </p:nvPr>
        </p:nvSpPr>
        <p:spPr/>
        <p:txBody>
          <a:bodyPr/>
          <a:lstStyle/>
          <a:p>
            <a:pPr algn="l"/>
            <a:r>
              <a:rPr lang="en-GB" noProof="0" dirty="0"/>
              <a:t>Presentation title</a:t>
            </a:r>
          </a:p>
        </p:txBody>
      </p:sp>
      <p:sp>
        <p:nvSpPr>
          <p:cNvPr id="7" name="Espace réservé du numéro de diapositive 6">
            <a:extLst>
              <a:ext uri="{FF2B5EF4-FFF2-40B4-BE49-F238E27FC236}">
                <a16:creationId xmlns:a16="http://schemas.microsoft.com/office/drawing/2014/main" id="{46400A1C-3971-239A-AB4B-72DB2B4AB732}"/>
              </a:ext>
            </a:extLst>
          </p:cNvPr>
          <p:cNvSpPr>
            <a:spLocks noGrp="1"/>
          </p:cNvSpPr>
          <p:nvPr>
            <p:ph type="sldNum" sz="quarter" idx="11"/>
          </p:nvPr>
        </p:nvSpPr>
        <p:spPr/>
        <p:txBody>
          <a:bodyPr/>
          <a:lstStyle/>
          <a:p>
            <a:fld id="{29BED1D5-2372-4BA3-AEA9-1F7A0F9A5921}" type="slidenum">
              <a:rPr lang="en-GB" noProof="0" smtClean="0"/>
              <a:pPr/>
              <a:t>20</a:t>
            </a:fld>
            <a:endParaRPr lang="en-GB" sz="900" kern="1200" noProof="0" dirty="0">
              <a:solidFill>
                <a:schemeClr val="accent1">
                  <a:lumMod val="75000"/>
                </a:schemeClr>
              </a:solidFill>
              <a:ea typeface="+mn-ea"/>
              <a:cs typeface="+mn-cs"/>
            </a:endParaRPr>
          </a:p>
        </p:txBody>
      </p:sp>
      <p:sp>
        <p:nvSpPr>
          <p:cNvPr id="8" name="Titre 7">
            <a:extLst>
              <a:ext uri="{FF2B5EF4-FFF2-40B4-BE49-F238E27FC236}">
                <a16:creationId xmlns:a16="http://schemas.microsoft.com/office/drawing/2014/main" id="{32DADE88-DA8D-4393-1E0C-BC62C7DEB07E}"/>
              </a:ext>
            </a:extLst>
          </p:cNvPr>
          <p:cNvSpPr>
            <a:spLocks noGrp="1"/>
          </p:cNvSpPr>
          <p:nvPr>
            <p:ph type="title"/>
          </p:nvPr>
        </p:nvSpPr>
        <p:spPr>
          <a:xfrm>
            <a:off x="435864" y="791603"/>
            <a:ext cx="10914139" cy="443198"/>
          </a:xfrm>
        </p:spPr>
        <p:txBody>
          <a:bodyPr/>
          <a:lstStyle/>
          <a:p>
            <a:r>
              <a:rPr lang="en-MY" sz="3200" noProof="0" dirty="0">
                <a:solidFill>
                  <a:schemeClr val="accent1"/>
                </a:solidFill>
              </a:rPr>
              <a:t>Atlassian Application A</a:t>
            </a:r>
            <a:r>
              <a:rPr lang="en-MY" sz="3200" dirty="0" err="1">
                <a:solidFill>
                  <a:schemeClr val="accent1"/>
                </a:solidFill>
              </a:rPr>
              <a:t>dministration</a:t>
            </a:r>
            <a:r>
              <a:rPr lang="en-MY" sz="3200" dirty="0">
                <a:solidFill>
                  <a:schemeClr val="accent1"/>
                </a:solidFill>
              </a:rPr>
              <a:t> Team</a:t>
            </a:r>
            <a:endParaRPr lang="en-GB" sz="3200" noProof="0" dirty="0">
              <a:solidFill>
                <a:schemeClr val="accent1"/>
              </a:solidFill>
            </a:endParaRPr>
          </a:p>
        </p:txBody>
      </p:sp>
      <p:pic>
        <p:nvPicPr>
          <p:cNvPr id="4" name="Picture 3">
            <a:extLst>
              <a:ext uri="{FF2B5EF4-FFF2-40B4-BE49-F238E27FC236}">
                <a16:creationId xmlns:a16="http://schemas.microsoft.com/office/drawing/2014/main" id="{D88F048B-5263-E031-6AAF-DA1C0CC317F4}"/>
              </a:ext>
            </a:extLst>
          </p:cNvPr>
          <p:cNvPicPr>
            <a:picLocks noChangeAspect="1"/>
          </p:cNvPicPr>
          <p:nvPr/>
        </p:nvPicPr>
        <p:blipFill>
          <a:blip r:embed="rId2"/>
          <a:stretch>
            <a:fillRect/>
          </a:stretch>
        </p:blipFill>
        <p:spPr>
          <a:xfrm>
            <a:off x="435864" y="1480681"/>
            <a:ext cx="7894320" cy="4766976"/>
          </a:xfrm>
          <a:prstGeom prst="rect">
            <a:avLst/>
          </a:prstGeom>
        </p:spPr>
      </p:pic>
      <p:sp>
        <p:nvSpPr>
          <p:cNvPr id="9" name="Content Placeholder 2">
            <a:extLst>
              <a:ext uri="{FF2B5EF4-FFF2-40B4-BE49-F238E27FC236}">
                <a16:creationId xmlns:a16="http://schemas.microsoft.com/office/drawing/2014/main" id="{4758A548-609D-37D9-3DEE-A13CF1FCCA63}"/>
              </a:ext>
            </a:extLst>
          </p:cNvPr>
          <p:cNvSpPr txBox="1">
            <a:spLocks/>
          </p:cNvSpPr>
          <p:nvPr/>
        </p:nvSpPr>
        <p:spPr>
          <a:xfrm>
            <a:off x="8488680" y="1835612"/>
            <a:ext cx="3517392" cy="4057114"/>
          </a:xfrm>
          <a:prstGeom prst="rect">
            <a:avLst/>
          </a:prstGeom>
        </p:spPr>
        <p:txBody>
          <a:bodyPr vert="horz" lIns="91440" tIns="45720" rIns="91440" bIns="45720" rtlCol="0" anchor="t">
            <a:normAutofit fontScale="32500" lnSpcReduction="20000"/>
          </a:bodyPr>
          <a:lstStyle>
            <a:lvl1pPr marL="135727" indent="-135727" algn="l" defTabSz="1219170" rtl="0" eaLnBrk="1" latinLnBrk="0" hangingPunct="1">
              <a:spcBef>
                <a:spcPct val="20000"/>
              </a:spcBef>
              <a:buClr>
                <a:schemeClr val="accent1"/>
              </a:buClr>
              <a:buFont typeface="Wingdings" panose="05000000000000000000" pitchFamily="2" charset="2"/>
              <a:buChar char="§"/>
              <a:defRPr sz="1351" kern="1200">
                <a:solidFill>
                  <a:schemeClr val="tx2"/>
                </a:solidFill>
                <a:latin typeface="Lato" panose="020F0502020204030203" pitchFamily="34" charset="0"/>
                <a:ea typeface="Lato" panose="020F0502020204030203" pitchFamily="34" charset="0"/>
                <a:cs typeface="Lato" panose="020F0502020204030203" pitchFamily="34" charset="0"/>
              </a:defRPr>
            </a:lvl1pPr>
            <a:lvl2pPr marL="269075" indent="-132157" algn="l" defTabSz="1219170" rtl="0" eaLnBrk="1" latinLnBrk="0" hangingPunct="1">
              <a:spcBef>
                <a:spcPct val="20000"/>
              </a:spcBef>
              <a:buClr>
                <a:schemeClr val="accent1"/>
              </a:buClr>
              <a:buSzPct val="60000"/>
              <a:buFont typeface="Wingdings 3" panose="05040102010807070707" pitchFamily="18" charset="2"/>
              <a:buChar char=""/>
              <a:tabLst/>
              <a:defRPr sz="1200" kern="1200">
                <a:solidFill>
                  <a:schemeClr val="tx2"/>
                </a:solidFill>
                <a:latin typeface="Lato" panose="020F0502020204030203" pitchFamily="34" charset="0"/>
                <a:ea typeface="Lato" panose="020F0502020204030203" pitchFamily="34" charset="0"/>
                <a:cs typeface="Lato" panose="020F0502020204030203" pitchFamily="34" charset="0"/>
              </a:defRPr>
            </a:lvl2pPr>
            <a:lvl3pPr marL="403613" indent="-134538" algn="l" defTabSz="1219170" rtl="0" eaLnBrk="1" latinLnBrk="0" hangingPunct="1">
              <a:spcBef>
                <a:spcPct val="20000"/>
              </a:spcBef>
              <a:buClr>
                <a:schemeClr val="accent1"/>
              </a:buClr>
              <a:buFont typeface="Arial" panose="020B0604020202020204" pitchFamily="34" charset="0"/>
              <a:buChar char="•"/>
              <a:tabLst/>
              <a:defRPr sz="1051" kern="1200">
                <a:solidFill>
                  <a:schemeClr val="tx2"/>
                </a:solidFill>
                <a:latin typeface="Lato" panose="020F0502020204030203" pitchFamily="34" charset="0"/>
                <a:ea typeface="Lato" panose="020F0502020204030203" pitchFamily="34" charset="0"/>
                <a:cs typeface="Lato" panose="020F0502020204030203" pitchFamily="34" charset="0"/>
              </a:defRPr>
            </a:lvl3pPr>
            <a:lvl4pPr marL="536959" indent="-130966" algn="l" defTabSz="1219170" rtl="0" eaLnBrk="1" latinLnBrk="0" hangingPunct="1">
              <a:spcBef>
                <a:spcPct val="20000"/>
              </a:spcBef>
              <a:buClr>
                <a:schemeClr val="accent1"/>
              </a:buClr>
              <a:buSzPct val="75000"/>
              <a:buFont typeface="Arial" panose="020B0604020202020204" pitchFamily="34" charset="0"/>
              <a:buChar char="-"/>
              <a:tabLst/>
              <a:defRPr sz="788" kern="1200">
                <a:solidFill>
                  <a:schemeClr val="tx2"/>
                </a:solidFill>
                <a:latin typeface="Lato" panose="020F0502020204030203" pitchFamily="34" charset="0"/>
                <a:ea typeface="Lato" panose="020F0502020204030203" pitchFamily="34" charset="0"/>
                <a:cs typeface="Lato" panose="020F0502020204030203" pitchFamily="34" charset="0"/>
              </a:defRPr>
            </a:lvl4pPr>
            <a:lvl5pPr marL="274313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0" indent="0">
              <a:buFont typeface="Wingdings" panose="05000000000000000000" pitchFamily="2" charset="2"/>
              <a:buNone/>
            </a:pPr>
            <a:r>
              <a:rPr lang="en-US" sz="6200" b="1" dirty="0"/>
              <a:t>Members of Team :</a:t>
            </a:r>
          </a:p>
          <a:p>
            <a:pPr marL="0" indent="0">
              <a:buFont typeface="Wingdings" panose="05000000000000000000" pitchFamily="2" charset="2"/>
              <a:buNone/>
            </a:pPr>
            <a:endParaRPr lang="en-US" sz="6200" dirty="0"/>
          </a:p>
          <a:p>
            <a:pPr marL="457200" indent="-457200"/>
            <a:r>
              <a:rPr lang="en-US" sz="6200" dirty="0"/>
              <a:t>Michael Mroz</a:t>
            </a:r>
          </a:p>
          <a:p>
            <a:pPr marL="457200" indent="-457200"/>
            <a:endParaRPr lang="en-US" sz="6200" dirty="0"/>
          </a:p>
          <a:p>
            <a:pPr marL="457200" indent="-457200"/>
            <a:r>
              <a:rPr lang="en-US" sz="6200" dirty="0"/>
              <a:t>Robert Philippe</a:t>
            </a:r>
          </a:p>
          <a:p>
            <a:pPr marL="457200" indent="-457200"/>
            <a:endParaRPr lang="en-US" sz="6200" dirty="0"/>
          </a:p>
          <a:p>
            <a:pPr marL="457200" indent="-457200"/>
            <a:r>
              <a:rPr lang="en-US" sz="6200" dirty="0"/>
              <a:t>Valerio Passarinho</a:t>
            </a:r>
          </a:p>
          <a:p>
            <a:pPr marL="457200" indent="-457200"/>
            <a:endParaRPr lang="en-US" sz="6200" dirty="0"/>
          </a:p>
          <a:p>
            <a:pPr marL="457200" indent="-457200"/>
            <a:r>
              <a:rPr lang="en-US" sz="6200" dirty="0"/>
              <a:t>Jose Carvalho</a:t>
            </a:r>
          </a:p>
          <a:p>
            <a:pPr marL="457200" indent="-457200"/>
            <a:endParaRPr lang="en-US" sz="6200" dirty="0"/>
          </a:p>
          <a:p>
            <a:pPr marL="457200" indent="-457200"/>
            <a:r>
              <a:rPr lang="en-US" sz="6200" dirty="0"/>
              <a:t>Mervyn Toh</a:t>
            </a:r>
          </a:p>
          <a:p>
            <a:pPr marL="0" indent="0">
              <a:buFont typeface="Wingdings" panose="05000000000000000000" pitchFamily="2" charset="2"/>
              <a:buNone/>
            </a:pPr>
            <a:r>
              <a:rPr lang="en-US" sz="6200" dirty="0"/>
              <a:t> </a:t>
            </a:r>
          </a:p>
          <a:p>
            <a:pPr marL="0" indent="0">
              <a:buFont typeface="Wingdings" panose="05000000000000000000" pitchFamily="2" charset="2"/>
              <a:buNone/>
            </a:pPr>
            <a:endParaRPr lang="en-US" dirty="0"/>
          </a:p>
        </p:txBody>
      </p:sp>
    </p:spTree>
    <p:extLst>
      <p:ext uri="{BB962C8B-B14F-4D97-AF65-F5344CB8AC3E}">
        <p14:creationId xmlns:p14="http://schemas.microsoft.com/office/powerpoint/2010/main" val="29984821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366D1F-A70C-F187-DDAA-F1D74CA76030}"/>
            </a:ext>
          </a:extLst>
        </p:cNvPr>
        <p:cNvGrpSpPr/>
        <p:nvPr/>
      </p:nvGrpSpPr>
      <p:grpSpPr>
        <a:xfrm>
          <a:off x="0" y="0"/>
          <a:ext cx="0" cy="0"/>
          <a:chOff x="0" y="0"/>
          <a:chExt cx="0" cy="0"/>
        </a:xfrm>
      </p:grpSpPr>
      <p:sp>
        <p:nvSpPr>
          <p:cNvPr id="3" name="Espace réservé du pied de page 2">
            <a:extLst>
              <a:ext uri="{FF2B5EF4-FFF2-40B4-BE49-F238E27FC236}">
                <a16:creationId xmlns:a16="http://schemas.microsoft.com/office/drawing/2014/main" id="{C647D1DA-07EB-6AA2-581F-51B2874416B3}"/>
              </a:ext>
            </a:extLst>
          </p:cNvPr>
          <p:cNvSpPr>
            <a:spLocks noGrp="1"/>
          </p:cNvSpPr>
          <p:nvPr>
            <p:ph type="ftr" sz="quarter" idx="10"/>
          </p:nvPr>
        </p:nvSpPr>
        <p:spPr/>
        <p:txBody>
          <a:bodyPr/>
          <a:lstStyle/>
          <a:p>
            <a:pPr algn="l"/>
            <a:r>
              <a:rPr lang="en-GB" noProof="0" dirty="0"/>
              <a:t>Presentation title</a:t>
            </a:r>
          </a:p>
        </p:txBody>
      </p:sp>
      <p:sp>
        <p:nvSpPr>
          <p:cNvPr id="7" name="Espace réservé du numéro de diapositive 6">
            <a:extLst>
              <a:ext uri="{FF2B5EF4-FFF2-40B4-BE49-F238E27FC236}">
                <a16:creationId xmlns:a16="http://schemas.microsoft.com/office/drawing/2014/main" id="{E2FCB605-664B-7AF4-B24F-1F1A99355394}"/>
              </a:ext>
            </a:extLst>
          </p:cNvPr>
          <p:cNvSpPr>
            <a:spLocks noGrp="1"/>
          </p:cNvSpPr>
          <p:nvPr>
            <p:ph type="sldNum" sz="quarter" idx="11"/>
          </p:nvPr>
        </p:nvSpPr>
        <p:spPr/>
        <p:txBody>
          <a:bodyPr/>
          <a:lstStyle/>
          <a:p>
            <a:fld id="{29BED1D5-2372-4BA3-AEA9-1F7A0F9A5921}" type="slidenum">
              <a:rPr lang="en-GB" noProof="0" smtClean="0"/>
              <a:pPr/>
              <a:t>21</a:t>
            </a:fld>
            <a:endParaRPr lang="en-GB" sz="900" kern="1200" noProof="0" dirty="0">
              <a:solidFill>
                <a:schemeClr val="accent1">
                  <a:lumMod val="75000"/>
                </a:schemeClr>
              </a:solidFill>
              <a:ea typeface="+mn-ea"/>
              <a:cs typeface="+mn-cs"/>
            </a:endParaRPr>
          </a:p>
        </p:txBody>
      </p:sp>
      <p:sp>
        <p:nvSpPr>
          <p:cNvPr id="8" name="Titre 7">
            <a:extLst>
              <a:ext uri="{FF2B5EF4-FFF2-40B4-BE49-F238E27FC236}">
                <a16:creationId xmlns:a16="http://schemas.microsoft.com/office/drawing/2014/main" id="{21DC3C70-D98A-FA1F-0A72-CAB5943DB8D4}"/>
              </a:ext>
            </a:extLst>
          </p:cNvPr>
          <p:cNvSpPr>
            <a:spLocks noGrp="1"/>
          </p:cNvSpPr>
          <p:nvPr>
            <p:ph type="title"/>
          </p:nvPr>
        </p:nvSpPr>
        <p:spPr>
          <a:xfrm>
            <a:off x="435864" y="764171"/>
            <a:ext cx="10914139" cy="332399"/>
          </a:xfrm>
        </p:spPr>
        <p:txBody>
          <a:bodyPr/>
          <a:lstStyle/>
          <a:p>
            <a:r>
              <a:rPr lang="en-MY" sz="2400" noProof="0" dirty="0">
                <a:solidFill>
                  <a:schemeClr val="accent1"/>
                </a:solidFill>
              </a:rPr>
              <a:t>Atlassian Application A</a:t>
            </a:r>
            <a:r>
              <a:rPr lang="en-MY" sz="2400" dirty="0" err="1">
                <a:solidFill>
                  <a:schemeClr val="accent1"/>
                </a:solidFill>
              </a:rPr>
              <a:t>dministration</a:t>
            </a:r>
            <a:r>
              <a:rPr lang="en-MY" sz="2400" dirty="0">
                <a:solidFill>
                  <a:schemeClr val="accent1"/>
                </a:solidFill>
              </a:rPr>
              <a:t> Team – Responsibilities &amp; Contacts</a:t>
            </a:r>
            <a:endParaRPr lang="en-GB" sz="2400" noProof="0" dirty="0">
              <a:solidFill>
                <a:schemeClr val="accent1"/>
              </a:solidFill>
            </a:endParaRPr>
          </a:p>
        </p:txBody>
      </p:sp>
      <p:sp>
        <p:nvSpPr>
          <p:cNvPr id="2" name="Espace réservé du texte 9">
            <a:extLst>
              <a:ext uri="{FF2B5EF4-FFF2-40B4-BE49-F238E27FC236}">
                <a16:creationId xmlns:a16="http://schemas.microsoft.com/office/drawing/2014/main" id="{A2B18B51-5885-4EDF-1FAE-C6E1188C8006}"/>
              </a:ext>
            </a:extLst>
          </p:cNvPr>
          <p:cNvSpPr>
            <a:spLocks noGrp="1"/>
          </p:cNvSpPr>
          <p:nvPr>
            <p:ph type="body" sz="quarter" idx="13"/>
          </p:nvPr>
        </p:nvSpPr>
        <p:spPr>
          <a:xfrm>
            <a:off x="435864" y="1338707"/>
            <a:ext cx="11350638" cy="5273744"/>
          </a:xfrm>
        </p:spPr>
        <p:txBody>
          <a:bodyPr/>
          <a:lstStyle/>
          <a:p>
            <a:pPr lvl="4"/>
            <a:r>
              <a:rPr lang="en-US" sz="2000" b="1" noProof="0" dirty="0">
                <a:solidFill>
                  <a:schemeClr val="accent1"/>
                </a:solidFill>
              </a:rPr>
              <a:t>Team Responsibilities:</a:t>
            </a:r>
          </a:p>
          <a:p>
            <a:pPr lvl="4"/>
            <a:endParaRPr lang="en-US" sz="800" noProof="0" dirty="0">
              <a:solidFill>
                <a:schemeClr val="accent1"/>
              </a:solidFill>
            </a:endParaRPr>
          </a:p>
          <a:p>
            <a:pPr marL="285750" lvl="4" indent="-285750">
              <a:buFont typeface="Wingdings" panose="05000000000000000000" pitchFamily="2" charset="2"/>
              <a:buChar char="§"/>
            </a:pPr>
            <a:r>
              <a:rPr lang="en-US" sz="1400" noProof="0" dirty="0">
                <a:solidFill>
                  <a:schemeClr val="accent1"/>
                </a:solidFill>
              </a:rPr>
              <a:t>Application and process governance (administration, optimization)</a:t>
            </a:r>
          </a:p>
          <a:p>
            <a:pPr marL="285750" lvl="4" indent="-285750">
              <a:buFont typeface="Wingdings" panose="05000000000000000000" pitchFamily="2" charset="2"/>
              <a:buChar char="§"/>
            </a:pPr>
            <a:r>
              <a:rPr lang="en-US" sz="1400" noProof="0" dirty="0">
                <a:solidFill>
                  <a:schemeClr val="accent1"/>
                </a:solidFill>
              </a:rPr>
              <a:t>Application migration from existing data center platform to cloud (Atlassian) platform</a:t>
            </a:r>
          </a:p>
          <a:p>
            <a:pPr lvl="4"/>
            <a:endParaRPr lang="en-US" sz="1400" noProof="0" dirty="0">
              <a:solidFill>
                <a:schemeClr val="accent1"/>
              </a:solidFill>
            </a:endParaRPr>
          </a:p>
          <a:p>
            <a:pPr lvl="4"/>
            <a:r>
              <a:rPr lang="en-US" sz="2000" b="1" noProof="0" dirty="0">
                <a:solidFill>
                  <a:schemeClr val="accent1"/>
                </a:solidFill>
              </a:rPr>
              <a:t>Personal Responsibilities:</a:t>
            </a:r>
          </a:p>
          <a:p>
            <a:pPr lvl="4"/>
            <a:endParaRPr lang="en-US" sz="1400" noProof="0" dirty="0">
              <a:solidFill>
                <a:schemeClr val="accent1"/>
              </a:solidFill>
            </a:endParaRPr>
          </a:p>
          <a:p>
            <a:pPr marL="285750" lvl="4" indent="-285750">
              <a:buFont typeface="Wingdings" panose="05000000000000000000" pitchFamily="2" charset="2"/>
              <a:buChar char="§"/>
            </a:pPr>
            <a:r>
              <a:rPr lang="en-US" sz="1400" noProof="0" dirty="0">
                <a:solidFill>
                  <a:schemeClr val="accent1"/>
                </a:solidFill>
              </a:rPr>
              <a:t>Best practices and consultation to the Atlassian team and the wider organization</a:t>
            </a:r>
          </a:p>
          <a:p>
            <a:pPr marL="285750" lvl="4" indent="-285750">
              <a:buFont typeface="Wingdings" panose="05000000000000000000" pitchFamily="2" charset="2"/>
              <a:buChar char="§"/>
            </a:pPr>
            <a:r>
              <a:rPr lang="en-US" sz="1400" noProof="0" dirty="0">
                <a:solidFill>
                  <a:schemeClr val="accent1"/>
                </a:solidFill>
              </a:rPr>
              <a:t>Application adoption and training</a:t>
            </a:r>
          </a:p>
          <a:p>
            <a:pPr marL="285750" lvl="4" indent="-285750">
              <a:buFont typeface="Wingdings" panose="05000000000000000000" pitchFamily="2" charset="2"/>
              <a:buChar char="§"/>
            </a:pPr>
            <a:r>
              <a:rPr lang="en-US" sz="1400" noProof="0" dirty="0">
                <a:solidFill>
                  <a:schemeClr val="accent1"/>
                </a:solidFill>
              </a:rPr>
              <a:t>Application administration and support for Malaysia</a:t>
            </a:r>
          </a:p>
          <a:p>
            <a:pPr lvl="4"/>
            <a:endParaRPr lang="en-US" sz="1400" noProof="0" dirty="0">
              <a:solidFill>
                <a:schemeClr val="accent1"/>
              </a:solidFill>
            </a:endParaRPr>
          </a:p>
          <a:p>
            <a:pPr lvl="4"/>
            <a:r>
              <a:rPr lang="en-US" sz="2000" b="1" noProof="0" dirty="0">
                <a:solidFill>
                  <a:schemeClr val="accent1"/>
                </a:solidFill>
              </a:rPr>
              <a:t>Contact:</a:t>
            </a:r>
          </a:p>
          <a:p>
            <a:pPr lvl="4"/>
            <a:endParaRPr lang="en-US" sz="1400" noProof="0" dirty="0">
              <a:solidFill>
                <a:schemeClr val="accent1"/>
              </a:solidFill>
            </a:endParaRPr>
          </a:p>
          <a:p>
            <a:pPr marL="285750" lvl="4" indent="-285750">
              <a:buFont typeface="Wingdings" panose="05000000000000000000" pitchFamily="2" charset="2"/>
              <a:buChar char="§"/>
            </a:pPr>
            <a:r>
              <a:rPr lang="en-US" sz="1400" noProof="0" dirty="0">
                <a:solidFill>
                  <a:schemeClr val="accent1"/>
                </a:solidFill>
              </a:rPr>
              <a:t>jira_support@caceis.com</a:t>
            </a:r>
          </a:p>
          <a:p>
            <a:pPr marL="285750" lvl="4" indent="-285750">
              <a:buFont typeface="Wingdings" panose="05000000000000000000" pitchFamily="2" charset="2"/>
              <a:buChar char="§"/>
            </a:pPr>
            <a:r>
              <a:rPr lang="en-US" sz="1400" noProof="0" dirty="0">
                <a:solidFill>
                  <a:schemeClr val="accent1"/>
                </a:solidFill>
              </a:rPr>
              <a:t>confluence_support@caceis.com</a:t>
            </a:r>
          </a:p>
          <a:p>
            <a:pPr marL="285750" lvl="4" indent="-285750">
              <a:buFont typeface="Wingdings" panose="05000000000000000000" pitchFamily="2" charset="2"/>
              <a:buChar char="§"/>
            </a:pPr>
            <a:r>
              <a:rPr lang="en-US" sz="1400" noProof="0" dirty="0">
                <a:solidFill>
                  <a:schemeClr val="accent1"/>
                </a:solidFill>
              </a:rPr>
              <a:t>Create an issue/ticket in the Jira project or Confluence project in </a:t>
            </a:r>
            <a:r>
              <a:rPr lang="en-US" sz="1400" noProof="0" dirty="0" err="1">
                <a:solidFill>
                  <a:schemeClr val="accent1"/>
                </a:solidFill>
              </a:rPr>
              <a:t>JiraH</a:t>
            </a:r>
            <a:r>
              <a:rPr lang="en-US" sz="1400" noProof="0" dirty="0">
                <a:solidFill>
                  <a:schemeClr val="accent1"/>
                </a:solidFill>
              </a:rPr>
              <a:t> ( jirah.olisnet.com )</a:t>
            </a:r>
          </a:p>
          <a:p>
            <a:pPr lvl="4"/>
            <a:endParaRPr lang="en-US" sz="1400" noProof="0" dirty="0">
              <a:solidFill>
                <a:schemeClr val="accent1"/>
              </a:solidFill>
            </a:endParaRPr>
          </a:p>
          <a:p>
            <a:pPr lvl="4"/>
            <a:endParaRPr lang="en-GB" sz="1400" noProof="0" dirty="0">
              <a:solidFill>
                <a:schemeClr val="accent1"/>
              </a:solidFill>
            </a:endParaRPr>
          </a:p>
        </p:txBody>
      </p:sp>
    </p:spTree>
    <p:extLst>
      <p:ext uri="{BB962C8B-B14F-4D97-AF65-F5344CB8AC3E}">
        <p14:creationId xmlns:p14="http://schemas.microsoft.com/office/powerpoint/2010/main" val="12616709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E6A962-8172-EB78-ABD1-1DB4D158F851}"/>
            </a:ext>
          </a:extLst>
        </p:cNvPr>
        <p:cNvGrpSpPr/>
        <p:nvPr/>
      </p:nvGrpSpPr>
      <p:grpSpPr>
        <a:xfrm>
          <a:off x="0" y="0"/>
          <a:ext cx="0" cy="0"/>
          <a:chOff x="0" y="0"/>
          <a:chExt cx="0" cy="0"/>
        </a:xfrm>
      </p:grpSpPr>
      <p:sp>
        <p:nvSpPr>
          <p:cNvPr id="9" name="Espace réservé du texte 8">
            <a:extLst>
              <a:ext uri="{FF2B5EF4-FFF2-40B4-BE49-F238E27FC236}">
                <a16:creationId xmlns:a16="http://schemas.microsoft.com/office/drawing/2014/main" id="{8B37A3B9-60E5-4CA4-F163-733940A72C7D}"/>
              </a:ext>
            </a:extLst>
          </p:cNvPr>
          <p:cNvSpPr>
            <a:spLocks noGrp="1"/>
          </p:cNvSpPr>
          <p:nvPr>
            <p:ph type="body" sz="quarter" idx="13"/>
          </p:nvPr>
        </p:nvSpPr>
        <p:spPr>
          <a:xfrm>
            <a:off x="854075" y="1429807"/>
            <a:ext cx="515977" cy="309327"/>
          </a:xfrm>
        </p:spPr>
        <p:txBody>
          <a:bodyPr/>
          <a:lstStyle/>
          <a:p>
            <a:r>
              <a:rPr lang="en-GB" noProof="0" dirty="0"/>
              <a:t>07</a:t>
            </a:r>
          </a:p>
        </p:txBody>
      </p:sp>
      <p:sp>
        <p:nvSpPr>
          <p:cNvPr id="3" name="Espace réservé du numéro de diapositive 2">
            <a:extLst>
              <a:ext uri="{FF2B5EF4-FFF2-40B4-BE49-F238E27FC236}">
                <a16:creationId xmlns:a16="http://schemas.microsoft.com/office/drawing/2014/main" id="{F68FCDE6-941D-BB4F-6322-BF75B94EAE7D}"/>
              </a:ext>
            </a:extLst>
          </p:cNvPr>
          <p:cNvSpPr>
            <a:spLocks noGrp="1"/>
          </p:cNvSpPr>
          <p:nvPr>
            <p:ph type="sldNum" sz="quarter" idx="4294967295"/>
          </p:nvPr>
        </p:nvSpPr>
        <p:spPr>
          <a:xfrm>
            <a:off x="9448800" y="6384925"/>
            <a:ext cx="2743200" cy="365125"/>
          </a:xfrm>
        </p:spPr>
        <p:txBody>
          <a:bodyPr/>
          <a:lstStyle/>
          <a:p>
            <a:fld id="{29BED1D5-2372-4BA3-AEA9-1F7A0F9A5921}" type="slidenum">
              <a:rPr lang="en-GB" noProof="0" smtClean="0"/>
              <a:pPr/>
              <a:t>22</a:t>
            </a:fld>
            <a:endParaRPr lang="en-GB" sz="900" kern="1200" noProof="0" dirty="0">
              <a:solidFill>
                <a:schemeClr val="accent1">
                  <a:lumMod val="75000"/>
                </a:schemeClr>
              </a:solidFill>
              <a:ea typeface="+mn-ea"/>
              <a:cs typeface="+mn-cs"/>
            </a:endParaRPr>
          </a:p>
        </p:txBody>
      </p:sp>
      <p:grpSp>
        <p:nvGrpSpPr>
          <p:cNvPr id="4" name="Groupe 3">
            <a:extLst>
              <a:ext uri="{FF2B5EF4-FFF2-40B4-BE49-F238E27FC236}">
                <a16:creationId xmlns:a16="http://schemas.microsoft.com/office/drawing/2014/main" id="{CA8B9184-D6D0-2F99-7F71-E3FF43F34C38}"/>
              </a:ext>
            </a:extLst>
          </p:cNvPr>
          <p:cNvGrpSpPr/>
          <p:nvPr/>
        </p:nvGrpSpPr>
        <p:grpSpPr>
          <a:xfrm>
            <a:off x="1370052" y="1430573"/>
            <a:ext cx="309327" cy="309327"/>
            <a:chOff x="2221936" y="705410"/>
            <a:chExt cx="309327" cy="309327"/>
          </a:xfrm>
        </p:grpSpPr>
        <p:sp>
          <p:nvSpPr>
            <p:cNvPr id="5" name="Ellipse 4">
              <a:extLst>
                <a:ext uri="{FF2B5EF4-FFF2-40B4-BE49-F238E27FC236}">
                  <a16:creationId xmlns:a16="http://schemas.microsoft.com/office/drawing/2014/main" id="{24025293-90B7-4DDD-6E99-C4559B3158A2}"/>
                </a:ext>
              </a:extLst>
            </p:cNvPr>
            <p:cNvSpPr/>
            <p:nvPr/>
          </p:nvSpPr>
          <p:spPr>
            <a:xfrm>
              <a:off x="2221936" y="705410"/>
              <a:ext cx="309327" cy="309327"/>
            </a:xfrm>
            <a:prstGeom prst="ellipse">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b="1" noProof="0" dirty="0">
                <a:latin typeface="Arial" panose="020B0604020202020204" pitchFamily="34" charset="0"/>
              </a:endParaRPr>
            </a:p>
          </p:txBody>
        </p:sp>
        <p:grpSp>
          <p:nvGrpSpPr>
            <p:cNvPr id="6" name="Groupe 5">
              <a:extLst>
                <a:ext uri="{FF2B5EF4-FFF2-40B4-BE49-F238E27FC236}">
                  <a16:creationId xmlns:a16="http://schemas.microsoft.com/office/drawing/2014/main" id="{4DD020C8-B406-CFF6-300B-B4FB870BA39E}"/>
                </a:ext>
              </a:extLst>
            </p:cNvPr>
            <p:cNvGrpSpPr/>
            <p:nvPr/>
          </p:nvGrpSpPr>
          <p:grpSpPr>
            <a:xfrm>
              <a:off x="2313710" y="819128"/>
              <a:ext cx="125779" cy="81891"/>
              <a:chOff x="3185111" y="815340"/>
              <a:chExt cx="125779" cy="81891"/>
            </a:xfrm>
          </p:grpSpPr>
          <p:cxnSp>
            <p:nvCxnSpPr>
              <p:cNvPr id="11" name="Connecteur droit 10">
                <a:extLst>
                  <a:ext uri="{FF2B5EF4-FFF2-40B4-BE49-F238E27FC236}">
                    <a16:creationId xmlns:a16="http://schemas.microsoft.com/office/drawing/2014/main" id="{E5FBCF07-B2EC-8E6A-69F6-E2B8E4A9B62C}"/>
                  </a:ext>
                </a:extLst>
              </p:cNvPr>
              <p:cNvCxnSpPr>
                <a:cxnSpLocks/>
              </p:cNvCxnSpPr>
              <p:nvPr/>
            </p:nvCxnSpPr>
            <p:spPr>
              <a:xfrm flipH="1">
                <a:off x="3185111" y="856285"/>
                <a:ext cx="125779" cy="0"/>
              </a:xfrm>
              <a:prstGeom prst="line">
                <a:avLst/>
              </a:prstGeom>
              <a:ln cap="rnd">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Connecteur droit 11">
                <a:extLst>
                  <a:ext uri="{FF2B5EF4-FFF2-40B4-BE49-F238E27FC236}">
                    <a16:creationId xmlns:a16="http://schemas.microsoft.com/office/drawing/2014/main" id="{E253C513-E03B-EF48-4314-C3C3A551176C}"/>
                  </a:ext>
                </a:extLst>
              </p:cNvPr>
              <p:cNvCxnSpPr>
                <a:cxnSpLocks/>
              </p:cNvCxnSpPr>
              <p:nvPr/>
            </p:nvCxnSpPr>
            <p:spPr>
              <a:xfrm flipH="1" flipV="1">
                <a:off x="3259455" y="815340"/>
                <a:ext cx="49530" cy="39981"/>
              </a:xfrm>
              <a:prstGeom prst="line">
                <a:avLst/>
              </a:prstGeom>
              <a:ln cap="rnd">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Connecteur droit 12">
                <a:extLst>
                  <a:ext uri="{FF2B5EF4-FFF2-40B4-BE49-F238E27FC236}">
                    <a16:creationId xmlns:a16="http://schemas.microsoft.com/office/drawing/2014/main" id="{854AC6CA-9B79-8774-4645-563B99C0CFCD}"/>
                  </a:ext>
                </a:extLst>
              </p:cNvPr>
              <p:cNvCxnSpPr>
                <a:cxnSpLocks/>
              </p:cNvCxnSpPr>
              <p:nvPr/>
            </p:nvCxnSpPr>
            <p:spPr>
              <a:xfrm flipH="1">
                <a:off x="3259455" y="857250"/>
                <a:ext cx="49530" cy="39981"/>
              </a:xfrm>
              <a:prstGeom prst="line">
                <a:avLst/>
              </a:prstGeom>
              <a:ln cap="rnd">
                <a:solidFill>
                  <a:schemeClr val="bg1"/>
                </a:solidFill>
              </a:ln>
            </p:spPr>
            <p:style>
              <a:lnRef idx="1">
                <a:schemeClr val="accent1"/>
              </a:lnRef>
              <a:fillRef idx="0">
                <a:schemeClr val="accent1"/>
              </a:fillRef>
              <a:effectRef idx="0">
                <a:schemeClr val="accent1"/>
              </a:effectRef>
              <a:fontRef idx="minor">
                <a:schemeClr val="tx1"/>
              </a:fontRef>
            </p:style>
          </p:cxnSp>
        </p:grpSp>
      </p:grpSp>
      <p:sp>
        <p:nvSpPr>
          <p:cNvPr id="7" name="Titre 1">
            <a:extLst>
              <a:ext uri="{FF2B5EF4-FFF2-40B4-BE49-F238E27FC236}">
                <a16:creationId xmlns:a16="http://schemas.microsoft.com/office/drawing/2014/main" id="{AECCB790-3B02-41FF-2C91-215C119D6D3B}"/>
              </a:ext>
            </a:extLst>
          </p:cNvPr>
          <p:cNvSpPr txBox="1">
            <a:spLocks/>
          </p:cNvSpPr>
          <p:nvPr/>
        </p:nvSpPr>
        <p:spPr>
          <a:xfrm>
            <a:off x="854075" y="2752408"/>
            <a:ext cx="5241926" cy="5539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lang="fr-FR" sz="6000" b="1" kern="1200" cap="all" spc="200" baseline="0" smtClean="0">
                <a:solidFill>
                  <a:schemeClr val="accent1"/>
                </a:solidFill>
                <a:latin typeface="Arial" pitchFamily="34" charset="0"/>
                <a:ea typeface="+mn-ea"/>
                <a:cs typeface="+mn-cs"/>
              </a:defRPr>
            </a:lvl1pPr>
          </a:lstStyle>
          <a:p>
            <a:r>
              <a:rPr lang="fr-FR" sz="4000" b="1" i="0" dirty="0">
                <a:solidFill>
                  <a:schemeClr val="bg1"/>
                </a:solidFill>
                <a:latin typeface="Arial" panose="020B0604020202020204" pitchFamily="34" charset="0"/>
              </a:rPr>
              <a:t>FDS Pulse (Nova)</a:t>
            </a:r>
          </a:p>
        </p:txBody>
      </p:sp>
      <p:pic>
        <p:nvPicPr>
          <p:cNvPr id="10" name="Espace réservé pour une image  14">
            <a:extLst>
              <a:ext uri="{FF2B5EF4-FFF2-40B4-BE49-F238E27FC236}">
                <a16:creationId xmlns:a16="http://schemas.microsoft.com/office/drawing/2014/main" id="{9ECA5DDC-47C2-C728-C1DF-4A6FC7536812}"/>
              </a:ext>
            </a:extLst>
          </p:cNvPr>
          <p:cNvPicPr>
            <a:picLocks noGrp="1" noChangeAspect="1"/>
          </p:cNvPicPr>
          <p:nvPr>
            <p:ph type="pic" sz="quarter" idx="14"/>
          </p:nvPr>
        </p:nvPicPr>
        <p:blipFill>
          <a:blip r:embed="rId3" cstate="print">
            <a:extLst>
              <a:ext uri="{28A0092B-C50C-407E-A947-70E740481C1C}">
                <a14:useLocalDpi xmlns:a14="http://schemas.microsoft.com/office/drawing/2010/main"/>
              </a:ext>
            </a:extLst>
          </a:blip>
          <a:srcRect l="21" r="21"/>
          <a:stretch>
            <a:fillRect/>
          </a:stretch>
        </p:blipFill>
        <p:spPr>
          <a:xfrm>
            <a:off x="7644638" y="280987"/>
            <a:ext cx="4157663" cy="6296025"/>
          </a:xfrm>
          <a:prstGeom prst="rect">
            <a:avLst/>
          </a:prstGeom>
          <a:solidFill>
            <a:prstClr val="white">
              <a:lumMod val="95000"/>
            </a:prstClr>
          </a:solidFill>
        </p:spPr>
      </p:pic>
      <p:sp>
        <p:nvSpPr>
          <p:cNvPr id="8" name="TextBox 7">
            <a:extLst>
              <a:ext uri="{FF2B5EF4-FFF2-40B4-BE49-F238E27FC236}">
                <a16:creationId xmlns:a16="http://schemas.microsoft.com/office/drawing/2014/main" id="{AEA3525F-2E19-5476-8B6D-1C13B8C40ACB}"/>
              </a:ext>
            </a:extLst>
          </p:cNvPr>
          <p:cNvSpPr txBox="1"/>
          <p:nvPr/>
        </p:nvSpPr>
        <p:spPr>
          <a:xfrm>
            <a:off x="667472" y="4944377"/>
            <a:ext cx="6977166" cy="369332"/>
          </a:xfrm>
          <a:prstGeom prst="rect">
            <a:avLst/>
          </a:prstGeom>
          <a:noFill/>
        </p:spPr>
        <p:txBody>
          <a:bodyPr wrap="none" rtlCol="0">
            <a:spAutoFit/>
          </a:bodyPr>
          <a:lstStyle/>
          <a:p>
            <a:r>
              <a:rPr lang="en-MY" dirty="0">
                <a:solidFill>
                  <a:schemeClr val="bg1"/>
                </a:solidFill>
              </a:rPr>
              <a:t>Muhammad Nabil, Nadir Chowdhury, Azli Che Ni, Bayes Shoharto</a:t>
            </a:r>
          </a:p>
        </p:txBody>
      </p:sp>
    </p:spTree>
    <p:extLst>
      <p:ext uri="{BB962C8B-B14F-4D97-AF65-F5344CB8AC3E}">
        <p14:creationId xmlns:p14="http://schemas.microsoft.com/office/powerpoint/2010/main" val="26127583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ABF276-6591-1266-0A33-B8BC647C66ED}"/>
            </a:ext>
          </a:extLst>
        </p:cNvPr>
        <p:cNvGrpSpPr/>
        <p:nvPr/>
      </p:nvGrpSpPr>
      <p:grpSpPr>
        <a:xfrm>
          <a:off x="0" y="0"/>
          <a:ext cx="0" cy="0"/>
          <a:chOff x="0" y="0"/>
          <a:chExt cx="0" cy="0"/>
        </a:xfrm>
      </p:grpSpPr>
      <p:sp>
        <p:nvSpPr>
          <p:cNvPr id="7" name="Espace réservé du numéro de diapositive 6">
            <a:extLst>
              <a:ext uri="{FF2B5EF4-FFF2-40B4-BE49-F238E27FC236}">
                <a16:creationId xmlns:a16="http://schemas.microsoft.com/office/drawing/2014/main" id="{371CA191-7478-3E06-3407-6703253461B8}"/>
              </a:ext>
            </a:extLst>
          </p:cNvPr>
          <p:cNvSpPr>
            <a:spLocks noGrp="1"/>
          </p:cNvSpPr>
          <p:nvPr>
            <p:ph type="sldNum" sz="quarter" idx="11"/>
          </p:nvPr>
        </p:nvSpPr>
        <p:spPr/>
        <p:txBody>
          <a:bodyPr/>
          <a:lstStyle/>
          <a:p>
            <a:fld id="{29BED1D5-2372-4BA3-AEA9-1F7A0F9A5921}" type="slidenum">
              <a:rPr lang="en-GB" noProof="0" smtClean="0"/>
              <a:pPr/>
              <a:t>23</a:t>
            </a:fld>
            <a:endParaRPr lang="en-GB" sz="900" kern="1200" noProof="0" dirty="0">
              <a:solidFill>
                <a:schemeClr val="accent1">
                  <a:lumMod val="75000"/>
                </a:schemeClr>
              </a:solidFill>
              <a:ea typeface="+mn-ea"/>
              <a:cs typeface="+mn-cs"/>
            </a:endParaRPr>
          </a:p>
        </p:txBody>
      </p:sp>
      <p:sp>
        <p:nvSpPr>
          <p:cNvPr id="10" name="Espace réservé du texte 9">
            <a:extLst>
              <a:ext uri="{FF2B5EF4-FFF2-40B4-BE49-F238E27FC236}">
                <a16:creationId xmlns:a16="http://schemas.microsoft.com/office/drawing/2014/main" id="{8EC0233C-0636-AB52-0F79-E203B6526D53}"/>
              </a:ext>
            </a:extLst>
          </p:cNvPr>
          <p:cNvSpPr>
            <a:spLocks noGrp="1"/>
          </p:cNvSpPr>
          <p:nvPr>
            <p:ph type="body" sz="quarter" idx="13"/>
          </p:nvPr>
        </p:nvSpPr>
        <p:spPr>
          <a:xfrm>
            <a:off x="433375" y="1778742"/>
            <a:ext cx="11350638" cy="4283748"/>
          </a:xfrm>
        </p:spPr>
        <p:txBody>
          <a:bodyPr/>
          <a:lstStyle/>
          <a:p>
            <a:pPr marL="457200" marR="0" lvl="0" indent="-4572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GB" sz="2000" dirty="0">
                <a:solidFill>
                  <a:srgbClr val="006A4E"/>
                </a:solidFill>
                <a:latin typeface="Arial"/>
                <a:cs typeface="Arial"/>
              </a:rPr>
              <a:t>P</a:t>
            </a:r>
            <a:r>
              <a:rPr kumimoji="0" lang="en-GB" sz="2000" b="1" i="0" u="none" strike="noStrike" kern="1200" cap="none" spc="0" normalizeH="0" baseline="0" noProof="0" dirty="0">
                <a:ln>
                  <a:noFill/>
                </a:ln>
                <a:solidFill>
                  <a:srgbClr val="006A4E"/>
                </a:solidFill>
                <a:effectLst/>
                <a:uLnTx/>
                <a:uFillTx/>
                <a:latin typeface="Arial"/>
                <a:ea typeface="+mn-ea"/>
                <a:cs typeface="Arial"/>
              </a:rPr>
              <a:t>ULSE NOVA – OVERVIEW</a:t>
            </a:r>
          </a:p>
          <a:p>
            <a:pPr marL="457200" marR="0" lvl="0" indent="-4572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GB" sz="2000" b="1" i="0" u="none" strike="noStrike" kern="1200" cap="none" spc="0" normalizeH="0" baseline="0" noProof="0" dirty="0">
              <a:ln>
                <a:noFill/>
              </a:ln>
              <a:solidFill>
                <a:srgbClr val="006A4E"/>
              </a:solidFill>
              <a:effectLst/>
              <a:uLnTx/>
              <a:uFillTx/>
              <a:latin typeface="Arial"/>
              <a:ea typeface="+mn-ea"/>
              <a:cs typeface="Arial"/>
            </a:endParaRPr>
          </a:p>
          <a:p>
            <a:pPr marL="457200" marR="0" lvl="0" indent="-4572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GB" sz="2000" b="1" i="0" u="none" strike="noStrike" kern="1200" cap="none" spc="0" normalizeH="0" baseline="0" noProof="0" dirty="0">
                <a:ln>
                  <a:noFill/>
                </a:ln>
                <a:solidFill>
                  <a:srgbClr val="006A4E"/>
                </a:solidFill>
                <a:effectLst/>
                <a:uLnTx/>
                <a:uFillTx/>
                <a:latin typeface="Arial"/>
                <a:ea typeface="+mn-ea"/>
                <a:cs typeface="Arial"/>
              </a:rPr>
              <a:t>TEAM STRUCTURE</a:t>
            </a:r>
          </a:p>
          <a:p>
            <a:pPr marL="457200" marR="0" lvl="0" indent="-4572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GB" sz="2000" b="1" i="0" u="none" strike="noStrike" kern="1200" cap="none" spc="0" normalizeH="0" baseline="0" noProof="0" dirty="0">
              <a:ln>
                <a:noFill/>
              </a:ln>
              <a:solidFill>
                <a:srgbClr val="006A4E"/>
              </a:solidFill>
              <a:effectLst/>
              <a:uLnTx/>
              <a:uFillTx/>
              <a:latin typeface="Arial"/>
              <a:ea typeface="+mn-ea"/>
              <a:cs typeface="Arial"/>
            </a:endParaRPr>
          </a:p>
          <a:p>
            <a:pPr marL="457200" marR="0" lvl="0" indent="-4572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GB" sz="2000" b="1" i="0" u="none" strike="noStrike" kern="1200" cap="none" spc="0" normalizeH="0" baseline="0" noProof="0" dirty="0">
                <a:ln>
                  <a:noFill/>
                </a:ln>
                <a:solidFill>
                  <a:srgbClr val="006A4E"/>
                </a:solidFill>
                <a:effectLst/>
                <a:uLnTx/>
                <a:uFillTx/>
                <a:latin typeface="Arial"/>
                <a:ea typeface="+mn-ea"/>
                <a:cs typeface="Arial"/>
              </a:rPr>
              <a:t>TECHNOLOGY STACK – OVERVIEW</a:t>
            </a:r>
          </a:p>
          <a:p>
            <a:pPr marL="457200" marR="0" lvl="0" indent="-4572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GB" sz="2000" b="1" i="0" u="none" strike="noStrike" kern="1200" cap="none" spc="0" normalizeH="0" baseline="0" noProof="0" dirty="0">
              <a:ln>
                <a:noFill/>
              </a:ln>
              <a:solidFill>
                <a:srgbClr val="006A4E"/>
              </a:solidFill>
              <a:effectLst/>
              <a:uLnTx/>
              <a:uFillTx/>
              <a:latin typeface="Arial"/>
              <a:ea typeface="+mn-ea"/>
              <a:cs typeface="Arial"/>
            </a:endParaRPr>
          </a:p>
          <a:p>
            <a:pPr marL="457200" marR="0" lvl="0" indent="-4572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GB" sz="2000" b="1" i="0" u="none" strike="noStrike" kern="1200" cap="none" spc="0" normalizeH="0" baseline="0" noProof="0" dirty="0">
                <a:ln>
                  <a:noFill/>
                </a:ln>
                <a:solidFill>
                  <a:srgbClr val="006A4E"/>
                </a:solidFill>
                <a:effectLst/>
                <a:uLnTx/>
                <a:uFillTx/>
                <a:latin typeface="Arial"/>
                <a:ea typeface="+mn-ea"/>
                <a:cs typeface="Arial"/>
              </a:rPr>
              <a:t>SHORT DEMO</a:t>
            </a:r>
          </a:p>
          <a:p>
            <a:pPr marL="457200" marR="0" lvl="0" indent="-4572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GB" sz="2000" b="1" i="0" u="none" strike="noStrike" kern="1200" cap="none" spc="0" normalizeH="0" baseline="0" noProof="0" dirty="0">
              <a:ln>
                <a:noFill/>
              </a:ln>
              <a:solidFill>
                <a:srgbClr val="006A4E"/>
              </a:solidFill>
              <a:effectLst/>
              <a:uLnTx/>
              <a:uFillTx/>
              <a:latin typeface="Arial"/>
              <a:ea typeface="+mn-ea"/>
              <a:cs typeface="Arial"/>
            </a:endParaRPr>
          </a:p>
          <a:p>
            <a:pPr marL="457200" marR="0" lvl="0" indent="-4572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GB" sz="2000" b="1" i="0" u="none" strike="noStrike" kern="1200" cap="none" spc="0" normalizeH="0" baseline="0" noProof="0" dirty="0">
                <a:ln>
                  <a:noFill/>
                </a:ln>
                <a:solidFill>
                  <a:srgbClr val="006A4E"/>
                </a:solidFill>
                <a:effectLst/>
                <a:uLnTx/>
                <a:uFillTx/>
                <a:latin typeface="Arial"/>
                <a:ea typeface="+mn-ea"/>
                <a:cs typeface="Arial"/>
              </a:rPr>
              <a:t>KEY ACHIEVEMENTS</a:t>
            </a:r>
          </a:p>
          <a:p>
            <a:pPr marL="457200" marR="0" lvl="0" indent="-4572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GB" sz="2000" b="1" i="0" u="none" strike="noStrike" kern="1200" cap="none" spc="0" normalizeH="0" baseline="0" noProof="0" dirty="0">
              <a:ln>
                <a:noFill/>
              </a:ln>
              <a:solidFill>
                <a:srgbClr val="006A4E"/>
              </a:solidFill>
              <a:effectLst/>
              <a:uLnTx/>
              <a:uFillTx/>
              <a:latin typeface="Arial"/>
              <a:ea typeface="+mn-ea"/>
              <a:cs typeface="Arial"/>
            </a:endParaRPr>
          </a:p>
          <a:p>
            <a:pPr marL="457200" marR="0" lvl="0" indent="-4572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GB" sz="2000" b="1" i="0" u="none" strike="noStrike" kern="1200" cap="none" spc="0" normalizeH="0" baseline="0" noProof="0" dirty="0">
                <a:ln>
                  <a:noFill/>
                </a:ln>
                <a:solidFill>
                  <a:srgbClr val="006A4E"/>
                </a:solidFill>
                <a:effectLst/>
                <a:uLnTx/>
                <a:uFillTx/>
                <a:latin typeface="Arial"/>
                <a:ea typeface="+mn-ea"/>
                <a:cs typeface="Arial"/>
              </a:rPr>
              <a:t>TEAM BONDING</a:t>
            </a:r>
          </a:p>
          <a:p>
            <a:pPr marL="457200" marR="0" lvl="0" indent="-4572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GB" sz="2000" b="1" i="0" u="none" strike="noStrike" kern="1200" cap="none" spc="0" normalizeH="0" baseline="0" noProof="0" dirty="0">
              <a:ln>
                <a:noFill/>
              </a:ln>
              <a:solidFill>
                <a:srgbClr val="006A4E"/>
              </a:solidFill>
              <a:effectLst/>
              <a:uLnTx/>
              <a:uFillTx/>
              <a:latin typeface="Arial"/>
              <a:ea typeface="+mn-ea"/>
              <a:cs typeface="Arial"/>
            </a:endParaRPr>
          </a:p>
          <a:p>
            <a:pPr marL="457200" marR="0" lvl="0" indent="-4572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GB" sz="2000" b="1" i="0" u="none" strike="noStrike" kern="1200" cap="none" spc="0" normalizeH="0" baseline="0" noProof="0" dirty="0">
                <a:ln>
                  <a:noFill/>
                </a:ln>
                <a:solidFill>
                  <a:srgbClr val="006A4E"/>
                </a:solidFill>
                <a:effectLst/>
                <a:uLnTx/>
                <a:uFillTx/>
                <a:latin typeface="Arial"/>
                <a:ea typeface="+mn-ea"/>
                <a:cs typeface="Arial"/>
              </a:rPr>
              <a:t>Q&amp;A</a:t>
            </a:r>
            <a:endParaRPr lang="en-US" noProof="0" dirty="0"/>
          </a:p>
        </p:txBody>
      </p:sp>
      <p:sp>
        <p:nvSpPr>
          <p:cNvPr id="8" name="Titre 7">
            <a:extLst>
              <a:ext uri="{FF2B5EF4-FFF2-40B4-BE49-F238E27FC236}">
                <a16:creationId xmlns:a16="http://schemas.microsoft.com/office/drawing/2014/main" id="{6A13D180-C576-7660-BEC2-8A05112B71FF}"/>
              </a:ext>
            </a:extLst>
          </p:cNvPr>
          <p:cNvSpPr>
            <a:spLocks noGrp="1"/>
          </p:cNvSpPr>
          <p:nvPr>
            <p:ph type="title"/>
          </p:nvPr>
        </p:nvSpPr>
        <p:spPr>
          <a:xfrm>
            <a:off x="433375" y="850375"/>
            <a:ext cx="10914139" cy="498598"/>
          </a:xfrm>
        </p:spPr>
        <p:txBody>
          <a:bodyPr/>
          <a:lstStyle/>
          <a:p>
            <a:r>
              <a:rPr lang="en-US" dirty="0">
                <a:solidFill>
                  <a:schemeClr val="accent1"/>
                </a:solidFill>
              </a:rPr>
              <a:t>AGENDA</a:t>
            </a:r>
            <a:endParaRPr lang="en-GB" noProof="0" dirty="0">
              <a:solidFill>
                <a:schemeClr val="accent1"/>
              </a:solidFill>
            </a:endParaRPr>
          </a:p>
        </p:txBody>
      </p:sp>
    </p:spTree>
    <p:extLst>
      <p:ext uri="{BB962C8B-B14F-4D97-AF65-F5344CB8AC3E}">
        <p14:creationId xmlns:p14="http://schemas.microsoft.com/office/powerpoint/2010/main" val="27835722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58D4A6-477D-D2F7-F895-23851DEE9BA6}"/>
            </a:ext>
          </a:extLst>
        </p:cNvPr>
        <p:cNvGrpSpPr/>
        <p:nvPr/>
      </p:nvGrpSpPr>
      <p:grpSpPr>
        <a:xfrm>
          <a:off x="0" y="0"/>
          <a:ext cx="0" cy="0"/>
          <a:chOff x="0" y="0"/>
          <a:chExt cx="0" cy="0"/>
        </a:xfrm>
      </p:grpSpPr>
      <p:sp>
        <p:nvSpPr>
          <p:cNvPr id="3" name="Espace réservé du pied de page 2">
            <a:extLst>
              <a:ext uri="{FF2B5EF4-FFF2-40B4-BE49-F238E27FC236}">
                <a16:creationId xmlns:a16="http://schemas.microsoft.com/office/drawing/2014/main" id="{E2D5A87C-9FD7-DB55-ED9E-F06EE508AC74}"/>
              </a:ext>
            </a:extLst>
          </p:cNvPr>
          <p:cNvSpPr>
            <a:spLocks noGrp="1"/>
          </p:cNvSpPr>
          <p:nvPr>
            <p:ph type="ftr" sz="quarter" idx="10"/>
          </p:nvPr>
        </p:nvSpPr>
        <p:spPr/>
        <p:txBody>
          <a:bodyPr/>
          <a:lstStyle/>
          <a:p>
            <a:pPr algn="l"/>
            <a:r>
              <a:rPr lang="en-GB" noProof="0"/>
              <a:t>Presentation title</a:t>
            </a:r>
          </a:p>
        </p:txBody>
      </p:sp>
      <p:sp>
        <p:nvSpPr>
          <p:cNvPr id="7" name="Espace réservé du numéro de diapositive 6">
            <a:extLst>
              <a:ext uri="{FF2B5EF4-FFF2-40B4-BE49-F238E27FC236}">
                <a16:creationId xmlns:a16="http://schemas.microsoft.com/office/drawing/2014/main" id="{E00A6153-F6BD-35DE-77CB-B8C78CEB3155}"/>
              </a:ext>
            </a:extLst>
          </p:cNvPr>
          <p:cNvSpPr>
            <a:spLocks noGrp="1"/>
          </p:cNvSpPr>
          <p:nvPr>
            <p:ph type="sldNum" sz="quarter" idx="11"/>
          </p:nvPr>
        </p:nvSpPr>
        <p:spPr/>
        <p:txBody>
          <a:bodyPr/>
          <a:lstStyle/>
          <a:p>
            <a:fld id="{29BED1D5-2372-4BA3-AEA9-1F7A0F9A5921}" type="slidenum">
              <a:rPr lang="en-GB" noProof="0" smtClean="0"/>
              <a:pPr/>
              <a:t>24</a:t>
            </a:fld>
            <a:endParaRPr lang="en-GB" sz="900" kern="1200" noProof="0">
              <a:solidFill>
                <a:schemeClr val="accent1">
                  <a:lumMod val="75000"/>
                </a:schemeClr>
              </a:solidFill>
              <a:ea typeface="+mn-ea"/>
              <a:cs typeface="+mn-cs"/>
            </a:endParaRPr>
          </a:p>
        </p:txBody>
      </p:sp>
      <p:pic>
        <p:nvPicPr>
          <p:cNvPr id="4" name="Picture 3">
            <a:extLst>
              <a:ext uri="{FF2B5EF4-FFF2-40B4-BE49-F238E27FC236}">
                <a16:creationId xmlns:a16="http://schemas.microsoft.com/office/drawing/2014/main" id="{1D7037C5-E443-3B34-47CF-1CA15E2D54E6}"/>
              </a:ext>
            </a:extLst>
          </p:cNvPr>
          <p:cNvPicPr>
            <a:picLocks noChangeAspect="1"/>
          </p:cNvPicPr>
          <p:nvPr/>
        </p:nvPicPr>
        <p:blipFill>
          <a:blip r:embed="rId3"/>
          <a:stretch>
            <a:fillRect/>
          </a:stretch>
        </p:blipFill>
        <p:spPr>
          <a:xfrm>
            <a:off x="105851" y="686218"/>
            <a:ext cx="11916000" cy="5958000"/>
          </a:xfrm>
          <a:prstGeom prst="rect">
            <a:avLst/>
          </a:prstGeom>
        </p:spPr>
      </p:pic>
      <p:sp>
        <p:nvSpPr>
          <p:cNvPr id="2" name="TextBox 1">
            <a:extLst>
              <a:ext uri="{FF2B5EF4-FFF2-40B4-BE49-F238E27FC236}">
                <a16:creationId xmlns:a16="http://schemas.microsoft.com/office/drawing/2014/main" id="{FEDD6DB7-844B-227C-93F6-CFD6C396C9F5}"/>
              </a:ext>
            </a:extLst>
          </p:cNvPr>
          <p:cNvSpPr txBox="1"/>
          <p:nvPr/>
        </p:nvSpPr>
        <p:spPr>
          <a:xfrm>
            <a:off x="8961611" y="325120"/>
            <a:ext cx="312203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b="1">
                <a:solidFill>
                  <a:schemeClr val="accent1"/>
                </a:solidFill>
                <a:cs typeface="Arial"/>
              </a:rPr>
              <a:t>PULSE NOVA - OVERVIEW</a:t>
            </a:r>
          </a:p>
        </p:txBody>
      </p:sp>
    </p:spTree>
    <p:extLst>
      <p:ext uri="{BB962C8B-B14F-4D97-AF65-F5344CB8AC3E}">
        <p14:creationId xmlns:p14="http://schemas.microsoft.com/office/powerpoint/2010/main" val="33241016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C59DF3-91E2-4C76-DB9B-19CA6997AD55}"/>
            </a:ext>
          </a:extLst>
        </p:cNvPr>
        <p:cNvGrpSpPr/>
        <p:nvPr/>
      </p:nvGrpSpPr>
      <p:grpSpPr>
        <a:xfrm>
          <a:off x="0" y="0"/>
          <a:ext cx="0" cy="0"/>
          <a:chOff x="0" y="0"/>
          <a:chExt cx="0" cy="0"/>
        </a:xfrm>
      </p:grpSpPr>
      <p:sp>
        <p:nvSpPr>
          <p:cNvPr id="3" name="Espace réservé du pied de page 2">
            <a:extLst>
              <a:ext uri="{FF2B5EF4-FFF2-40B4-BE49-F238E27FC236}">
                <a16:creationId xmlns:a16="http://schemas.microsoft.com/office/drawing/2014/main" id="{EBE2F0A7-8CF5-89D6-3A03-FC1E2FFB7949}"/>
              </a:ext>
            </a:extLst>
          </p:cNvPr>
          <p:cNvSpPr>
            <a:spLocks noGrp="1"/>
          </p:cNvSpPr>
          <p:nvPr>
            <p:ph type="ftr" sz="quarter" idx="10"/>
          </p:nvPr>
        </p:nvSpPr>
        <p:spPr/>
        <p:txBody>
          <a:bodyPr/>
          <a:lstStyle/>
          <a:p>
            <a:pPr algn="l"/>
            <a:r>
              <a:rPr lang="en-GB" noProof="0"/>
              <a:t>Presentation title</a:t>
            </a:r>
          </a:p>
        </p:txBody>
      </p:sp>
      <p:sp>
        <p:nvSpPr>
          <p:cNvPr id="7" name="Espace réservé du numéro de diapositive 6">
            <a:extLst>
              <a:ext uri="{FF2B5EF4-FFF2-40B4-BE49-F238E27FC236}">
                <a16:creationId xmlns:a16="http://schemas.microsoft.com/office/drawing/2014/main" id="{33BFC7FC-B583-8A3D-25EF-5E664ED05C93}"/>
              </a:ext>
            </a:extLst>
          </p:cNvPr>
          <p:cNvSpPr>
            <a:spLocks noGrp="1"/>
          </p:cNvSpPr>
          <p:nvPr>
            <p:ph type="sldNum" sz="quarter" idx="11"/>
          </p:nvPr>
        </p:nvSpPr>
        <p:spPr/>
        <p:txBody>
          <a:bodyPr/>
          <a:lstStyle/>
          <a:p>
            <a:fld id="{29BED1D5-2372-4BA3-AEA9-1F7A0F9A5921}" type="slidenum">
              <a:rPr lang="en-GB" noProof="0" smtClean="0"/>
              <a:pPr/>
              <a:t>25</a:t>
            </a:fld>
            <a:endParaRPr lang="en-GB" sz="900" kern="1200" noProof="0">
              <a:solidFill>
                <a:schemeClr val="accent1">
                  <a:lumMod val="75000"/>
                </a:schemeClr>
              </a:solidFill>
              <a:ea typeface="+mn-ea"/>
              <a:cs typeface="+mn-cs"/>
            </a:endParaRPr>
          </a:p>
        </p:txBody>
      </p:sp>
      <p:sp>
        <p:nvSpPr>
          <p:cNvPr id="4" name="TextBox 3">
            <a:extLst>
              <a:ext uri="{FF2B5EF4-FFF2-40B4-BE49-F238E27FC236}">
                <a16:creationId xmlns:a16="http://schemas.microsoft.com/office/drawing/2014/main" id="{ED789C9A-EB31-6149-F8CE-9C843021C94C}"/>
              </a:ext>
            </a:extLst>
          </p:cNvPr>
          <p:cNvSpPr txBox="1"/>
          <p:nvPr/>
        </p:nvSpPr>
        <p:spPr>
          <a:xfrm>
            <a:off x="8961611" y="325120"/>
            <a:ext cx="312203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b="1">
                <a:solidFill>
                  <a:schemeClr val="accent1"/>
                </a:solidFill>
                <a:cs typeface="Arial"/>
              </a:rPr>
              <a:t>PULSE NOVA - OVERVIEW</a:t>
            </a:r>
          </a:p>
        </p:txBody>
      </p:sp>
      <p:pic>
        <p:nvPicPr>
          <p:cNvPr id="8" name="Picture 7" descr="A diagram of ice cream shop&#10;&#10;AI-generated content may be incorrect.">
            <a:extLst>
              <a:ext uri="{FF2B5EF4-FFF2-40B4-BE49-F238E27FC236}">
                <a16:creationId xmlns:a16="http://schemas.microsoft.com/office/drawing/2014/main" id="{B6001393-D800-8CCC-6AEA-826C2A0F38C5}"/>
              </a:ext>
            </a:extLst>
          </p:cNvPr>
          <p:cNvPicPr>
            <a:picLocks noChangeAspect="1"/>
          </p:cNvPicPr>
          <p:nvPr/>
        </p:nvPicPr>
        <p:blipFill>
          <a:blip r:embed="rId3"/>
          <a:stretch>
            <a:fillRect/>
          </a:stretch>
        </p:blipFill>
        <p:spPr>
          <a:xfrm>
            <a:off x="493842" y="647178"/>
            <a:ext cx="10870294" cy="6122727"/>
          </a:xfrm>
          <a:prstGeom prst="rect">
            <a:avLst/>
          </a:prstGeom>
        </p:spPr>
      </p:pic>
    </p:spTree>
    <p:extLst>
      <p:ext uri="{BB962C8B-B14F-4D97-AF65-F5344CB8AC3E}">
        <p14:creationId xmlns:p14="http://schemas.microsoft.com/office/powerpoint/2010/main" val="12040234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28643F-4C46-C69A-0F49-6E083570BE86}"/>
            </a:ext>
          </a:extLst>
        </p:cNvPr>
        <p:cNvGrpSpPr/>
        <p:nvPr/>
      </p:nvGrpSpPr>
      <p:grpSpPr>
        <a:xfrm>
          <a:off x="0" y="0"/>
          <a:ext cx="0" cy="0"/>
          <a:chOff x="0" y="0"/>
          <a:chExt cx="0" cy="0"/>
        </a:xfrm>
      </p:grpSpPr>
      <p:sp>
        <p:nvSpPr>
          <p:cNvPr id="3" name="Espace réservé du pied de page 2">
            <a:extLst>
              <a:ext uri="{FF2B5EF4-FFF2-40B4-BE49-F238E27FC236}">
                <a16:creationId xmlns:a16="http://schemas.microsoft.com/office/drawing/2014/main" id="{D1309FAF-72DC-6517-9F5B-6A6751DDBAD9}"/>
              </a:ext>
            </a:extLst>
          </p:cNvPr>
          <p:cNvSpPr>
            <a:spLocks noGrp="1"/>
          </p:cNvSpPr>
          <p:nvPr>
            <p:ph type="ftr" sz="quarter" idx="10"/>
          </p:nvPr>
        </p:nvSpPr>
        <p:spPr/>
        <p:txBody>
          <a:bodyPr/>
          <a:lstStyle/>
          <a:p>
            <a:pPr algn="l"/>
            <a:r>
              <a:rPr lang="en-GB" noProof="0"/>
              <a:t>Presentation title</a:t>
            </a:r>
          </a:p>
        </p:txBody>
      </p:sp>
      <p:sp>
        <p:nvSpPr>
          <p:cNvPr id="7" name="Espace réservé du numéro de diapositive 6">
            <a:extLst>
              <a:ext uri="{FF2B5EF4-FFF2-40B4-BE49-F238E27FC236}">
                <a16:creationId xmlns:a16="http://schemas.microsoft.com/office/drawing/2014/main" id="{8D51E11B-2258-8656-12D0-0CE87B132BAE}"/>
              </a:ext>
            </a:extLst>
          </p:cNvPr>
          <p:cNvSpPr>
            <a:spLocks noGrp="1"/>
          </p:cNvSpPr>
          <p:nvPr>
            <p:ph type="sldNum" sz="quarter" idx="11"/>
          </p:nvPr>
        </p:nvSpPr>
        <p:spPr/>
        <p:txBody>
          <a:bodyPr/>
          <a:lstStyle/>
          <a:p>
            <a:fld id="{29BED1D5-2372-4BA3-AEA9-1F7A0F9A5921}" type="slidenum">
              <a:rPr lang="en-GB" noProof="0" smtClean="0"/>
              <a:pPr/>
              <a:t>26</a:t>
            </a:fld>
            <a:endParaRPr lang="en-GB" sz="900" kern="1200" noProof="0">
              <a:solidFill>
                <a:schemeClr val="accent1">
                  <a:lumMod val="75000"/>
                </a:schemeClr>
              </a:solidFill>
              <a:ea typeface="+mn-ea"/>
              <a:cs typeface="+mn-cs"/>
            </a:endParaRPr>
          </a:p>
        </p:txBody>
      </p:sp>
      <p:grpSp>
        <p:nvGrpSpPr>
          <p:cNvPr id="13" name="Group 12">
            <a:extLst>
              <a:ext uri="{FF2B5EF4-FFF2-40B4-BE49-F238E27FC236}">
                <a16:creationId xmlns:a16="http://schemas.microsoft.com/office/drawing/2014/main" id="{7B4B9F85-BB0A-B020-1398-896BA6ECA927}"/>
              </a:ext>
            </a:extLst>
          </p:cNvPr>
          <p:cNvGrpSpPr>
            <a:grpSpLocks noChangeAspect="1"/>
          </p:cNvGrpSpPr>
          <p:nvPr/>
        </p:nvGrpSpPr>
        <p:grpSpPr>
          <a:xfrm>
            <a:off x="777770" y="694452"/>
            <a:ext cx="10746287" cy="6048000"/>
            <a:chOff x="530958" y="594000"/>
            <a:chExt cx="11130083" cy="6264000"/>
          </a:xfrm>
        </p:grpSpPr>
        <p:pic>
          <p:nvPicPr>
            <p:cNvPr id="4" name="Picture 3">
              <a:extLst>
                <a:ext uri="{FF2B5EF4-FFF2-40B4-BE49-F238E27FC236}">
                  <a16:creationId xmlns:a16="http://schemas.microsoft.com/office/drawing/2014/main" id="{D8472D07-C120-F774-ADAC-C661FC12EC77}"/>
                </a:ext>
              </a:extLst>
            </p:cNvPr>
            <p:cNvPicPr>
              <a:picLocks noChangeAspect="1"/>
            </p:cNvPicPr>
            <p:nvPr/>
          </p:nvPicPr>
          <p:blipFill>
            <a:blip r:embed="rId3"/>
            <a:stretch>
              <a:fillRect/>
            </a:stretch>
          </p:blipFill>
          <p:spPr>
            <a:xfrm>
              <a:off x="530958" y="594000"/>
              <a:ext cx="11130083" cy="6264000"/>
            </a:xfrm>
            <a:prstGeom prst="rect">
              <a:avLst/>
            </a:prstGeom>
          </p:spPr>
        </p:pic>
        <p:sp>
          <p:nvSpPr>
            <p:cNvPr id="8" name="TextBox 7">
              <a:extLst>
                <a:ext uri="{FF2B5EF4-FFF2-40B4-BE49-F238E27FC236}">
                  <a16:creationId xmlns:a16="http://schemas.microsoft.com/office/drawing/2014/main" id="{A86E896A-C89D-A8C2-BBBC-9F775A40C9F4}"/>
                </a:ext>
              </a:extLst>
            </p:cNvPr>
            <p:cNvSpPr txBox="1"/>
            <p:nvPr/>
          </p:nvSpPr>
          <p:spPr>
            <a:xfrm>
              <a:off x="9727768" y="2802909"/>
              <a:ext cx="1784463" cy="830997"/>
            </a:xfrm>
            <a:prstGeom prst="rect">
              <a:avLst/>
            </a:prstGeom>
            <a:noFill/>
          </p:spPr>
          <p:txBody>
            <a:bodyPr wrap="none" rtlCol="0">
              <a:spAutoFit/>
            </a:bodyPr>
            <a:lstStyle/>
            <a:p>
              <a:r>
                <a:rPr lang="en-MY" sz="1200" b="1"/>
                <a:t>FSD: Bayes Ahmed</a:t>
              </a:r>
            </a:p>
            <a:p>
              <a:r>
                <a:rPr lang="en-MY" sz="1200" b="1"/>
                <a:t>FSD: Mohd Azli</a:t>
              </a:r>
            </a:p>
            <a:p>
              <a:r>
                <a:rPr lang="en-MY" sz="1200" b="1"/>
                <a:t>FSD: Nadir Munir</a:t>
              </a:r>
            </a:p>
            <a:p>
              <a:r>
                <a:rPr lang="en-MY" sz="1200" b="1"/>
                <a:t>QA: Muhammad Nabil</a:t>
              </a:r>
              <a:endParaRPr lang="en-US" sz="1200" b="1"/>
            </a:p>
          </p:txBody>
        </p:sp>
        <p:sp>
          <p:nvSpPr>
            <p:cNvPr id="10" name="TextBox 9">
              <a:extLst>
                <a:ext uri="{FF2B5EF4-FFF2-40B4-BE49-F238E27FC236}">
                  <a16:creationId xmlns:a16="http://schemas.microsoft.com/office/drawing/2014/main" id="{638730C8-4274-EBEC-C43D-76EB7BAACB58}"/>
                </a:ext>
              </a:extLst>
            </p:cNvPr>
            <p:cNvSpPr txBox="1"/>
            <p:nvPr/>
          </p:nvSpPr>
          <p:spPr>
            <a:xfrm>
              <a:off x="2085234" y="1620701"/>
              <a:ext cx="1784463" cy="461665"/>
            </a:xfrm>
            <a:prstGeom prst="rect">
              <a:avLst/>
            </a:prstGeom>
            <a:noFill/>
          </p:spPr>
          <p:txBody>
            <a:bodyPr wrap="none" rtlCol="0">
              <a:spAutoFit/>
            </a:bodyPr>
            <a:lstStyle/>
            <a:p>
              <a:r>
                <a:rPr lang="en-MY" sz="1200" b="1"/>
                <a:t>FSD: Mohd Azli</a:t>
              </a:r>
            </a:p>
            <a:p>
              <a:r>
                <a:rPr lang="en-MY" sz="1200" b="1"/>
                <a:t>QA: Muhammad Nabil</a:t>
              </a:r>
              <a:endParaRPr lang="en-US" sz="1200" b="1"/>
            </a:p>
          </p:txBody>
        </p:sp>
        <p:sp>
          <p:nvSpPr>
            <p:cNvPr id="12" name="TextBox 11">
              <a:extLst>
                <a:ext uri="{FF2B5EF4-FFF2-40B4-BE49-F238E27FC236}">
                  <a16:creationId xmlns:a16="http://schemas.microsoft.com/office/drawing/2014/main" id="{7A248C55-E10A-8A91-DDAC-E964573A9A94}"/>
                </a:ext>
              </a:extLst>
            </p:cNvPr>
            <p:cNvSpPr txBox="1"/>
            <p:nvPr/>
          </p:nvSpPr>
          <p:spPr>
            <a:xfrm>
              <a:off x="5589522" y="892048"/>
              <a:ext cx="1596014" cy="276999"/>
            </a:xfrm>
            <a:prstGeom prst="rect">
              <a:avLst/>
            </a:prstGeom>
            <a:noFill/>
          </p:spPr>
          <p:txBody>
            <a:bodyPr wrap="none" rtlCol="0">
              <a:spAutoFit/>
            </a:bodyPr>
            <a:lstStyle/>
            <a:p>
              <a:r>
                <a:rPr lang="en-MY" sz="1200" b="1"/>
                <a:t>FSD: Bayes Ahmed</a:t>
              </a:r>
            </a:p>
          </p:txBody>
        </p:sp>
      </p:grpSp>
      <p:sp>
        <p:nvSpPr>
          <p:cNvPr id="5" name="TextBox 4">
            <a:extLst>
              <a:ext uri="{FF2B5EF4-FFF2-40B4-BE49-F238E27FC236}">
                <a16:creationId xmlns:a16="http://schemas.microsoft.com/office/drawing/2014/main" id="{E1AF9108-EF2B-F685-5A4E-75BF772C9D7C}"/>
              </a:ext>
            </a:extLst>
          </p:cNvPr>
          <p:cNvSpPr txBox="1"/>
          <p:nvPr/>
        </p:nvSpPr>
        <p:spPr>
          <a:xfrm>
            <a:off x="9357360" y="325120"/>
            <a:ext cx="257048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b="1">
                <a:solidFill>
                  <a:schemeClr val="accent1"/>
                </a:solidFill>
                <a:cs typeface="Arial"/>
              </a:rPr>
              <a:t>TEAM STRUCTURE</a:t>
            </a:r>
            <a:endParaRPr lang="en-US">
              <a:solidFill>
                <a:schemeClr val="accent1"/>
              </a:solidFill>
            </a:endParaRPr>
          </a:p>
        </p:txBody>
      </p:sp>
    </p:spTree>
    <p:extLst>
      <p:ext uri="{BB962C8B-B14F-4D97-AF65-F5344CB8AC3E}">
        <p14:creationId xmlns:p14="http://schemas.microsoft.com/office/powerpoint/2010/main" val="11338025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7026A1-A033-5222-D4F1-31522787E78C}"/>
            </a:ext>
          </a:extLst>
        </p:cNvPr>
        <p:cNvGrpSpPr/>
        <p:nvPr/>
      </p:nvGrpSpPr>
      <p:grpSpPr>
        <a:xfrm>
          <a:off x="0" y="0"/>
          <a:ext cx="0" cy="0"/>
          <a:chOff x="0" y="0"/>
          <a:chExt cx="0" cy="0"/>
        </a:xfrm>
      </p:grpSpPr>
      <p:sp>
        <p:nvSpPr>
          <p:cNvPr id="3" name="Espace réservé du pied de page 2">
            <a:extLst>
              <a:ext uri="{FF2B5EF4-FFF2-40B4-BE49-F238E27FC236}">
                <a16:creationId xmlns:a16="http://schemas.microsoft.com/office/drawing/2014/main" id="{8F58D6E6-4E4A-CFCD-00A8-FA2775989B2C}"/>
              </a:ext>
            </a:extLst>
          </p:cNvPr>
          <p:cNvSpPr>
            <a:spLocks noGrp="1"/>
          </p:cNvSpPr>
          <p:nvPr>
            <p:ph type="ftr" sz="quarter" idx="10"/>
          </p:nvPr>
        </p:nvSpPr>
        <p:spPr/>
        <p:txBody>
          <a:bodyPr/>
          <a:lstStyle/>
          <a:p>
            <a:pPr algn="l"/>
            <a:r>
              <a:rPr lang="en-GB" noProof="0"/>
              <a:t>Presentation title</a:t>
            </a:r>
          </a:p>
        </p:txBody>
      </p:sp>
      <p:sp>
        <p:nvSpPr>
          <p:cNvPr id="7" name="Espace réservé du numéro de diapositive 6">
            <a:extLst>
              <a:ext uri="{FF2B5EF4-FFF2-40B4-BE49-F238E27FC236}">
                <a16:creationId xmlns:a16="http://schemas.microsoft.com/office/drawing/2014/main" id="{9D432863-17F5-C711-CBCE-D2BE9480927F}"/>
              </a:ext>
            </a:extLst>
          </p:cNvPr>
          <p:cNvSpPr>
            <a:spLocks noGrp="1"/>
          </p:cNvSpPr>
          <p:nvPr>
            <p:ph type="sldNum" sz="quarter" idx="11"/>
          </p:nvPr>
        </p:nvSpPr>
        <p:spPr/>
        <p:txBody>
          <a:bodyPr/>
          <a:lstStyle/>
          <a:p>
            <a:fld id="{29BED1D5-2372-4BA3-AEA9-1F7A0F9A5921}" type="slidenum">
              <a:rPr lang="en-GB" noProof="0" smtClean="0"/>
              <a:pPr/>
              <a:t>27</a:t>
            </a:fld>
            <a:endParaRPr lang="en-GB" sz="900" kern="1200" noProof="0">
              <a:solidFill>
                <a:schemeClr val="accent1">
                  <a:lumMod val="75000"/>
                </a:schemeClr>
              </a:solidFill>
              <a:ea typeface="+mn-ea"/>
              <a:cs typeface="+mn-cs"/>
            </a:endParaRPr>
          </a:p>
        </p:txBody>
      </p:sp>
      <p:pic>
        <p:nvPicPr>
          <p:cNvPr id="5" name="Picture 4">
            <a:extLst>
              <a:ext uri="{FF2B5EF4-FFF2-40B4-BE49-F238E27FC236}">
                <a16:creationId xmlns:a16="http://schemas.microsoft.com/office/drawing/2014/main" id="{A2B0C9F6-3AA4-EB3B-2171-6791A240D805}"/>
              </a:ext>
            </a:extLst>
          </p:cNvPr>
          <p:cNvPicPr>
            <a:picLocks noChangeAspect="1"/>
          </p:cNvPicPr>
          <p:nvPr/>
        </p:nvPicPr>
        <p:blipFill>
          <a:blip r:embed="rId3"/>
          <a:stretch>
            <a:fillRect/>
          </a:stretch>
        </p:blipFill>
        <p:spPr>
          <a:xfrm>
            <a:off x="400635" y="599824"/>
            <a:ext cx="11123422" cy="6260251"/>
          </a:xfrm>
          <a:prstGeom prst="rect">
            <a:avLst/>
          </a:prstGeom>
        </p:spPr>
      </p:pic>
      <p:sp>
        <p:nvSpPr>
          <p:cNvPr id="4" name="TextBox 3">
            <a:extLst>
              <a:ext uri="{FF2B5EF4-FFF2-40B4-BE49-F238E27FC236}">
                <a16:creationId xmlns:a16="http://schemas.microsoft.com/office/drawing/2014/main" id="{54C96785-461A-D2D5-8827-668767796495}"/>
              </a:ext>
            </a:extLst>
          </p:cNvPr>
          <p:cNvSpPr txBox="1"/>
          <p:nvPr/>
        </p:nvSpPr>
        <p:spPr>
          <a:xfrm>
            <a:off x="7958472" y="325120"/>
            <a:ext cx="413482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b="1">
                <a:solidFill>
                  <a:schemeClr val="accent1"/>
                </a:solidFill>
                <a:cs typeface="Arial"/>
              </a:rPr>
              <a:t>TECHNOLOGY STACK - OVERVIEW</a:t>
            </a:r>
          </a:p>
        </p:txBody>
      </p:sp>
    </p:spTree>
    <p:extLst>
      <p:ext uri="{BB962C8B-B14F-4D97-AF65-F5344CB8AC3E}">
        <p14:creationId xmlns:p14="http://schemas.microsoft.com/office/powerpoint/2010/main" val="16671176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26AE6DE-62FE-8595-A307-56E518BCE181}"/>
              </a:ext>
            </a:extLst>
          </p:cNvPr>
          <p:cNvSpPr>
            <a:spLocks noGrp="1"/>
          </p:cNvSpPr>
          <p:nvPr>
            <p:ph type="ftr" sz="quarter" idx="10"/>
          </p:nvPr>
        </p:nvSpPr>
        <p:spPr/>
        <p:txBody>
          <a:bodyPr/>
          <a:lstStyle/>
          <a:p>
            <a:r>
              <a:rPr lang="fr-FR" err="1"/>
              <a:t>Presentation</a:t>
            </a:r>
            <a:r>
              <a:rPr lang="fr-FR"/>
              <a:t> </a:t>
            </a:r>
            <a:r>
              <a:rPr lang="fr-FR" err="1"/>
              <a:t>title</a:t>
            </a:r>
            <a:endParaRPr lang="fr-FR"/>
          </a:p>
        </p:txBody>
      </p:sp>
      <p:sp>
        <p:nvSpPr>
          <p:cNvPr id="3" name="Slide Number Placeholder 2">
            <a:extLst>
              <a:ext uri="{FF2B5EF4-FFF2-40B4-BE49-F238E27FC236}">
                <a16:creationId xmlns:a16="http://schemas.microsoft.com/office/drawing/2014/main" id="{3239F38A-BF3B-30DD-9E4B-599A806CD187}"/>
              </a:ext>
            </a:extLst>
          </p:cNvPr>
          <p:cNvSpPr>
            <a:spLocks noGrp="1"/>
          </p:cNvSpPr>
          <p:nvPr>
            <p:ph type="sldNum" sz="quarter" idx="11"/>
          </p:nvPr>
        </p:nvSpPr>
        <p:spPr/>
        <p:txBody>
          <a:bodyPr/>
          <a:lstStyle/>
          <a:p>
            <a:fld id="{29BED1D5-2372-4BA3-AEA9-1F7A0F9A5921}" type="slidenum">
              <a:rPr lang="fr-FR" smtClean="0"/>
              <a:pPr/>
              <a:t>28</a:t>
            </a:fld>
            <a:endParaRPr lang="fr-FR"/>
          </a:p>
        </p:txBody>
      </p:sp>
      <p:pic>
        <p:nvPicPr>
          <p:cNvPr id="7" name="Graphic 6">
            <a:extLst>
              <a:ext uri="{FF2B5EF4-FFF2-40B4-BE49-F238E27FC236}">
                <a16:creationId xmlns:a16="http://schemas.microsoft.com/office/drawing/2014/main" id="{502512AD-582F-AA6E-BD50-69A90D8936A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226344" y="587376"/>
            <a:ext cx="9203529" cy="6159498"/>
          </a:xfrm>
          <a:prstGeom prst="rect">
            <a:avLst/>
          </a:prstGeom>
        </p:spPr>
      </p:pic>
    </p:spTree>
    <p:extLst>
      <p:ext uri="{BB962C8B-B14F-4D97-AF65-F5344CB8AC3E}">
        <p14:creationId xmlns:p14="http://schemas.microsoft.com/office/powerpoint/2010/main" val="22634605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C23DDB7-3911-B3D5-3D04-C5220462DBED}"/>
              </a:ext>
            </a:extLst>
          </p:cNvPr>
          <p:cNvSpPr>
            <a:spLocks noGrp="1"/>
          </p:cNvSpPr>
          <p:nvPr>
            <p:ph type="ftr" sz="quarter" idx="10"/>
          </p:nvPr>
        </p:nvSpPr>
        <p:spPr/>
        <p:txBody>
          <a:bodyPr/>
          <a:lstStyle/>
          <a:p>
            <a:r>
              <a:rPr lang="fr-FR"/>
              <a:t>Presentation title</a:t>
            </a:r>
          </a:p>
        </p:txBody>
      </p:sp>
      <p:sp>
        <p:nvSpPr>
          <p:cNvPr id="3" name="Slide Number Placeholder 2">
            <a:extLst>
              <a:ext uri="{FF2B5EF4-FFF2-40B4-BE49-F238E27FC236}">
                <a16:creationId xmlns:a16="http://schemas.microsoft.com/office/drawing/2014/main" id="{B1DED7BA-BD78-DCB6-B35E-0A59AB35869A}"/>
              </a:ext>
            </a:extLst>
          </p:cNvPr>
          <p:cNvSpPr>
            <a:spLocks noGrp="1"/>
          </p:cNvSpPr>
          <p:nvPr>
            <p:ph type="sldNum" sz="quarter" idx="11"/>
          </p:nvPr>
        </p:nvSpPr>
        <p:spPr/>
        <p:txBody>
          <a:bodyPr/>
          <a:lstStyle/>
          <a:p>
            <a:fld id="{29BED1D5-2372-4BA3-AEA9-1F7A0F9A5921}" type="slidenum">
              <a:rPr lang="fr-FR" smtClean="0"/>
              <a:pPr/>
              <a:t>29</a:t>
            </a:fld>
            <a:endParaRPr lang="fr-FR"/>
          </a:p>
        </p:txBody>
      </p:sp>
      <p:sp>
        <p:nvSpPr>
          <p:cNvPr id="10" name="TextBox 9">
            <a:extLst>
              <a:ext uri="{FF2B5EF4-FFF2-40B4-BE49-F238E27FC236}">
                <a16:creationId xmlns:a16="http://schemas.microsoft.com/office/drawing/2014/main" id="{699D1164-C284-746B-4C65-D8E743BA6E04}"/>
              </a:ext>
            </a:extLst>
          </p:cNvPr>
          <p:cNvSpPr txBox="1"/>
          <p:nvPr/>
        </p:nvSpPr>
        <p:spPr>
          <a:xfrm>
            <a:off x="4256140" y="2822889"/>
            <a:ext cx="4007557"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4400" b="1">
                <a:solidFill>
                  <a:schemeClr val="accent1"/>
                </a:solidFill>
                <a:cs typeface="Arial"/>
                <a:hlinkClick r:id="rId2">
                  <a:extLst>
                    <a:ext uri="{A12FA001-AC4F-418D-AE19-62706E023703}">
                      <ahyp:hlinkClr xmlns:ahyp="http://schemas.microsoft.com/office/drawing/2018/hyperlinkcolor" val="tx"/>
                    </a:ext>
                  </a:extLst>
                </a:hlinkClick>
              </a:rPr>
              <a:t>SHORT DEMO</a:t>
            </a:r>
            <a:endParaRPr lang="en-US">
              <a:solidFill>
                <a:schemeClr val="accent1"/>
              </a:solidFill>
            </a:endParaRPr>
          </a:p>
        </p:txBody>
      </p:sp>
    </p:spTree>
    <p:extLst>
      <p:ext uri="{BB962C8B-B14F-4D97-AF65-F5344CB8AC3E}">
        <p14:creationId xmlns:p14="http://schemas.microsoft.com/office/powerpoint/2010/main" val="17958353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630E82D-888B-899E-562C-A0BE48F5344F}"/>
              </a:ext>
            </a:extLst>
          </p:cNvPr>
          <p:cNvSpPr>
            <a:spLocks noGrp="1"/>
          </p:cNvSpPr>
          <p:nvPr>
            <p:ph type="ftr" sz="quarter" idx="10"/>
          </p:nvPr>
        </p:nvSpPr>
        <p:spPr/>
        <p:txBody>
          <a:bodyPr/>
          <a:lstStyle/>
          <a:p>
            <a:r>
              <a:rPr lang="fr-FR" err="1"/>
              <a:t>Presentation</a:t>
            </a:r>
            <a:r>
              <a:rPr lang="fr-FR"/>
              <a:t> </a:t>
            </a:r>
            <a:r>
              <a:rPr lang="fr-FR" err="1"/>
              <a:t>title</a:t>
            </a:r>
            <a:endParaRPr lang="fr-FR"/>
          </a:p>
        </p:txBody>
      </p:sp>
      <p:sp>
        <p:nvSpPr>
          <p:cNvPr id="3" name="Slide Number Placeholder 2">
            <a:extLst>
              <a:ext uri="{FF2B5EF4-FFF2-40B4-BE49-F238E27FC236}">
                <a16:creationId xmlns:a16="http://schemas.microsoft.com/office/drawing/2014/main" id="{29CD2498-BB3D-ACF4-471E-B740AA357BF0}"/>
              </a:ext>
            </a:extLst>
          </p:cNvPr>
          <p:cNvSpPr>
            <a:spLocks noGrp="1"/>
          </p:cNvSpPr>
          <p:nvPr>
            <p:ph type="sldNum" sz="quarter" idx="11"/>
          </p:nvPr>
        </p:nvSpPr>
        <p:spPr/>
        <p:txBody>
          <a:bodyPr/>
          <a:lstStyle/>
          <a:p>
            <a:fld id="{29BED1D5-2372-4BA3-AEA9-1F7A0F9A5921}" type="slidenum">
              <a:rPr lang="fr-FR" smtClean="0"/>
              <a:pPr/>
              <a:t>30</a:t>
            </a:fld>
            <a:endParaRPr lang="fr-FR"/>
          </a:p>
        </p:txBody>
      </p:sp>
      <p:pic>
        <p:nvPicPr>
          <p:cNvPr id="4" name="Picture 3">
            <a:extLst>
              <a:ext uri="{FF2B5EF4-FFF2-40B4-BE49-F238E27FC236}">
                <a16:creationId xmlns:a16="http://schemas.microsoft.com/office/drawing/2014/main" id="{C2C5BD77-F6FF-243C-24C8-46BF09F87E95}"/>
              </a:ext>
            </a:extLst>
          </p:cNvPr>
          <p:cNvPicPr>
            <a:picLocks noChangeAspect="1"/>
          </p:cNvPicPr>
          <p:nvPr/>
        </p:nvPicPr>
        <p:blipFill>
          <a:blip r:embed="rId3"/>
          <a:stretch>
            <a:fillRect/>
          </a:stretch>
        </p:blipFill>
        <p:spPr>
          <a:xfrm>
            <a:off x="366655" y="702000"/>
            <a:ext cx="10938184" cy="6156000"/>
          </a:xfrm>
          <a:prstGeom prst="rect">
            <a:avLst/>
          </a:prstGeom>
        </p:spPr>
      </p:pic>
      <p:sp>
        <p:nvSpPr>
          <p:cNvPr id="6" name="TextBox 5">
            <a:extLst>
              <a:ext uri="{FF2B5EF4-FFF2-40B4-BE49-F238E27FC236}">
                <a16:creationId xmlns:a16="http://schemas.microsoft.com/office/drawing/2014/main" id="{4ABF3410-3084-30F5-DCC0-A7A897BF8559}"/>
              </a:ext>
            </a:extLst>
          </p:cNvPr>
          <p:cNvSpPr txBox="1"/>
          <p:nvPr/>
        </p:nvSpPr>
        <p:spPr>
          <a:xfrm>
            <a:off x="9179950" y="224279"/>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b="1">
                <a:solidFill>
                  <a:schemeClr val="accent1"/>
                </a:solidFill>
                <a:cs typeface="Arial"/>
              </a:rPr>
              <a:t>KEY ACHIEVEMENTS</a:t>
            </a:r>
            <a:endParaRPr lang="en-US">
              <a:solidFill>
                <a:schemeClr val="accent1"/>
              </a:solidFill>
            </a:endParaRPr>
          </a:p>
        </p:txBody>
      </p:sp>
    </p:spTree>
    <p:extLst>
      <p:ext uri="{BB962C8B-B14F-4D97-AF65-F5344CB8AC3E}">
        <p14:creationId xmlns:p14="http://schemas.microsoft.com/office/powerpoint/2010/main" val="33725920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80BD9A7-C8A3-06A4-DED4-2FC02FE1CE6B}"/>
              </a:ext>
            </a:extLst>
          </p:cNvPr>
          <p:cNvSpPr>
            <a:spLocks noGrp="1"/>
          </p:cNvSpPr>
          <p:nvPr>
            <p:ph type="ftr" sz="quarter" idx="10"/>
          </p:nvPr>
        </p:nvSpPr>
        <p:spPr/>
        <p:txBody>
          <a:bodyPr/>
          <a:lstStyle/>
          <a:p>
            <a:r>
              <a:rPr lang="fr-FR"/>
              <a:t>Presentation title</a:t>
            </a:r>
          </a:p>
        </p:txBody>
      </p:sp>
      <p:sp>
        <p:nvSpPr>
          <p:cNvPr id="3" name="Slide Number Placeholder 2">
            <a:extLst>
              <a:ext uri="{FF2B5EF4-FFF2-40B4-BE49-F238E27FC236}">
                <a16:creationId xmlns:a16="http://schemas.microsoft.com/office/drawing/2014/main" id="{27F957B6-9AD2-4938-03F1-AE325389B3FB}"/>
              </a:ext>
            </a:extLst>
          </p:cNvPr>
          <p:cNvSpPr>
            <a:spLocks noGrp="1"/>
          </p:cNvSpPr>
          <p:nvPr>
            <p:ph type="sldNum" sz="quarter" idx="11"/>
          </p:nvPr>
        </p:nvSpPr>
        <p:spPr/>
        <p:txBody>
          <a:bodyPr/>
          <a:lstStyle/>
          <a:p>
            <a:fld id="{29BED1D5-2372-4BA3-AEA9-1F7A0F9A5921}" type="slidenum">
              <a:rPr lang="fr-FR" smtClean="0"/>
              <a:pPr/>
              <a:t>31</a:t>
            </a:fld>
            <a:endParaRPr lang="fr-FR"/>
          </a:p>
        </p:txBody>
      </p:sp>
      <p:sp>
        <p:nvSpPr>
          <p:cNvPr id="8" name="TextBox 7">
            <a:extLst>
              <a:ext uri="{FF2B5EF4-FFF2-40B4-BE49-F238E27FC236}">
                <a16:creationId xmlns:a16="http://schemas.microsoft.com/office/drawing/2014/main" id="{54D60040-A3F1-0689-AF34-5E0B26F15738}"/>
              </a:ext>
            </a:extLst>
          </p:cNvPr>
          <p:cNvSpPr txBox="1"/>
          <p:nvPr/>
        </p:nvSpPr>
        <p:spPr>
          <a:xfrm>
            <a:off x="9612970" y="271171"/>
            <a:ext cx="222660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b="1">
                <a:solidFill>
                  <a:schemeClr val="accent1"/>
                </a:solidFill>
                <a:cs typeface="Arial"/>
              </a:rPr>
              <a:t>TEAM BONDINGS</a:t>
            </a:r>
            <a:endParaRPr lang="en-US">
              <a:solidFill>
                <a:schemeClr val="accent1"/>
              </a:solidFill>
            </a:endParaRPr>
          </a:p>
        </p:txBody>
      </p:sp>
      <p:pic>
        <p:nvPicPr>
          <p:cNvPr id="5" name="Picture 4">
            <a:extLst>
              <a:ext uri="{FF2B5EF4-FFF2-40B4-BE49-F238E27FC236}">
                <a16:creationId xmlns:a16="http://schemas.microsoft.com/office/drawing/2014/main" id="{D2D9766D-B2B5-8D42-4711-E0514AC29D3C}"/>
              </a:ext>
            </a:extLst>
          </p:cNvPr>
          <p:cNvPicPr>
            <a:picLocks noChangeAspect="1"/>
          </p:cNvPicPr>
          <p:nvPr/>
        </p:nvPicPr>
        <p:blipFill>
          <a:blip r:embed="rId2"/>
          <a:stretch>
            <a:fillRect/>
          </a:stretch>
        </p:blipFill>
        <p:spPr>
          <a:xfrm>
            <a:off x="577671" y="648997"/>
            <a:ext cx="10810253" cy="6084000"/>
          </a:xfrm>
          <a:prstGeom prst="rect">
            <a:avLst/>
          </a:prstGeom>
        </p:spPr>
      </p:pic>
    </p:spTree>
    <p:extLst>
      <p:ext uri="{BB962C8B-B14F-4D97-AF65-F5344CB8AC3E}">
        <p14:creationId xmlns:p14="http://schemas.microsoft.com/office/powerpoint/2010/main" val="29864607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011A96-DE50-6A0A-A521-B847862A2D25}"/>
            </a:ext>
          </a:extLst>
        </p:cNvPr>
        <p:cNvGrpSpPr/>
        <p:nvPr/>
      </p:nvGrpSpPr>
      <p:grpSpPr>
        <a:xfrm>
          <a:off x="0" y="0"/>
          <a:ext cx="0" cy="0"/>
          <a:chOff x="0" y="0"/>
          <a:chExt cx="0" cy="0"/>
        </a:xfrm>
      </p:grpSpPr>
      <p:pic>
        <p:nvPicPr>
          <p:cNvPr id="51" name="Graphique 50">
            <a:extLst>
              <a:ext uri="{FF2B5EF4-FFF2-40B4-BE49-F238E27FC236}">
                <a16:creationId xmlns:a16="http://schemas.microsoft.com/office/drawing/2014/main" id="{9E3FC078-3583-2242-DA57-8C5915E50EE1}"/>
              </a:ext>
            </a:extLst>
          </p:cNvPr>
          <p:cNvPicPr>
            <a:picLocks noChangeAspect="1"/>
          </p:cNvPicPr>
          <p:nvPr/>
        </p:nvPicPr>
        <p:blipFill>
          <a:blip r:embed="rId2"/>
          <a:srcRect/>
          <a:stretch>
            <a:fillRect/>
          </a:stretch>
        </p:blipFill>
        <p:spPr>
          <a:xfrm>
            <a:off x="6094257" y="0"/>
            <a:ext cx="5689756" cy="4581525"/>
          </a:xfrm>
          <a:prstGeom prst="rect">
            <a:avLst/>
          </a:prstGeom>
        </p:spPr>
      </p:pic>
      <p:sp>
        <p:nvSpPr>
          <p:cNvPr id="33" name="Titre 32">
            <a:extLst>
              <a:ext uri="{FF2B5EF4-FFF2-40B4-BE49-F238E27FC236}">
                <a16:creationId xmlns:a16="http://schemas.microsoft.com/office/drawing/2014/main" id="{8E4AC28F-8840-A322-F278-BF3FA97032E6}"/>
              </a:ext>
            </a:extLst>
          </p:cNvPr>
          <p:cNvSpPr>
            <a:spLocks noGrp="1"/>
          </p:cNvSpPr>
          <p:nvPr>
            <p:ph type="title"/>
          </p:nvPr>
        </p:nvSpPr>
        <p:spPr>
          <a:xfrm>
            <a:off x="2469559" y="3035790"/>
            <a:ext cx="1343489" cy="1107996"/>
          </a:xfrm>
        </p:spPr>
        <p:txBody>
          <a:bodyPr/>
          <a:lstStyle/>
          <a:p>
            <a:pPr algn="ctr"/>
            <a:r>
              <a:rPr lang="en-GB" sz="4000" noProof="0" dirty="0"/>
              <a:t>Q&amp;A</a:t>
            </a:r>
          </a:p>
        </p:txBody>
      </p:sp>
      <p:sp>
        <p:nvSpPr>
          <p:cNvPr id="5" name="Espace réservé du numéro de diapositive 4">
            <a:extLst>
              <a:ext uri="{FF2B5EF4-FFF2-40B4-BE49-F238E27FC236}">
                <a16:creationId xmlns:a16="http://schemas.microsoft.com/office/drawing/2014/main" id="{FAC429E6-413B-68C7-AF94-9F973CA9A2C3}"/>
              </a:ext>
            </a:extLst>
          </p:cNvPr>
          <p:cNvSpPr>
            <a:spLocks noGrp="1"/>
          </p:cNvSpPr>
          <p:nvPr>
            <p:ph type="sldNum" sz="quarter" idx="11"/>
          </p:nvPr>
        </p:nvSpPr>
        <p:spPr/>
        <p:txBody>
          <a:bodyPr/>
          <a:lstStyle/>
          <a:p>
            <a:fld id="{29BED1D5-2372-4BA3-AEA9-1F7A0F9A5921}" type="slidenum">
              <a:rPr lang="en-GB" noProof="0" smtClean="0"/>
              <a:pPr/>
              <a:t>32</a:t>
            </a:fld>
            <a:endParaRPr lang="en-GB" noProof="0" dirty="0"/>
          </a:p>
        </p:txBody>
      </p:sp>
      <p:pic>
        <p:nvPicPr>
          <p:cNvPr id="3" name="Espace réservé pour une image  13">
            <a:extLst>
              <a:ext uri="{FF2B5EF4-FFF2-40B4-BE49-F238E27FC236}">
                <a16:creationId xmlns:a16="http://schemas.microsoft.com/office/drawing/2014/main" id="{1A253F7A-D952-EE7A-42AD-BEE8B989B2A6}"/>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6095823" y="2276475"/>
            <a:ext cx="5684018" cy="2305050"/>
          </a:xfrm>
          <a:prstGeom prst="rect">
            <a:avLst/>
          </a:prstGeom>
          <a:solidFill>
            <a:prstClr val="white">
              <a:lumMod val="95000"/>
            </a:prstClr>
          </a:solidFill>
        </p:spPr>
      </p:pic>
    </p:spTree>
    <p:extLst>
      <p:ext uri="{BB962C8B-B14F-4D97-AF65-F5344CB8AC3E}">
        <p14:creationId xmlns:p14="http://schemas.microsoft.com/office/powerpoint/2010/main" val="26201863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A9115-A1D2-E742-A77C-71FF5CED50EF}"/>
            </a:ext>
          </a:extLst>
        </p:cNvPr>
        <p:cNvGrpSpPr/>
        <p:nvPr/>
      </p:nvGrpSpPr>
      <p:grpSpPr>
        <a:xfrm>
          <a:off x="0" y="0"/>
          <a:ext cx="0" cy="0"/>
          <a:chOff x="0" y="0"/>
          <a:chExt cx="0" cy="0"/>
        </a:xfrm>
      </p:grpSpPr>
      <p:sp>
        <p:nvSpPr>
          <p:cNvPr id="6" name="Titre 5">
            <a:extLst>
              <a:ext uri="{FF2B5EF4-FFF2-40B4-BE49-F238E27FC236}">
                <a16:creationId xmlns:a16="http://schemas.microsoft.com/office/drawing/2014/main" id="{FC144012-EC7B-4109-AF0F-747DF5FB9078}"/>
              </a:ext>
            </a:extLst>
          </p:cNvPr>
          <p:cNvSpPr>
            <a:spLocks noGrp="1"/>
          </p:cNvSpPr>
          <p:nvPr>
            <p:ph type="title"/>
          </p:nvPr>
        </p:nvSpPr>
        <p:spPr>
          <a:xfrm>
            <a:off x="667943" y="4987654"/>
            <a:ext cx="6056706" cy="997196"/>
          </a:xfrm>
        </p:spPr>
        <p:txBody>
          <a:bodyPr/>
          <a:lstStyle/>
          <a:p>
            <a:r>
              <a:rPr lang="en-GB" noProof="0" dirty="0">
                <a:solidFill>
                  <a:srgbClr val="004652"/>
                </a:solidFill>
              </a:rPr>
              <a:t>Thank you</a:t>
            </a:r>
          </a:p>
        </p:txBody>
      </p:sp>
      <p:sp>
        <p:nvSpPr>
          <p:cNvPr id="4" name="Espace réservé du pied de page 3">
            <a:extLst>
              <a:ext uri="{FF2B5EF4-FFF2-40B4-BE49-F238E27FC236}">
                <a16:creationId xmlns:a16="http://schemas.microsoft.com/office/drawing/2014/main" id="{684304E7-8A6C-EAF4-9649-A8954A21BC3F}"/>
              </a:ext>
            </a:extLst>
          </p:cNvPr>
          <p:cNvSpPr>
            <a:spLocks noGrp="1"/>
          </p:cNvSpPr>
          <p:nvPr>
            <p:ph type="ftr" sz="quarter" idx="10"/>
          </p:nvPr>
        </p:nvSpPr>
        <p:spPr>
          <a:xfrm>
            <a:off x="667943" y="6391318"/>
            <a:ext cx="5428057" cy="365125"/>
          </a:xfrm>
        </p:spPr>
        <p:txBody>
          <a:bodyPr/>
          <a:lstStyle/>
          <a:p>
            <a:r>
              <a:rPr lang="en-GB" dirty="0"/>
              <a:t>Presentation title</a:t>
            </a:r>
          </a:p>
        </p:txBody>
      </p:sp>
      <p:sp>
        <p:nvSpPr>
          <p:cNvPr id="5" name="Espace réservé du numéro de diapositive 4">
            <a:extLst>
              <a:ext uri="{FF2B5EF4-FFF2-40B4-BE49-F238E27FC236}">
                <a16:creationId xmlns:a16="http://schemas.microsoft.com/office/drawing/2014/main" id="{62F2A9F9-A27A-9BC8-D4C2-758CFE7034F9}"/>
              </a:ext>
            </a:extLst>
          </p:cNvPr>
          <p:cNvSpPr>
            <a:spLocks noGrp="1"/>
          </p:cNvSpPr>
          <p:nvPr>
            <p:ph type="sldNum" sz="quarter" idx="4294967295"/>
          </p:nvPr>
        </p:nvSpPr>
        <p:spPr>
          <a:xfrm>
            <a:off x="9448800" y="6384925"/>
            <a:ext cx="2743200" cy="365125"/>
          </a:xfrm>
        </p:spPr>
        <p:txBody>
          <a:bodyPr/>
          <a:lstStyle/>
          <a:p>
            <a:fld id="{29BED1D5-2372-4BA3-AEA9-1F7A0F9A5921}" type="slidenum">
              <a:rPr lang="en-GB" noProof="0" smtClean="0"/>
              <a:pPr/>
              <a:t>33</a:t>
            </a:fld>
            <a:endParaRPr lang="en-GB" sz="900" kern="1200" noProof="0" dirty="0">
              <a:solidFill>
                <a:schemeClr val="accent1">
                  <a:lumMod val="75000"/>
                </a:schemeClr>
              </a:solidFill>
              <a:ea typeface="+mn-ea"/>
              <a:cs typeface="+mn-cs"/>
            </a:endParaRPr>
          </a:p>
        </p:txBody>
      </p:sp>
      <p:pic>
        <p:nvPicPr>
          <p:cNvPr id="8" name="Espace réservé du contenu 7">
            <a:extLst>
              <a:ext uri="{FF2B5EF4-FFF2-40B4-BE49-F238E27FC236}">
                <a16:creationId xmlns:a16="http://schemas.microsoft.com/office/drawing/2014/main" id="{A6F6C2FA-306E-0E70-9083-5CC1A6D24823}"/>
              </a:ext>
            </a:extLst>
          </p:cNvPr>
          <p:cNvPicPr>
            <a:picLocks noGrp="1" noChangeAspect="1"/>
          </p:cNvPicPr>
          <p:nvPr>
            <p:ph sz="quarter" idx="12"/>
          </p:nvPr>
        </p:nvPicPr>
        <p:blipFill>
          <a:blip r:embed="rId2" cstate="print">
            <a:extLst>
              <a:ext uri="{28A0092B-C50C-407E-A947-70E740481C1C}">
                <a14:useLocalDpi xmlns:a14="http://schemas.microsoft.com/office/drawing/2010/main"/>
              </a:ext>
            </a:extLst>
          </a:blip>
          <a:srcRect/>
          <a:stretch>
            <a:fillRect/>
          </a:stretch>
        </p:blipFill>
        <p:spPr>
          <a:xfrm>
            <a:off x="667943" y="790575"/>
            <a:ext cx="10710210" cy="3808413"/>
          </a:xfrm>
          <a:prstGeom prst="rect">
            <a:avLst/>
          </a:prstGeom>
          <a:solidFill>
            <a:prstClr val="white">
              <a:lumMod val="95000"/>
            </a:prstClr>
          </a:solidFill>
        </p:spPr>
      </p:pic>
      <p:pic>
        <p:nvPicPr>
          <p:cNvPr id="2" name="Graphique 1">
            <a:extLst>
              <a:ext uri="{FF2B5EF4-FFF2-40B4-BE49-F238E27FC236}">
                <a16:creationId xmlns:a16="http://schemas.microsoft.com/office/drawing/2014/main" id="{B2FE6CE9-25BA-7A78-F1A4-2F553000E20A}"/>
              </a:ext>
            </a:extLst>
          </p:cNvPr>
          <p:cNvPicPr>
            <a:picLocks noChangeAspect="1"/>
          </p:cNvPicPr>
          <p:nvPr/>
        </p:nvPicPr>
        <p:blipFill>
          <a:blip>
            <a:extLst>
              <a:ext uri="{96DAC541-7B7A-43D3-8B79-37D633B846F1}">
                <asvg:svgBlip xmlns:asvg="http://schemas.microsoft.com/office/drawing/2016/SVG/main" r:embed="rId3"/>
              </a:ext>
            </a:extLst>
          </a:blip>
          <a:srcRect l="10454" t="26869" r="10467" b="26347"/>
          <a:stretch>
            <a:fillRect/>
          </a:stretch>
        </p:blipFill>
        <p:spPr>
          <a:xfrm>
            <a:off x="9278212" y="5283100"/>
            <a:ext cx="2099941" cy="406303"/>
          </a:xfrm>
          <a:prstGeom prst="rect">
            <a:avLst/>
          </a:prstGeom>
        </p:spPr>
      </p:pic>
    </p:spTree>
    <p:extLst>
      <p:ext uri="{BB962C8B-B14F-4D97-AF65-F5344CB8AC3E}">
        <p14:creationId xmlns:p14="http://schemas.microsoft.com/office/powerpoint/2010/main" val="3807940268"/>
      </p:ext>
    </p:extLst>
  </p:cSld>
  <p:clrMapOvr>
    <a:masterClrMapping/>
  </p:clrMapOvr>
</p:sld>
</file>

<file path=ppt/theme/theme1.xml><?xml version="1.0" encoding="utf-8"?>
<a:theme xmlns:a="http://schemas.openxmlformats.org/drawingml/2006/main" name="Thème Office">
  <a:themeElements>
    <a:clrScheme name="CACEIS">
      <a:dk1>
        <a:sysClr val="windowText" lastClr="000000"/>
      </a:dk1>
      <a:lt1>
        <a:sysClr val="window" lastClr="FFFFFF"/>
      </a:lt1>
      <a:dk2>
        <a:srgbClr val="009597"/>
      </a:dk2>
      <a:lt2>
        <a:srgbClr val="F7F8FA"/>
      </a:lt2>
      <a:accent1>
        <a:srgbClr val="006A4E"/>
      </a:accent1>
      <a:accent2>
        <a:srgbClr val="ED1B2F"/>
      </a:accent2>
      <a:accent3>
        <a:srgbClr val="B4E6B4"/>
      </a:accent3>
      <a:accent4>
        <a:srgbClr val="0070C0"/>
      </a:accent4>
      <a:accent5>
        <a:srgbClr val="096991"/>
      </a:accent5>
      <a:accent6>
        <a:srgbClr val="004652"/>
      </a:accent6>
      <a:hlink>
        <a:srgbClr val="FFFFFF"/>
      </a:hlink>
      <a:folHlink>
        <a:srgbClr val="FFFFFF"/>
      </a:folHlink>
    </a:clrScheme>
    <a:fontScheme name="Personnalisé 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Thème Office">
  <a:themeElements>
    <a:clrScheme name="CACEIS">
      <a:dk1>
        <a:sysClr val="windowText" lastClr="000000"/>
      </a:dk1>
      <a:lt1>
        <a:sysClr val="window" lastClr="FFFFFF"/>
      </a:lt1>
      <a:dk2>
        <a:srgbClr val="009597"/>
      </a:dk2>
      <a:lt2>
        <a:srgbClr val="F7F8FA"/>
      </a:lt2>
      <a:accent1>
        <a:srgbClr val="006A4E"/>
      </a:accent1>
      <a:accent2>
        <a:srgbClr val="ED1B2F"/>
      </a:accent2>
      <a:accent3>
        <a:srgbClr val="B4E6B4"/>
      </a:accent3>
      <a:accent4>
        <a:srgbClr val="0070C0"/>
      </a:accent4>
      <a:accent5>
        <a:srgbClr val="096991"/>
      </a:accent5>
      <a:accent6>
        <a:srgbClr val="004652"/>
      </a:accent6>
      <a:hlink>
        <a:srgbClr val="FFFFFF"/>
      </a:hlink>
      <a:folHlink>
        <a:srgbClr val="FFFFFF"/>
      </a:folHlink>
    </a:clrScheme>
    <a:fontScheme name="CACEI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e76a44d8-4df6-4ebe-92a2-c66cea0829e0"/>
    <OmniaRubrique xmlns="e76a44d8-4df6-4ebe-92a2-c66cea0829e0">PRESENTATION</OmniaRubrique>
    <b32102bdfd344b06a42a0871970e23ab xmlns="e76a44d8-4df6-4ebe-92a2-c66cea0829e0">
      <Terms xmlns="http://schemas.microsoft.com/office/infopath/2007/PartnerControls"/>
    </b32102bdfd344b06a42a0871970e23ab>
    <date xmlns="8af68618-9e62-4b2e-a4f4-2f8aa81e971c" xsi:nil="true"/>
    <TaxCatchAllLabel xmlns="e76a44d8-4df6-4ebe-92a2-c66cea0829e0"/>
    <OmniaDisplayDoc xmlns="e76a44d8-4df6-4ebe-92a2-c66cea0829e0">false</OmniaDisplayDoc>
    <p67a5d2e0cef4876a0dc131a936f9041 xmlns="e76a44d8-4df6-4ebe-92a2-c66cea0829e0">
      <Terms xmlns="http://schemas.microsoft.com/office/infopath/2007/PartnerControls"/>
    </p67a5d2e0cef4876a0dc131a936f9041>
  </documentManagement>
</p:properties>
</file>

<file path=customXml/item3.xml><?xml version="1.0" encoding="utf-8"?>
<ct:contentTypeSchema xmlns:ct="http://schemas.microsoft.com/office/2006/metadata/contentType" xmlns:ma="http://schemas.microsoft.com/office/2006/metadata/properties/metaAttributes" ct:_="" ma:_="" ma:contentTypeName="OMNIA Documents" ma:contentTypeID="0x010100432CD29BE2BD1149959C9A555DAC82B800608EF388E015114A95521DE4C8A2C37C" ma:contentTypeVersion="19" ma:contentTypeDescription="" ma:contentTypeScope="" ma:versionID="7372aa71b280d6e64977f184af0ae0aa">
  <xsd:schema xmlns:xsd="http://www.w3.org/2001/XMLSchema" xmlns:xs="http://www.w3.org/2001/XMLSchema" xmlns:p="http://schemas.microsoft.com/office/2006/metadata/properties" xmlns:ns2="e76a44d8-4df6-4ebe-92a2-c66cea0829e0" xmlns:ns3="8af68618-9e62-4b2e-a4f4-2f8aa81e971c" targetNamespace="http://schemas.microsoft.com/office/2006/metadata/properties" ma:root="true" ma:fieldsID="cda2ab25407dd1c82e423b3ca18ed503" ns2:_="" ns3:_="">
    <xsd:import namespace="e76a44d8-4df6-4ebe-92a2-c66cea0829e0"/>
    <xsd:import namespace="8af68618-9e62-4b2e-a4f4-2f8aa81e971c"/>
    <xsd:element name="properties">
      <xsd:complexType>
        <xsd:sequence>
          <xsd:element name="documentManagement">
            <xsd:complexType>
              <xsd:all>
                <xsd:element ref="ns2:p67a5d2e0cef4876a0dc131a936f9041" minOccurs="0"/>
                <xsd:element ref="ns2:TaxCatchAll" minOccurs="0"/>
                <xsd:element ref="ns2:TaxCatchAllLabel" minOccurs="0"/>
                <xsd:element ref="ns2:b32102bdfd344b06a42a0871970e23ab" minOccurs="0"/>
                <xsd:element ref="ns2:OmniaDisplayDoc" minOccurs="0"/>
                <xsd:element ref="ns2:OmniaRubrique" minOccurs="0"/>
                <xsd:element ref="ns2:SharedWithUsers" minOccurs="0"/>
                <xsd:element ref="ns2:SharedWithDetails" minOccurs="0"/>
                <xsd:element ref="ns3:dat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76a44d8-4df6-4ebe-92a2-c66cea0829e0" elementFormDefault="qualified">
    <xsd:import namespace="http://schemas.microsoft.com/office/2006/documentManagement/types"/>
    <xsd:import namespace="http://schemas.microsoft.com/office/infopath/2007/PartnerControls"/>
    <xsd:element name="p67a5d2e0cef4876a0dc131a936f9041" ma:index="8" ma:taxonomy="true" ma:internalName="p67a5d2e0cef4876a0dc131a936f9041" ma:taxonomyFieldName="OmniaTag" ma:displayName="Theme" ma:readOnly="false" ma:default="" ma:fieldId="{967a5d2e-0cef-4876-a0dc-131a936f9041}" ma:taxonomyMulti="true" ma:sspId="75098ba2-9969-4d16-b909-3d3c3196fdd2" ma:termSetId="19b1d4a5-0e8e-4aee-a721-cf100a64f532" ma:anchorId="00000000-0000-0000-0000-000000000000" ma:open="false" ma:isKeyword="false">
      <xsd:complexType>
        <xsd:sequence>
          <xsd:element ref="pc:Terms" minOccurs="0" maxOccurs="1"/>
        </xsd:sequence>
      </xsd:complexType>
    </xsd:element>
    <xsd:element name="TaxCatchAll" ma:index="9" nillable="true" ma:displayName="Taxonomy Catch All Column" ma:hidden="true" ma:list="{e4794c17-f240-4acf-8310-710ccef3675e}" ma:internalName="TaxCatchAll" ma:readOnly="false" ma:showField="CatchAllData" ma:web="e76a44d8-4df6-4ebe-92a2-c66cea0829e0">
      <xsd:complexType>
        <xsd:complexContent>
          <xsd:extension base="dms:MultiChoiceLookup">
            <xsd:sequence>
              <xsd:element name="Value" type="dms:Lookup" maxOccurs="unbounded" minOccurs="0" nillable="true"/>
            </xsd:sequence>
          </xsd:extension>
        </xsd:complexContent>
      </xsd:complexType>
    </xsd:element>
    <xsd:element name="TaxCatchAllLabel" ma:index="10" nillable="true" ma:displayName="Taxonomy Catch All Column1" ma:hidden="true" ma:list="{e4794c17-f240-4acf-8310-710ccef3675e}" ma:internalName="TaxCatchAllLabel" ma:readOnly="false" ma:showField="CatchAllDataLabel" ma:web="e76a44d8-4df6-4ebe-92a2-c66cea0829e0">
      <xsd:complexType>
        <xsd:complexContent>
          <xsd:extension base="dms:MultiChoiceLookup">
            <xsd:sequence>
              <xsd:element name="Value" type="dms:Lookup" maxOccurs="unbounded" minOccurs="0" nillable="true"/>
            </xsd:sequence>
          </xsd:extension>
        </xsd:complexContent>
      </xsd:complexType>
    </xsd:element>
    <xsd:element name="b32102bdfd344b06a42a0871970e23ab" ma:index="12" nillable="true" ma:taxonomy="true" ma:internalName="b32102bdfd344b06a42a0871970e23ab" ma:taxonomyFieldName="OMNIACountry" ma:displayName="Country" ma:readOnly="false" ma:default="" ma:fieldId="{b32102bd-fd34-4b06-a42a-0871970e23ab}" ma:sspId="75098ba2-9969-4d16-b909-3d3c3196fdd2" ma:termSetId="12503e21-cf15-4a4f-b772-23d4ae2a55de" ma:anchorId="00000000-0000-0000-0000-000000000000" ma:open="false" ma:isKeyword="false">
      <xsd:complexType>
        <xsd:sequence>
          <xsd:element ref="pc:Terms" minOccurs="0" maxOccurs="1"/>
        </xsd:sequence>
      </xsd:complexType>
    </xsd:element>
    <xsd:element name="OmniaDisplayDoc" ma:index="14" nillable="true" ma:displayName="Headline" ma:default="0" ma:internalName="OmniaDisplayDoc">
      <xsd:simpleType>
        <xsd:restriction base="dms:Boolean"/>
      </xsd:simpleType>
    </xsd:element>
    <xsd:element name="OmniaRubrique" ma:index="15" nillable="true" ma:displayName="Rubrique" ma:default="PRESENTATION" ma:format="Dropdown" ma:internalName="OmniaRubrique">
      <xsd:simpleType>
        <xsd:restriction base="dms:Choice">
          <xsd:enumeration value="PRESENTATION"/>
          <xsd:enumeration value="DOCUMENTATION"/>
          <xsd:enumeration value="MEDIA"/>
          <xsd:enumeration value="HR"/>
        </xsd:restriction>
      </xsd:simpleType>
    </xsd:element>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8af68618-9e62-4b2e-a4f4-2f8aa81e971c" elementFormDefault="qualified">
    <xsd:import namespace="http://schemas.microsoft.com/office/2006/documentManagement/types"/>
    <xsd:import namespace="http://schemas.microsoft.com/office/infopath/2007/PartnerControls"/>
    <xsd:element name="date" ma:index="18" nillable="true" ma:displayName="date" ma:format="DateOnly" ma:internalName="date">
      <xsd:simpleType>
        <xsd:restriction base="dms:DateTim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7F3755B-8556-4F14-BF1D-620438CBA90D}">
  <ds:schemaRefs>
    <ds:schemaRef ds:uri="http://schemas.microsoft.com/sharepoint/v3/contenttype/forms"/>
  </ds:schemaRefs>
</ds:datastoreItem>
</file>

<file path=customXml/itemProps2.xml><?xml version="1.0" encoding="utf-8"?>
<ds:datastoreItem xmlns:ds="http://schemas.openxmlformats.org/officeDocument/2006/customXml" ds:itemID="{1757EB0C-8F59-403C-9204-86CA2F434EBB}">
  <ds:schemaRefs>
    <ds:schemaRef ds:uri="http://purl.org/dc/elements/1.1/"/>
    <ds:schemaRef ds:uri="http://schemas.microsoft.com/office/2006/documentManagement/types"/>
    <ds:schemaRef ds:uri="http://www.w3.org/XML/1998/namespace"/>
    <ds:schemaRef ds:uri="http://schemas.microsoft.com/office/infopath/2007/PartnerControls"/>
    <ds:schemaRef ds:uri="http://purl.org/dc/dcmitype/"/>
    <ds:schemaRef ds:uri="http://purl.org/dc/terms/"/>
    <ds:schemaRef ds:uri="http://schemas.openxmlformats.org/package/2006/metadata/core-properties"/>
    <ds:schemaRef ds:uri="e76a44d8-4df6-4ebe-92a2-c66cea0829e0"/>
    <ds:schemaRef ds:uri="8af68618-9e62-4b2e-a4f4-2f8aa81e971c"/>
    <ds:schemaRef ds:uri="http://schemas.microsoft.com/office/2006/metadata/properties"/>
  </ds:schemaRefs>
</ds:datastoreItem>
</file>

<file path=customXml/itemProps3.xml><?xml version="1.0" encoding="utf-8"?>
<ds:datastoreItem xmlns:ds="http://schemas.openxmlformats.org/officeDocument/2006/customXml" ds:itemID="{9F47BF56-5979-481E-AE18-02F9CDA0EF9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76a44d8-4df6-4ebe-92a2-c66cea0829e0"/>
    <ds:schemaRef ds:uri="8af68618-9e62-4b2e-a4f4-2f8aa81e971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0</TotalTime>
  <Words>2182</Words>
  <Application>Microsoft Office PowerPoint</Application>
  <PresentationFormat>Widescreen</PresentationFormat>
  <Paragraphs>413</Paragraphs>
  <Slides>33</Slides>
  <Notes>13</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33</vt:i4>
      </vt:variant>
    </vt:vector>
  </HeadingPairs>
  <TitlesOfParts>
    <vt:vector size="41" baseType="lpstr">
      <vt:lpstr>Wingdings 3</vt:lpstr>
      <vt:lpstr>Lato</vt:lpstr>
      <vt:lpstr>Wingdings</vt:lpstr>
      <vt:lpstr>Arial</vt:lpstr>
      <vt:lpstr>Aptos</vt:lpstr>
      <vt:lpstr>Calibri</vt:lpstr>
      <vt:lpstr>Thème Office</vt:lpstr>
      <vt:lpstr>1_Thème Office</vt:lpstr>
      <vt:lpstr>PowerPoint Presentation</vt:lpstr>
      <vt:lpstr>agenda</vt:lpstr>
      <vt:lpstr>PowerPoint Presentation</vt:lpstr>
      <vt:lpstr>Write the title of your slide here</vt:lpstr>
      <vt:lpstr>PowerPoint Presentation</vt:lpstr>
      <vt:lpstr>Write the title of your slide here</vt:lpstr>
      <vt:lpstr>PowerPoint Presentation</vt:lpstr>
      <vt:lpstr>Write the title of your slide here</vt:lpstr>
      <vt:lpstr>PowerPoint Presentation</vt:lpstr>
      <vt:lpstr>PowerPoint Presentation</vt:lpstr>
      <vt:lpstr>PowerPoint Presentation</vt:lpstr>
      <vt:lpstr>Skill &amp; Tasks</vt:lpstr>
      <vt:lpstr>CACEIS API Gateway</vt:lpstr>
      <vt:lpstr>Applications </vt:lpstr>
      <vt:lpstr>Applications </vt:lpstr>
      <vt:lpstr>Applications </vt:lpstr>
      <vt:lpstr>Applications </vt:lpstr>
      <vt:lpstr>Onboarding New APIs</vt:lpstr>
      <vt:lpstr>PowerPoint Presentation</vt:lpstr>
      <vt:lpstr>Atlassian Application Administration Team</vt:lpstr>
      <vt:lpstr>Atlassian Application Administration Team – Responsibilities &amp; Contacts</vt:lpstr>
      <vt:lpstr>PowerPoint Presentation</vt:lpstr>
      <vt:lpstr>AGENDA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Q&amp;A</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ZOE CHARNY</dc:creator>
  <cp:lastModifiedBy>Che Ni, Mohd Azli (Ext)</cp:lastModifiedBy>
  <cp:revision>244</cp:revision>
  <dcterms:created xsi:type="dcterms:W3CDTF">2023-04-17T08:55:34Z</dcterms:created>
  <dcterms:modified xsi:type="dcterms:W3CDTF">2026-10-22T01:52:52Z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0x010100432CD29BE2BD1149959C9A555DAC82B800608EF388E015114A95521DE4C8A2C37C</vt:lpwstr>
  </property>
  <property fmtid="{D5CDD505-2E9C-101B-9397-08002B2CF9AE}" pid="4" name="MSIP_Label_74959cb2-1791-4379-ac27-73c7defdb1e7_Enabled">
    <vt:lpwstr>true</vt:lpwstr>
  </property>
  <property fmtid="{D5CDD505-2E9C-101B-9397-08002B2CF9AE}" pid="5" name="MSIP_Label_74959cb2-1791-4379-ac27-73c7defdb1e7_SetDate">
    <vt:lpwstr>2026-09-17T14:51:18Z</vt:lpwstr>
  </property>
  <property fmtid="{D5CDD505-2E9C-101B-9397-08002B2CF9AE}" pid="6" name="MSIP_Label_74959cb2-1791-4379-ac27-73c7defdb1e7_Method">
    <vt:lpwstr>Privileged</vt:lpwstr>
  </property>
  <property fmtid="{D5CDD505-2E9C-101B-9397-08002B2CF9AE}" pid="7" name="MSIP_Label_74959cb2-1791-4379-ac27-73c7defdb1e7_Name">
    <vt:lpwstr>C2-Usage Interne</vt:lpwstr>
  </property>
  <property fmtid="{D5CDD505-2E9C-101B-9397-08002B2CF9AE}" pid="8" name="MSIP_Label_74959cb2-1791-4379-ac27-73c7defdb1e7_SiteId">
    <vt:lpwstr>fb3baf17-c313-474c-8d5d-577a3ec97a32</vt:lpwstr>
  </property>
  <property fmtid="{D5CDD505-2E9C-101B-9397-08002B2CF9AE}" pid="9" name="MSIP_Label_74959cb2-1791-4379-ac27-73c7defdb1e7_ActionId">
    <vt:lpwstr>b0c63983-9b30-4ac6-8ff1-4bae35fadc26</vt:lpwstr>
  </property>
  <property fmtid="{D5CDD505-2E9C-101B-9397-08002B2CF9AE}" pid="10" name="MSIP_Label_74959cb2-1791-4379-ac27-73c7defdb1e7_ContentBits">
    <vt:lpwstr>2</vt:lpwstr>
  </property>
  <property fmtid="{D5CDD505-2E9C-101B-9397-08002B2CF9AE}" pid="11" name="MSIP_Label_74959cb2-1791-4379-ac27-73c7defdb1e7_Tag">
    <vt:lpwstr>10, 0, 1, 1</vt:lpwstr>
  </property>
  <property fmtid="{D5CDD505-2E9C-101B-9397-08002B2CF9AE}" pid="12" name="ClassificationContentMarkingFooterLocations">
    <vt:lpwstr>Thème Office:3\1_Thème Office:3</vt:lpwstr>
  </property>
  <property fmtid="{D5CDD505-2E9C-101B-9397-08002B2CF9AE}" pid="13" name="ClassificationContentMarkingFooterText">
    <vt:lpwstr>Usage Interne / Internal Use</vt:lpwstr>
  </property>
</Properties>
</file>